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 id="2147483662" r:id="rId2"/>
    <p:sldMasterId id="2147483664" r:id="rId3"/>
  </p:sldMasterIdLst>
  <p:notesMasterIdLst>
    <p:notesMasterId r:id="rId133"/>
  </p:notesMasterIdLst>
  <p:sldIdLst>
    <p:sldId id="257" r:id="rId4"/>
    <p:sldId id="411" r:id="rId5"/>
    <p:sldId id="412" r:id="rId6"/>
    <p:sldId id="413" r:id="rId7"/>
    <p:sldId id="414" r:id="rId8"/>
    <p:sldId id="415" r:id="rId9"/>
    <p:sldId id="416" r:id="rId10"/>
    <p:sldId id="417" r:id="rId11"/>
    <p:sldId id="418" r:id="rId12"/>
    <p:sldId id="419" r:id="rId13"/>
    <p:sldId id="420"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45" r:id="rId39"/>
    <p:sldId id="446" r:id="rId40"/>
    <p:sldId id="447" r:id="rId41"/>
    <p:sldId id="448" r:id="rId42"/>
    <p:sldId id="449" r:id="rId43"/>
    <p:sldId id="450" r:id="rId44"/>
    <p:sldId id="451" r:id="rId45"/>
    <p:sldId id="535" r:id="rId46"/>
    <p:sldId id="536" r:id="rId47"/>
    <p:sldId id="452" r:id="rId48"/>
    <p:sldId id="453" r:id="rId49"/>
    <p:sldId id="454" r:id="rId50"/>
    <p:sldId id="455" r:id="rId51"/>
    <p:sldId id="456" r:id="rId52"/>
    <p:sldId id="457" r:id="rId53"/>
    <p:sldId id="458" r:id="rId54"/>
    <p:sldId id="459" r:id="rId55"/>
    <p:sldId id="460" r:id="rId56"/>
    <p:sldId id="461" r:id="rId57"/>
    <p:sldId id="462" r:id="rId58"/>
    <p:sldId id="463" r:id="rId59"/>
    <p:sldId id="464" r:id="rId60"/>
    <p:sldId id="465" r:id="rId61"/>
    <p:sldId id="466" r:id="rId62"/>
    <p:sldId id="537" r:id="rId63"/>
    <p:sldId id="467" r:id="rId64"/>
    <p:sldId id="468" r:id="rId65"/>
    <p:sldId id="469" r:id="rId66"/>
    <p:sldId id="470" r:id="rId67"/>
    <p:sldId id="471" r:id="rId68"/>
    <p:sldId id="472" r:id="rId69"/>
    <p:sldId id="473" r:id="rId70"/>
    <p:sldId id="474" r:id="rId71"/>
    <p:sldId id="475" r:id="rId72"/>
    <p:sldId id="476" r:id="rId73"/>
    <p:sldId id="477" r:id="rId74"/>
    <p:sldId id="478" r:id="rId75"/>
    <p:sldId id="479" r:id="rId76"/>
    <p:sldId id="480" r:id="rId77"/>
    <p:sldId id="481" r:id="rId78"/>
    <p:sldId id="482" r:id="rId79"/>
    <p:sldId id="483" r:id="rId80"/>
    <p:sldId id="484" r:id="rId81"/>
    <p:sldId id="485" r:id="rId82"/>
    <p:sldId id="486" r:id="rId83"/>
    <p:sldId id="487" r:id="rId84"/>
    <p:sldId id="488" r:id="rId85"/>
    <p:sldId id="489" r:id="rId86"/>
    <p:sldId id="490" r:id="rId87"/>
    <p:sldId id="538" r:id="rId88"/>
    <p:sldId id="491" r:id="rId89"/>
    <p:sldId id="492" r:id="rId90"/>
    <p:sldId id="493" r:id="rId91"/>
    <p:sldId id="494" r:id="rId92"/>
    <p:sldId id="495" r:id="rId93"/>
    <p:sldId id="496" r:id="rId94"/>
    <p:sldId id="497" r:id="rId95"/>
    <p:sldId id="498" r:id="rId96"/>
    <p:sldId id="499" r:id="rId97"/>
    <p:sldId id="500" r:id="rId98"/>
    <p:sldId id="501" r:id="rId99"/>
    <p:sldId id="502" r:id="rId100"/>
    <p:sldId id="503" r:id="rId101"/>
    <p:sldId id="504" r:id="rId102"/>
    <p:sldId id="505" r:id="rId103"/>
    <p:sldId id="506" r:id="rId104"/>
    <p:sldId id="507" r:id="rId105"/>
    <p:sldId id="508" r:id="rId106"/>
    <p:sldId id="509" r:id="rId107"/>
    <p:sldId id="510" r:id="rId108"/>
    <p:sldId id="511" r:id="rId109"/>
    <p:sldId id="512" r:id="rId110"/>
    <p:sldId id="513" r:id="rId111"/>
    <p:sldId id="514" r:id="rId112"/>
    <p:sldId id="515" r:id="rId113"/>
    <p:sldId id="516" r:id="rId114"/>
    <p:sldId id="517" r:id="rId115"/>
    <p:sldId id="518" r:id="rId116"/>
    <p:sldId id="519" r:id="rId117"/>
    <p:sldId id="520" r:id="rId118"/>
    <p:sldId id="521" r:id="rId119"/>
    <p:sldId id="522" r:id="rId120"/>
    <p:sldId id="523" r:id="rId121"/>
    <p:sldId id="524" r:id="rId122"/>
    <p:sldId id="525" r:id="rId123"/>
    <p:sldId id="526" r:id="rId124"/>
    <p:sldId id="527" r:id="rId125"/>
    <p:sldId id="528" r:id="rId126"/>
    <p:sldId id="529" r:id="rId127"/>
    <p:sldId id="530" r:id="rId128"/>
    <p:sldId id="531" r:id="rId129"/>
    <p:sldId id="532" r:id="rId130"/>
    <p:sldId id="533" r:id="rId131"/>
    <p:sldId id="534" r:id="rId13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26" autoAdjust="0"/>
    <p:restoredTop sz="93246" autoAdjust="0"/>
  </p:normalViewPr>
  <p:slideViewPr>
    <p:cSldViewPr>
      <p:cViewPr varScale="1">
        <p:scale>
          <a:sx n="138" d="100"/>
          <a:sy n="138" d="100"/>
        </p:scale>
        <p:origin x="188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presProps" Target="pres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viewProps" Target="view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169F049-FBFC-3ED9-0871-D7DD243C370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39939" name="Rectangle 3">
            <a:extLst>
              <a:ext uri="{FF2B5EF4-FFF2-40B4-BE49-F238E27FC236}">
                <a16:creationId xmlns:a16="http://schemas.microsoft.com/office/drawing/2014/main" id="{8CB58D06-B075-618B-5B70-4F014061EE41}"/>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zh-CN"/>
          </a:p>
        </p:txBody>
      </p:sp>
      <p:sp>
        <p:nvSpPr>
          <p:cNvPr id="5124" name="Rectangle 4">
            <a:extLst>
              <a:ext uri="{FF2B5EF4-FFF2-40B4-BE49-F238E27FC236}">
                <a16:creationId xmlns:a16="http://schemas.microsoft.com/office/drawing/2014/main" id="{773C58BE-35D6-62CA-00C1-A2C4764843C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41" name="Rectangle 5">
            <a:extLst>
              <a:ext uri="{FF2B5EF4-FFF2-40B4-BE49-F238E27FC236}">
                <a16:creationId xmlns:a16="http://schemas.microsoft.com/office/drawing/2014/main" id="{5589A9E5-B23D-462C-4E06-BC528963D139}"/>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9942" name="Rectangle 6">
            <a:extLst>
              <a:ext uri="{FF2B5EF4-FFF2-40B4-BE49-F238E27FC236}">
                <a16:creationId xmlns:a16="http://schemas.microsoft.com/office/drawing/2014/main" id="{65AF5180-A7C8-E674-A19B-065D7168B22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39943" name="Rectangle 7">
            <a:extLst>
              <a:ext uri="{FF2B5EF4-FFF2-40B4-BE49-F238E27FC236}">
                <a16:creationId xmlns:a16="http://schemas.microsoft.com/office/drawing/2014/main" id="{A05F6EE3-CD85-43E8-845C-AEAE9C237AE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70540E00-7A9A-BF4D-AEDC-68522EAA870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0F16568B-4F3A-CC7A-D6B0-76D5D99CEF79}"/>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C75AFCD-1485-6D40-A95A-EE8E1B0E84A5}" type="slidenum">
              <a:rPr lang="en-US" altLang="zh-CN">
                <a:latin typeface="Arial" panose="020B0604020202020204" pitchFamily="34" charset="0"/>
              </a:rPr>
              <a:pPr/>
              <a:t>1</a:t>
            </a:fld>
            <a:endParaRPr lang="en-US" altLang="zh-CN">
              <a:latin typeface="Arial" panose="020B0604020202020204" pitchFamily="34" charset="0"/>
            </a:endParaRPr>
          </a:p>
        </p:txBody>
      </p:sp>
      <p:sp>
        <p:nvSpPr>
          <p:cNvPr id="7171" name="Rectangle 2">
            <a:extLst>
              <a:ext uri="{FF2B5EF4-FFF2-40B4-BE49-F238E27FC236}">
                <a16:creationId xmlns:a16="http://schemas.microsoft.com/office/drawing/2014/main" id="{F116993F-05D2-6078-9C53-F66E95E515BF}"/>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E83DC827-CC6B-AA8C-F06A-C44015D6B428}"/>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0540E00-7A9A-BF4D-AEDC-68522EAA8703}" type="slidenum">
              <a:rPr lang="en-US" altLang="zh-CN" smtClean="0"/>
              <a:pPr/>
              <a:t>70</a:t>
            </a:fld>
            <a:endParaRPr lang="en-US" altLang="zh-CN"/>
          </a:p>
        </p:txBody>
      </p:sp>
    </p:spTree>
    <p:extLst>
      <p:ext uri="{BB962C8B-B14F-4D97-AF65-F5344CB8AC3E}">
        <p14:creationId xmlns:p14="http://schemas.microsoft.com/office/powerpoint/2010/main" val="66897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9797C590-75D2-3062-01BB-3C032F376ED1}"/>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67F1542D-CCAA-E564-F1B7-03F6305FEF0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5BA30AD-74B6-C697-822C-58EEFD6F786E}"/>
              </a:ext>
            </a:extLst>
          </p:cNvPr>
          <p:cNvSpPr>
            <a:spLocks noGrp="1" noChangeArrowheads="1"/>
          </p:cNvSpPr>
          <p:nvPr>
            <p:ph type="sldNum" sz="quarter" idx="12"/>
          </p:nvPr>
        </p:nvSpPr>
        <p:spPr>
          <a:ln/>
        </p:spPr>
        <p:txBody>
          <a:bodyPr/>
          <a:lstStyle>
            <a:lvl1pPr>
              <a:defRPr/>
            </a:lvl1pPr>
          </a:lstStyle>
          <a:p>
            <a:fld id="{D767B044-B4BE-7942-AE82-C025C7E9455E}" type="slidenum">
              <a:rPr lang="en-US" altLang="zh-CN"/>
              <a:pPr/>
              <a:t>‹#›</a:t>
            </a:fld>
            <a:endParaRPr lang="en-US" altLang="zh-CN"/>
          </a:p>
        </p:txBody>
      </p:sp>
    </p:spTree>
    <p:extLst>
      <p:ext uri="{BB962C8B-B14F-4D97-AF65-F5344CB8AC3E}">
        <p14:creationId xmlns:p14="http://schemas.microsoft.com/office/powerpoint/2010/main" val="3239414884"/>
      </p:ext>
    </p:extLst>
  </p:cSld>
  <p:clrMapOvr>
    <a:masterClrMapping/>
  </p:clrMapOvr>
  <p:transition>
    <p:cover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82E078E-37C3-141C-5730-9A7625E01667}"/>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8349FC38-D5D6-97FE-5B3F-A887BBF43AA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9AF27D0-4106-E6C9-9E41-FB3F608729B3}"/>
              </a:ext>
            </a:extLst>
          </p:cNvPr>
          <p:cNvSpPr>
            <a:spLocks noGrp="1" noChangeArrowheads="1"/>
          </p:cNvSpPr>
          <p:nvPr>
            <p:ph type="sldNum" sz="quarter" idx="12"/>
          </p:nvPr>
        </p:nvSpPr>
        <p:spPr>
          <a:ln/>
        </p:spPr>
        <p:txBody>
          <a:bodyPr/>
          <a:lstStyle>
            <a:lvl1pPr>
              <a:defRPr/>
            </a:lvl1pPr>
          </a:lstStyle>
          <a:p>
            <a:fld id="{312DC86D-7EF7-264C-86EB-DCB6FE32D45C}" type="slidenum">
              <a:rPr lang="en-US" altLang="zh-CN"/>
              <a:pPr/>
              <a:t>‹#›</a:t>
            </a:fld>
            <a:endParaRPr lang="en-US" altLang="zh-CN"/>
          </a:p>
        </p:txBody>
      </p:sp>
    </p:spTree>
    <p:extLst>
      <p:ext uri="{BB962C8B-B14F-4D97-AF65-F5344CB8AC3E}">
        <p14:creationId xmlns:p14="http://schemas.microsoft.com/office/powerpoint/2010/main" val="359356944"/>
      </p:ext>
    </p:extLst>
  </p:cSld>
  <p:clrMapOvr>
    <a:masterClrMapping/>
  </p:clrMapOvr>
  <p:transition>
    <p:cover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D322225B-9223-FFD2-F4AC-223511731B27}"/>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00998096-4461-AF1B-5727-DE11FC8AD4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5C8A5F5-16AE-7810-E725-79A73BBD6EB1}"/>
              </a:ext>
            </a:extLst>
          </p:cNvPr>
          <p:cNvSpPr>
            <a:spLocks noGrp="1" noChangeArrowheads="1"/>
          </p:cNvSpPr>
          <p:nvPr>
            <p:ph type="sldNum" sz="quarter" idx="12"/>
          </p:nvPr>
        </p:nvSpPr>
        <p:spPr>
          <a:ln/>
        </p:spPr>
        <p:txBody>
          <a:bodyPr/>
          <a:lstStyle>
            <a:lvl1pPr>
              <a:defRPr/>
            </a:lvl1pPr>
          </a:lstStyle>
          <a:p>
            <a:fld id="{BDF5E42F-DBB1-CB41-A07F-8537CFE727FE}" type="slidenum">
              <a:rPr lang="en-US" altLang="zh-CN"/>
              <a:pPr/>
              <a:t>‹#›</a:t>
            </a:fld>
            <a:endParaRPr lang="en-US" altLang="zh-CN"/>
          </a:p>
        </p:txBody>
      </p:sp>
    </p:spTree>
    <p:extLst>
      <p:ext uri="{BB962C8B-B14F-4D97-AF65-F5344CB8AC3E}">
        <p14:creationId xmlns:p14="http://schemas.microsoft.com/office/powerpoint/2010/main" val="2554903599"/>
      </p:ext>
    </p:extLst>
  </p:cSld>
  <p:clrMapOvr>
    <a:masterClrMapping/>
  </p:clrMapOvr>
  <p:transition>
    <p:cover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39888"/>
            <a:ext cx="403860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39888"/>
            <a:ext cx="403860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5EC53F7-40A2-579D-425C-574B4F35B645}"/>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CD7E376C-D39F-BB1A-C3E9-00360726651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24E1717-D445-DCE9-318C-DBAB8EFF863D}"/>
              </a:ext>
            </a:extLst>
          </p:cNvPr>
          <p:cNvSpPr>
            <a:spLocks noGrp="1" noChangeArrowheads="1"/>
          </p:cNvSpPr>
          <p:nvPr>
            <p:ph type="sldNum" sz="quarter" idx="12"/>
          </p:nvPr>
        </p:nvSpPr>
        <p:spPr>
          <a:ln/>
        </p:spPr>
        <p:txBody>
          <a:bodyPr/>
          <a:lstStyle>
            <a:lvl1pPr>
              <a:defRPr/>
            </a:lvl1pPr>
          </a:lstStyle>
          <a:p>
            <a:fld id="{E791264A-379F-B04D-B9C3-1216C89294B4}" type="slidenum">
              <a:rPr lang="en-US" altLang="zh-CN"/>
              <a:pPr/>
              <a:t>‹#›</a:t>
            </a:fld>
            <a:endParaRPr lang="en-US" altLang="zh-CN"/>
          </a:p>
        </p:txBody>
      </p:sp>
    </p:spTree>
    <p:extLst>
      <p:ext uri="{BB962C8B-B14F-4D97-AF65-F5344CB8AC3E}">
        <p14:creationId xmlns:p14="http://schemas.microsoft.com/office/powerpoint/2010/main" val="882574239"/>
      </p:ext>
    </p:extLst>
  </p:cSld>
  <p:clrMapOvr>
    <a:masterClrMapping/>
  </p:clrMapOvr>
  <p:transition>
    <p:cover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371CE50-2A82-A07B-DA39-E46272F25FA1}"/>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8" name="Rectangle 5">
            <a:extLst>
              <a:ext uri="{FF2B5EF4-FFF2-40B4-BE49-F238E27FC236}">
                <a16:creationId xmlns:a16="http://schemas.microsoft.com/office/drawing/2014/main" id="{67C777D5-5552-B374-6858-29E5CB1C152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7823B55-54F5-7A1A-6DE7-1F1F2FD3B154}"/>
              </a:ext>
            </a:extLst>
          </p:cNvPr>
          <p:cNvSpPr>
            <a:spLocks noGrp="1" noChangeArrowheads="1"/>
          </p:cNvSpPr>
          <p:nvPr>
            <p:ph type="sldNum" sz="quarter" idx="12"/>
          </p:nvPr>
        </p:nvSpPr>
        <p:spPr>
          <a:ln/>
        </p:spPr>
        <p:txBody>
          <a:bodyPr/>
          <a:lstStyle>
            <a:lvl1pPr>
              <a:defRPr/>
            </a:lvl1pPr>
          </a:lstStyle>
          <a:p>
            <a:fld id="{D6492603-80B3-F94D-AA20-450C9F2CEA80}" type="slidenum">
              <a:rPr lang="en-US" altLang="zh-CN"/>
              <a:pPr/>
              <a:t>‹#›</a:t>
            </a:fld>
            <a:endParaRPr lang="en-US" altLang="zh-CN"/>
          </a:p>
        </p:txBody>
      </p:sp>
    </p:spTree>
    <p:extLst>
      <p:ext uri="{BB962C8B-B14F-4D97-AF65-F5344CB8AC3E}">
        <p14:creationId xmlns:p14="http://schemas.microsoft.com/office/powerpoint/2010/main" val="646764137"/>
      </p:ext>
    </p:extLst>
  </p:cSld>
  <p:clrMapOvr>
    <a:masterClrMapping/>
  </p:clrMapOvr>
  <p:transition>
    <p:cover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E4641E2-A933-C96B-13F2-293312C26390}"/>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4" name="Rectangle 5">
            <a:extLst>
              <a:ext uri="{FF2B5EF4-FFF2-40B4-BE49-F238E27FC236}">
                <a16:creationId xmlns:a16="http://schemas.microsoft.com/office/drawing/2014/main" id="{F4676AF9-32EB-ED79-D0BB-805EF027D80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CBEE1B3-D255-453E-3593-AADB7DF7A38F}"/>
              </a:ext>
            </a:extLst>
          </p:cNvPr>
          <p:cNvSpPr>
            <a:spLocks noGrp="1" noChangeArrowheads="1"/>
          </p:cNvSpPr>
          <p:nvPr>
            <p:ph type="sldNum" sz="quarter" idx="12"/>
          </p:nvPr>
        </p:nvSpPr>
        <p:spPr>
          <a:ln/>
        </p:spPr>
        <p:txBody>
          <a:bodyPr/>
          <a:lstStyle>
            <a:lvl1pPr>
              <a:defRPr/>
            </a:lvl1pPr>
          </a:lstStyle>
          <a:p>
            <a:fld id="{B11DB7C0-391C-1E4B-BE1A-1E4444D71E98}" type="slidenum">
              <a:rPr lang="en-US" altLang="zh-CN"/>
              <a:pPr/>
              <a:t>‹#›</a:t>
            </a:fld>
            <a:endParaRPr lang="en-US" altLang="zh-CN"/>
          </a:p>
        </p:txBody>
      </p:sp>
    </p:spTree>
    <p:extLst>
      <p:ext uri="{BB962C8B-B14F-4D97-AF65-F5344CB8AC3E}">
        <p14:creationId xmlns:p14="http://schemas.microsoft.com/office/powerpoint/2010/main" val="1328637686"/>
      </p:ext>
    </p:extLst>
  </p:cSld>
  <p:clrMapOvr>
    <a:masterClrMapping/>
  </p:clrMapOvr>
  <p:transition>
    <p:cover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04873BC-8039-3504-4798-7B0EF2E4651C}"/>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3" name="Rectangle 5">
            <a:extLst>
              <a:ext uri="{FF2B5EF4-FFF2-40B4-BE49-F238E27FC236}">
                <a16:creationId xmlns:a16="http://schemas.microsoft.com/office/drawing/2014/main" id="{FA784717-FCBA-1873-60A9-0DB20D39B4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55097CD-882D-6F3A-C727-8C9DC7CBB106}"/>
              </a:ext>
            </a:extLst>
          </p:cNvPr>
          <p:cNvSpPr>
            <a:spLocks noGrp="1" noChangeArrowheads="1"/>
          </p:cNvSpPr>
          <p:nvPr>
            <p:ph type="sldNum" sz="quarter" idx="12"/>
          </p:nvPr>
        </p:nvSpPr>
        <p:spPr>
          <a:ln/>
        </p:spPr>
        <p:txBody>
          <a:bodyPr/>
          <a:lstStyle>
            <a:lvl1pPr>
              <a:defRPr/>
            </a:lvl1pPr>
          </a:lstStyle>
          <a:p>
            <a:fld id="{13D8AD6C-F427-F34A-8DEC-C80C02BC6ED1}" type="slidenum">
              <a:rPr lang="en-US" altLang="zh-CN"/>
              <a:pPr/>
              <a:t>‹#›</a:t>
            </a:fld>
            <a:endParaRPr lang="en-US" altLang="zh-CN"/>
          </a:p>
        </p:txBody>
      </p:sp>
    </p:spTree>
    <p:extLst>
      <p:ext uri="{BB962C8B-B14F-4D97-AF65-F5344CB8AC3E}">
        <p14:creationId xmlns:p14="http://schemas.microsoft.com/office/powerpoint/2010/main" val="1388140255"/>
      </p:ext>
    </p:extLst>
  </p:cSld>
  <p:clrMapOvr>
    <a:masterClrMapping/>
  </p:clrMapOvr>
  <p:transition>
    <p:cover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0B859B1-922A-61C2-9338-A9F1C3597E39}"/>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DAAA8987-CA95-85DA-FE41-29CA88B22A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784CDE3-D61A-1FB5-F638-4E4A3B4DCA9D}"/>
              </a:ext>
            </a:extLst>
          </p:cNvPr>
          <p:cNvSpPr>
            <a:spLocks noGrp="1" noChangeArrowheads="1"/>
          </p:cNvSpPr>
          <p:nvPr>
            <p:ph type="sldNum" sz="quarter" idx="12"/>
          </p:nvPr>
        </p:nvSpPr>
        <p:spPr>
          <a:ln/>
        </p:spPr>
        <p:txBody>
          <a:bodyPr/>
          <a:lstStyle>
            <a:lvl1pPr>
              <a:defRPr/>
            </a:lvl1pPr>
          </a:lstStyle>
          <a:p>
            <a:fld id="{263888CA-2EBD-4F47-B3F5-254D49B79C35}" type="slidenum">
              <a:rPr lang="en-US" altLang="zh-CN"/>
              <a:pPr/>
              <a:t>‹#›</a:t>
            </a:fld>
            <a:endParaRPr lang="en-US" altLang="zh-CN"/>
          </a:p>
        </p:txBody>
      </p:sp>
    </p:spTree>
    <p:extLst>
      <p:ext uri="{BB962C8B-B14F-4D97-AF65-F5344CB8AC3E}">
        <p14:creationId xmlns:p14="http://schemas.microsoft.com/office/powerpoint/2010/main" val="2202229863"/>
      </p:ext>
    </p:extLst>
  </p:cSld>
  <p:clrMapOvr>
    <a:masterClrMapping/>
  </p:clrMapOvr>
  <p:transition>
    <p:cover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FCC09F7-AC33-1345-EDBB-9C0A973D351A}"/>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82B95369-0DDF-ABA6-2A6B-C09EDC291B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63DAB8C-87A4-A41C-A232-6C774229D12E}"/>
              </a:ext>
            </a:extLst>
          </p:cNvPr>
          <p:cNvSpPr>
            <a:spLocks noGrp="1" noChangeArrowheads="1"/>
          </p:cNvSpPr>
          <p:nvPr>
            <p:ph type="sldNum" sz="quarter" idx="12"/>
          </p:nvPr>
        </p:nvSpPr>
        <p:spPr>
          <a:ln/>
        </p:spPr>
        <p:txBody>
          <a:bodyPr/>
          <a:lstStyle>
            <a:lvl1pPr>
              <a:defRPr/>
            </a:lvl1pPr>
          </a:lstStyle>
          <a:p>
            <a:fld id="{07468BA9-48CD-5146-A761-9CE115CBC0F1}" type="slidenum">
              <a:rPr lang="en-US" altLang="zh-CN"/>
              <a:pPr/>
              <a:t>‹#›</a:t>
            </a:fld>
            <a:endParaRPr lang="en-US" altLang="zh-CN"/>
          </a:p>
        </p:txBody>
      </p:sp>
    </p:spTree>
    <p:extLst>
      <p:ext uri="{BB962C8B-B14F-4D97-AF65-F5344CB8AC3E}">
        <p14:creationId xmlns:p14="http://schemas.microsoft.com/office/powerpoint/2010/main" val="1599729583"/>
      </p:ext>
    </p:extLst>
  </p:cSld>
  <p:clrMapOvr>
    <a:masterClrMapping/>
  </p:clrMapOvr>
  <p:transition>
    <p:cover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6568B35-30ED-FE80-062A-E9F0CFF0A6EE}"/>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77757F72-56B4-8AA2-50D7-CF49090F0C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C346AC8-0B80-CA12-5FF6-DF8AE219C2AA}"/>
              </a:ext>
            </a:extLst>
          </p:cNvPr>
          <p:cNvSpPr>
            <a:spLocks noGrp="1" noChangeArrowheads="1"/>
          </p:cNvSpPr>
          <p:nvPr>
            <p:ph type="sldNum" sz="quarter" idx="12"/>
          </p:nvPr>
        </p:nvSpPr>
        <p:spPr>
          <a:ln/>
        </p:spPr>
        <p:txBody>
          <a:bodyPr/>
          <a:lstStyle>
            <a:lvl1pPr>
              <a:defRPr/>
            </a:lvl1pPr>
          </a:lstStyle>
          <a:p>
            <a:fld id="{489BC871-C112-D141-8EC2-6CCC340283A4}" type="slidenum">
              <a:rPr lang="en-US" altLang="zh-CN"/>
              <a:pPr/>
              <a:t>‹#›</a:t>
            </a:fld>
            <a:endParaRPr lang="en-US" altLang="zh-CN"/>
          </a:p>
        </p:txBody>
      </p:sp>
    </p:spTree>
    <p:extLst>
      <p:ext uri="{BB962C8B-B14F-4D97-AF65-F5344CB8AC3E}">
        <p14:creationId xmlns:p14="http://schemas.microsoft.com/office/powerpoint/2010/main" val="2234999059"/>
      </p:ext>
    </p:extLst>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188913"/>
            <a:ext cx="2108200" cy="59769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88913"/>
            <a:ext cx="6175375" cy="5976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52845CC-2EB5-5657-4F44-1FC58D1CA5FF}"/>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7AAEE8C5-0FFB-EBD9-4B85-8D94CE2147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294839E-F289-181D-8F9F-8F2B9C648AE1}"/>
              </a:ext>
            </a:extLst>
          </p:cNvPr>
          <p:cNvSpPr>
            <a:spLocks noGrp="1" noChangeArrowheads="1"/>
          </p:cNvSpPr>
          <p:nvPr>
            <p:ph type="sldNum" sz="quarter" idx="12"/>
          </p:nvPr>
        </p:nvSpPr>
        <p:spPr>
          <a:ln/>
        </p:spPr>
        <p:txBody>
          <a:bodyPr/>
          <a:lstStyle>
            <a:lvl1pPr>
              <a:defRPr/>
            </a:lvl1pPr>
          </a:lstStyle>
          <a:p>
            <a:fld id="{D760EAE1-03AB-C842-AD21-9D8E6FC48568}" type="slidenum">
              <a:rPr lang="en-US" altLang="zh-CN"/>
              <a:pPr/>
              <a:t>‹#›</a:t>
            </a:fld>
            <a:endParaRPr lang="en-US" altLang="zh-CN"/>
          </a:p>
        </p:txBody>
      </p:sp>
    </p:spTree>
    <p:extLst>
      <p:ext uri="{BB962C8B-B14F-4D97-AF65-F5344CB8AC3E}">
        <p14:creationId xmlns:p14="http://schemas.microsoft.com/office/powerpoint/2010/main" val="2149411226"/>
      </p:ext>
    </p:extLst>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795BE57A-E370-4AA1-DC5E-89696013B402}"/>
              </a:ext>
            </a:extLst>
          </p:cNvPr>
          <p:cNvSpPr>
            <a:spLocks/>
          </p:cNvSpPr>
          <p:nvPr/>
        </p:nvSpPr>
        <p:spPr bwMode="auto">
          <a:xfrm>
            <a:off x="4760913" y="20638"/>
            <a:ext cx="4438650" cy="4038600"/>
          </a:xfrm>
          <a:custGeom>
            <a:avLst/>
            <a:gdLst>
              <a:gd name="T0" fmla="*/ 1520001873 w 546"/>
              <a:gd name="T1" fmla="*/ 264126065 h 497"/>
              <a:gd name="T2" fmla="*/ 726954943 w 546"/>
              <a:gd name="T3" fmla="*/ 2147483646 h 497"/>
              <a:gd name="T4" fmla="*/ 1652177716 w 546"/>
              <a:gd name="T5" fmla="*/ 2147483646 h 497"/>
              <a:gd name="T6" fmla="*/ 2147483646 w 546"/>
              <a:gd name="T7" fmla="*/ 2147483646 h 497"/>
              <a:gd name="T8" fmla="*/ 2147483646 w 546"/>
              <a:gd name="T9" fmla="*/ 2147483646 h 497"/>
              <a:gd name="T10" fmla="*/ 2147483646 w 546"/>
              <a:gd name="T11" fmla="*/ 2147483646 h 497"/>
              <a:gd name="T12" fmla="*/ 2147483646 w 546"/>
              <a:gd name="T13" fmla="*/ 2147483646 h 497"/>
              <a:gd name="T14" fmla="*/ 2147483646 w 546"/>
              <a:gd name="T15" fmla="*/ 2147483646 h 497"/>
              <a:gd name="T16" fmla="*/ 2147483646 w 546"/>
              <a:gd name="T17" fmla="*/ 1056496135 h 497"/>
              <a:gd name="T18" fmla="*/ 2147483646 w 546"/>
              <a:gd name="T19" fmla="*/ 1914905847 h 497"/>
              <a:gd name="T20" fmla="*/ 2147483646 w 546"/>
              <a:gd name="T21" fmla="*/ 726346679 h 497"/>
              <a:gd name="T22" fmla="*/ 2147483646 w 546"/>
              <a:gd name="T23" fmla="*/ 132063033 h 497"/>
              <a:gd name="T24" fmla="*/ 1520001873 w 546"/>
              <a:gd name="T25" fmla="*/ 264126065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5" name="Group 3">
            <a:extLst>
              <a:ext uri="{FF2B5EF4-FFF2-40B4-BE49-F238E27FC236}">
                <a16:creationId xmlns:a16="http://schemas.microsoft.com/office/drawing/2014/main" id="{65C6F875-E12D-9845-AA15-F71A67BDF0B6}"/>
              </a:ext>
            </a:extLst>
          </p:cNvPr>
          <p:cNvGrpSpPr>
            <a:grpSpLocks/>
          </p:cNvGrpSpPr>
          <p:nvPr/>
        </p:nvGrpSpPr>
        <p:grpSpPr bwMode="auto">
          <a:xfrm>
            <a:off x="4572000" y="28575"/>
            <a:ext cx="4756150" cy="4338638"/>
            <a:chOff x="2918" y="18"/>
            <a:chExt cx="2958" cy="2699"/>
          </a:xfrm>
        </p:grpSpPr>
        <p:sp>
          <p:nvSpPr>
            <p:cNvPr id="6" name="Freeform 4">
              <a:extLst>
                <a:ext uri="{FF2B5EF4-FFF2-40B4-BE49-F238E27FC236}">
                  <a16:creationId xmlns:a16="http://schemas.microsoft.com/office/drawing/2014/main" id="{2C7B62AC-6B30-0E1D-DB45-C99C97109809}"/>
                </a:ext>
              </a:extLst>
            </p:cNvPr>
            <p:cNvSpPr>
              <a:spLocks/>
            </p:cNvSpPr>
            <p:nvPr/>
          </p:nvSpPr>
          <p:spPr bwMode="auto">
            <a:xfrm>
              <a:off x="3060" y="18"/>
              <a:ext cx="490" cy="187"/>
            </a:xfrm>
            <a:custGeom>
              <a:avLst/>
              <a:gdLst>
                <a:gd name="T0" fmla="*/ 1814 w 97"/>
                <a:gd name="T1" fmla="*/ 637 h 37"/>
                <a:gd name="T2" fmla="*/ 2324 w 97"/>
                <a:gd name="T3" fmla="*/ 510 h 37"/>
                <a:gd name="T4" fmla="*/ 2349 w 97"/>
                <a:gd name="T5" fmla="*/ 435 h 37"/>
                <a:gd name="T6" fmla="*/ 2248 w 97"/>
                <a:gd name="T7" fmla="*/ 0 h 37"/>
                <a:gd name="T8" fmla="*/ 636 w 97"/>
                <a:gd name="T9" fmla="*/ 0 h 37"/>
                <a:gd name="T10" fmla="*/ 258 w 97"/>
                <a:gd name="T11" fmla="*/ 561 h 37"/>
                <a:gd name="T12" fmla="*/ 1814 w 97"/>
                <a:gd name="T13" fmla="*/ 637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 name="Freeform 5">
              <a:extLst>
                <a:ext uri="{FF2B5EF4-FFF2-40B4-BE49-F238E27FC236}">
                  <a16:creationId xmlns:a16="http://schemas.microsoft.com/office/drawing/2014/main" id="{B710F758-7EB1-3E41-414D-B689652FB38D}"/>
                </a:ext>
              </a:extLst>
            </p:cNvPr>
            <p:cNvSpPr>
              <a:spLocks noEditPoints="1"/>
            </p:cNvSpPr>
            <p:nvPr/>
          </p:nvSpPr>
          <p:spPr bwMode="auto">
            <a:xfrm>
              <a:off x="2918" y="18"/>
              <a:ext cx="2958" cy="2699"/>
            </a:xfrm>
            <a:custGeom>
              <a:avLst/>
              <a:gdLst>
                <a:gd name="T0" fmla="*/ 12884 w 585"/>
                <a:gd name="T1" fmla="*/ 25 h 534"/>
                <a:gd name="T2" fmla="*/ 4015 w 585"/>
                <a:gd name="T3" fmla="*/ 0 h 534"/>
                <a:gd name="T4" fmla="*/ 5754 w 585"/>
                <a:gd name="T5" fmla="*/ 536 h 534"/>
                <a:gd name="T6" fmla="*/ 4450 w 585"/>
                <a:gd name="T7" fmla="*/ 996 h 534"/>
                <a:gd name="T8" fmla="*/ 5294 w 585"/>
                <a:gd name="T9" fmla="*/ 1814 h 534"/>
                <a:gd name="T10" fmla="*/ 1891 w 585"/>
                <a:gd name="T11" fmla="*/ 1531 h 534"/>
                <a:gd name="T12" fmla="*/ 662 w 585"/>
                <a:gd name="T13" fmla="*/ 1607 h 534"/>
                <a:gd name="T14" fmla="*/ 5087 w 585"/>
                <a:gd name="T15" fmla="*/ 12439 h 534"/>
                <a:gd name="T16" fmla="*/ 3681 w 585"/>
                <a:gd name="T17" fmla="*/ 8714 h 534"/>
                <a:gd name="T18" fmla="*/ 2685 w 585"/>
                <a:gd name="T19" fmla="*/ 9603 h 534"/>
                <a:gd name="T20" fmla="*/ 2402 w 585"/>
                <a:gd name="T21" fmla="*/ 11114 h 534"/>
                <a:gd name="T22" fmla="*/ 3170 w 585"/>
                <a:gd name="T23" fmla="*/ 6768 h 534"/>
                <a:gd name="T24" fmla="*/ 3914 w 585"/>
                <a:gd name="T25" fmla="*/ 5823 h 534"/>
                <a:gd name="T26" fmla="*/ 5345 w 585"/>
                <a:gd name="T27" fmla="*/ 6055 h 534"/>
                <a:gd name="T28" fmla="*/ 4809 w 585"/>
                <a:gd name="T29" fmla="*/ 7819 h 534"/>
                <a:gd name="T30" fmla="*/ 4910 w 585"/>
                <a:gd name="T31" fmla="*/ 10088 h 534"/>
                <a:gd name="T32" fmla="*/ 13167 w 585"/>
                <a:gd name="T33" fmla="*/ 12338 h 534"/>
                <a:gd name="T34" fmla="*/ 11610 w 585"/>
                <a:gd name="T35" fmla="*/ 10907 h 534"/>
                <a:gd name="T36" fmla="*/ 10866 w 585"/>
                <a:gd name="T37" fmla="*/ 8815 h 534"/>
                <a:gd name="T38" fmla="*/ 10123 w 585"/>
                <a:gd name="T39" fmla="*/ 6899 h 534"/>
                <a:gd name="T40" fmla="*/ 11761 w 585"/>
                <a:gd name="T41" fmla="*/ 6540 h 534"/>
                <a:gd name="T42" fmla="*/ 10406 w 585"/>
                <a:gd name="T43" fmla="*/ 5696 h 534"/>
                <a:gd name="T44" fmla="*/ 11225 w 585"/>
                <a:gd name="T45" fmla="*/ 5772 h 534"/>
                <a:gd name="T46" fmla="*/ 11200 w 585"/>
                <a:gd name="T47" fmla="*/ 5337 h 534"/>
                <a:gd name="T48" fmla="*/ 9612 w 585"/>
                <a:gd name="T49" fmla="*/ 5388 h 534"/>
                <a:gd name="T50" fmla="*/ 9127 w 585"/>
                <a:gd name="T51" fmla="*/ 8764 h 534"/>
                <a:gd name="T52" fmla="*/ 8874 w 585"/>
                <a:gd name="T53" fmla="*/ 5873 h 534"/>
                <a:gd name="T54" fmla="*/ 8464 w 585"/>
                <a:gd name="T55" fmla="*/ 4650 h 534"/>
                <a:gd name="T56" fmla="*/ 8874 w 585"/>
                <a:gd name="T57" fmla="*/ 3472 h 534"/>
                <a:gd name="T58" fmla="*/ 8667 w 585"/>
                <a:gd name="T59" fmla="*/ 2527 h 534"/>
                <a:gd name="T60" fmla="*/ 8464 w 585"/>
                <a:gd name="T61" fmla="*/ 1582 h 534"/>
                <a:gd name="T62" fmla="*/ 9435 w 585"/>
                <a:gd name="T63" fmla="*/ 2633 h 534"/>
                <a:gd name="T64" fmla="*/ 10608 w 585"/>
                <a:gd name="T65" fmla="*/ 1203 h 534"/>
                <a:gd name="T66" fmla="*/ 10457 w 585"/>
                <a:gd name="T67" fmla="*/ 2426 h 534"/>
                <a:gd name="T68" fmla="*/ 10254 w 585"/>
                <a:gd name="T69" fmla="*/ 3321 h 534"/>
                <a:gd name="T70" fmla="*/ 10254 w 585"/>
                <a:gd name="T71" fmla="*/ 4625 h 534"/>
                <a:gd name="T72" fmla="*/ 14264 w 585"/>
                <a:gd name="T73" fmla="*/ 4625 h 534"/>
                <a:gd name="T74" fmla="*/ 14163 w 585"/>
                <a:gd name="T75" fmla="*/ 1941 h 534"/>
                <a:gd name="T76" fmla="*/ 6366 w 585"/>
                <a:gd name="T77" fmla="*/ 1764 h 534"/>
                <a:gd name="T78" fmla="*/ 7494 w 585"/>
                <a:gd name="T79" fmla="*/ 2376 h 534"/>
                <a:gd name="T80" fmla="*/ 4374 w 585"/>
                <a:gd name="T81" fmla="*/ 4984 h 534"/>
                <a:gd name="T82" fmla="*/ 1765 w 585"/>
                <a:gd name="T83" fmla="*/ 2502 h 534"/>
                <a:gd name="T84" fmla="*/ 4884 w 585"/>
                <a:gd name="T85" fmla="*/ 2709 h 534"/>
                <a:gd name="T86" fmla="*/ 5623 w 585"/>
                <a:gd name="T87" fmla="*/ 2684 h 534"/>
                <a:gd name="T88" fmla="*/ 7721 w 585"/>
                <a:gd name="T89" fmla="*/ 3093 h 534"/>
                <a:gd name="T90" fmla="*/ 7059 w 585"/>
                <a:gd name="T91" fmla="*/ 6540 h 534"/>
                <a:gd name="T92" fmla="*/ 6649 w 585"/>
                <a:gd name="T93" fmla="*/ 3498 h 534"/>
                <a:gd name="T94" fmla="*/ 4374 w 585"/>
                <a:gd name="T95" fmla="*/ 4984 h 534"/>
                <a:gd name="T96" fmla="*/ 5704 w 585"/>
                <a:gd name="T97" fmla="*/ 5747 h 534"/>
                <a:gd name="T98" fmla="*/ 6315 w 585"/>
                <a:gd name="T99" fmla="*/ 4038 h 534"/>
                <a:gd name="T100" fmla="*/ 8333 w 585"/>
                <a:gd name="T101" fmla="*/ 7460 h 534"/>
                <a:gd name="T102" fmla="*/ 5496 w 585"/>
                <a:gd name="T103" fmla="*/ 8198 h 534"/>
                <a:gd name="T104" fmla="*/ 7898 w 585"/>
                <a:gd name="T105" fmla="*/ 7076 h 534"/>
                <a:gd name="T106" fmla="*/ 8131 w 585"/>
                <a:gd name="T107" fmla="*/ 3396 h 534"/>
                <a:gd name="T108" fmla="*/ 8004 w 585"/>
                <a:gd name="T109" fmla="*/ 5443 h 534"/>
                <a:gd name="T110" fmla="*/ 7645 w 585"/>
                <a:gd name="T111" fmla="*/ 3680 h 534"/>
                <a:gd name="T112" fmla="*/ 12965 w 585"/>
                <a:gd name="T113" fmla="*/ 4574 h 534"/>
                <a:gd name="T114" fmla="*/ 11786 w 585"/>
                <a:gd name="T115" fmla="*/ 4139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 name="Freeform 6">
              <a:extLst>
                <a:ext uri="{FF2B5EF4-FFF2-40B4-BE49-F238E27FC236}">
                  <a16:creationId xmlns:a16="http://schemas.microsoft.com/office/drawing/2014/main" id="{F4DBA66F-4C81-AA24-80E3-41D32E43268B}"/>
                </a:ext>
              </a:extLst>
            </p:cNvPr>
            <p:cNvSpPr>
              <a:spLocks/>
            </p:cNvSpPr>
            <p:nvPr/>
          </p:nvSpPr>
          <p:spPr bwMode="auto">
            <a:xfrm>
              <a:off x="3621" y="1287"/>
              <a:ext cx="238" cy="283"/>
            </a:xfrm>
            <a:custGeom>
              <a:avLst/>
              <a:gdLst>
                <a:gd name="T0" fmla="*/ 1028 w 47"/>
                <a:gd name="T1" fmla="*/ 384 h 56"/>
                <a:gd name="T2" fmla="*/ 694 w 47"/>
                <a:gd name="T3" fmla="*/ 1430 h 56"/>
                <a:gd name="T4" fmla="*/ 1028 w 47"/>
                <a:gd name="T5" fmla="*/ 384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 name="Freeform 7">
              <a:extLst>
                <a:ext uri="{FF2B5EF4-FFF2-40B4-BE49-F238E27FC236}">
                  <a16:creationId xmlns:a16="http://schemas.microsoft.com/office/drawing/2014/main" id="{61B53D11-C9C0-B29D-D94F-A25461BC469A}"/>
                </a:ext>
              </a:extLst>
            </p:cNvPr>
            <p:cNvSpPr>
              <a:spLocks/>
            </p:cNvSpPr>
            <p:nvPr/>
          </p:nvSpPr>
          <p:spPr bwMode="auto">
            <a:xfrm>
              <a:off x="3403" y="1403"/>
              <a:ext cx="208" cy="379"/>
            </a:xfrm>
            <a:custGeom>
              <a:avLst/>
              <a:gdLst>
                <a:gd name="T0" fmla="*/ 487 w 41"/>
                <a:gd name="T1" fmla="*/ 687 h 75"/>
                <a:gd name="T2" fmla="*/ 309 w 41"/>
                <a:gd name="T3" fmla="*/ 1764 h 75"/>
                <a:gd name="T4" fmla="*/ 1030 w 41"/>
                <a:gd name="T5" fmla="*/ 1147 h 75"/>
                <a:gd name="T6" fmla="*/ 954 w 41"/>
                <a:gd name="T7" fmla="*/ 611 h 75"/>
                <a:gd name="T8" fmla="*/ 487 w 41"/>
                <a:gd name="T9" fmla="*/ 687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 name="Freeform 8">
              <a:extLst>
                <a:ext uri="{FF2B5EF4-FFF2-40B4-BE49-F238E27FC236}">
                  <a16:creationId xmlns:a16="http://schemas.microsoft.com/office/drawing/2014/main" id="{1FFF1152-BFDD-7D88-E43E-649AC544B1ED}"/>
                </a:ext>
              </a:extLst>
            </p:cNvPr>
            <p:cNvSpPr>
              <a:spLocks/>
            </p:cNvSpPr>
            <p:nvPr/>
          </p:nvSpPr>
          <p:spPr bwMode="auto">
            <a:xfrm>
              <a:off x="3272" y="645"/>
              <a:ext cx="683" cy="318"/>
            </a:xfrm>
            <a:custGeom>
              <a:avLst/>
              <a:gdLst>
                <a:gd name="T0" fmla="*/ 2869 w 135"/>
                <a:gd name="T1" fmla="*/ 101 h 63"/>
                <a:gd name="T2" fmla="*/ 612 w 135"/>
                <a:gd name="T3" fmla="*/ 101 h 63"/>
                <a:gd name="T4" fmla="*/ 51 w 135"/>
                <a:gd name="T5" fmla="*/ 636 h 63"/>
                <a:gd name="T6" fmla="*/ 1538 w 135"/>
                <a:gd name="T7" fmla="*/ 1479 h 63"/>
                <a:gd name="T8" fmla="*/ 2459 w 135"/>
                <a:gd name="T9" fmla="*/ 1378 h 63"/>
                <a:gd name="T10" fmla="*/ 2894 w 135"/>
                <a:gd name="T11" fmla="*/ 1353 h 63"/>
                <a:gd name="T12" fmla="*/ 2869 w 135"/>
                <a:gd name="T13" fmla="*/ 101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 name="Freeform 9">
              <a:extLst>
                <a:ext uri="{FF2B5EF4-FFF2-40B4-BE49-F238E27FC236}">
                  <a16:creationId xmlns:a16="http://schemas.microsoft.com/office/drawing/2014/main" id="{E24E50B9-356D-A61A-FEEB-852B297A3246}"/>
                </a:ext>
              </a:extLst>
            </p:cNvPr>
            <p:cNvSpPr>
              <a:spLocks/>
            </p:cNvSpPr>
            <p:nvPr/>
          </p:nvSpPr>
          <p:spPr bwMode="auto">
            <a:xfrm>
              <a:off x="4046" y="1545"/>
              <a:ext cx="490" cy="515"/>
            </a:xfrm>
            <a:custGeom>
              <a:avLst/>
              <a:gdLst>
                <a:gd name="T0" fmla="*/ 1707 w 97"/>
                <a:gd name="T1" fmla="*/ 126 h 102"/>
                <a:gd name="T2" fmla="*/ 793 w 97"/>
                <a:gd name="T3" fmla="*/ 126 h 102"/>
                <a:gd name="T4" fmla="*/ 308 w 97"/>
                <a:gd name="T5" fmla="*/ 1454 h 102"/>
                <a:gd name="T6" fmla="*/ 2016 w 97"/>
                <a:gd name="T7" fmla="*/ 1580 h 102"/>
                <a:gd name="T8" fmla="*/ 1707 w 97"/>
                <a:gd name="T9" fmla="*/ 12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 name="Freeform 10">
              <a:extLst>
                <a:ext uri="{FF2B5EF4-FFF2-40B4-BE49-F238E27FC236}">
                  <a16:creationId xmlns:a16="http://schemas.microsoft.com/office/drawing/2014/main" id="{B017574A-5837-20FC-4C52-9071A9D0B0E5}"/>
                </a:ext>
              </a:extLst>
            </p:cNvPr>
            <p:cNvSpPr>
              <a:spLocks/>
            </p:cNvSpPr>
            <p:nvPr/>
          </p:nvSpPr>
          <p:spPr bwMode="auto">
            <a:xfrm>
              <a:off x="5173" y="1024"/>
              <a:ext cx="501" cy="96"/>
            </a:xfrm>
            <a:custGeom>
              <a:avLst/>
              <a:gdLst>
                <a:gd name="T0" fmla="*/ 385 w 99"/>
                <a:gd name="T1" fmla="*/ 0 h 19"/>
                <a:gd name="T2" fmla="*/ 1022 w 99"/>
                <a:gd name="T3" fmla="*/ 384 h 19"/>
                <a:gd name="T4" fmla="*/ 385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 name="Freeform 11">
              <a:extLst>
                <a:ext uri="{FF2B5EF4-FFF2-40B4-BE49-F238E27FC236}">
                  <a16:creationId xmlns:a16="http://schemas.microsoft.com/office/drawing/2014/main" id="{8FC70320-ABBD-A890-7278-9A5D44DB7903}"/>
                </a:ext>
              </a:extLst>
            </p:cNvPr>
            <p:cNvSpPr>
              <a:spLocks/>
            </p:cNvSpPr>
            <p:nvPr/>
          </p:nvSpPr>
          <p:spPr bwMode="auto">
            <a:xfrm>
              <a:off x="5340" y="1004"/>
              <a:ext cx="385" cy="237"/>
            </a:xfrm>
            <a:custGeom>
              <a:avLst/>
              <a:gdLst>
                <a:gd name="T0" fmla="*/ 537 w 76"/>
                <a:gd name="T1" fmla="*/ 943 h 47"/>
                <a:gd name="T2" fmla="*/ 1798 w 76"/>
                <a:gd name="T3" fmla="*/ 434 h 47"/>
                <a:gd name="T4" fmla="*/ 1231 w 76"/>
                <a:gd name="T5" fmla="*/ 76 h 47"/>
                <a:gd name="T6" fmla="*/ 486 w 76"/>
                <a:gd name="T7" fmla="*/ 812 h 47"/>
                <a:gd name="T8" fmla="*/ 537 w 76"/>
                <a:gd name="T9" fmla="*/ 943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 name="Freeform 12">
              <a:extLst>
                <a:ext uri="{FF2B5EF4-FFF2-40B4-BE49-F238E27FC236}">
                  <a16:creationId xmlns:a16="http://schemas.microsoft.com/office/drawing/2014/main" id="{2C8EF7ED-2C0F-A9A6-2E87-B265D341EDF3}"/>
                </a:ext>
              </a:extLst>
            </p:cNvPr>
            <p:cNvSpPr>
              <a:spLocks/>
            </p:cNvSpPr>
            <p:nvPr/>
          </p:nvSpPr>
          <p:spPr bwMode="auto">
            <a:xfrm>
              <a:off x="5325" y="1201"/>
              <a:ext cx="415" cy="187"/>
            </a:xfrm>
            <a:custGeom>
              <a:avLst/>
              <a:gdLst>
                <a:gd name="T0" fmla="*/ 1842 w 82"/>
                <a:gd name="T1" fmla="*/ 152 h 37"/>
                <a:gd name="T2" fmla="*/ 612 w 82"/>
                <a:gd name="T3" fmla="*/ 435 h 37"/>
                <a:gd name="T4" fmla="*/ 435 w 82"/>
                <a:gd name="T5" fmla="*/ 662 h 37"/>
                <a:gd name="T6" fmla="*/ 1948 w 82"/>
                <a:gd name="T7" fmla="*/ 586 h 37"/>
                <a:gd name="T8" fmla="*/ 2100 w 82"/>
                <a:gd name="T9" fmla="*/ 510 h 37"/>
                <a:gd name="T10" fmla="*/ 2100 w 82"/>
                <a:gd name="T11" fmla="*/ 0 h 37"/>
                <a:gd name="T12" fmla="*/ 1842 w 82"/>
                <a:gd name="T13" fmla="*/ 152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 name="Freeform 13">
              <a:extLst>
                <a:ext uri="{FF2B5EF4-FFF2-40B4-BE49-F238E27FC236}">
                  <a16:creationId xmlns:a16="http://schemas.microsoft.com/office/drawing/2014/main" id="{81247ADB-1B28-1A81-36D9-651DF2899B23}"/>
                </a:ext>
              </a:extLst>
            </p:cNvPr>
            <p:cNvSpPr>
              <a:spLocks/>
            </p:cNvSpPr>
            <p:nvPr/>
          </p:nvSpPr>
          <p:spPr bwMode="auto">
            <a:xfrm>
              <a:off x="5001" y="1378"/>
              <a:ext cx="698" cy="167"/>
            </a:xfrm>
            <a:custGeom>
              <a:avLst/>
              <a:gdLst>
                <a:gd name="T0" fmla="*/ 536 w 138"/>
                <a:gd name="T1" fmla="*/ 25 h 33"/>
                <a:gd name="T2" fmla="*/ 202 w 138"/>
                <a:gd name="T3" fmla="*/ 359 h 33"/>
                <a:gd name="T4" fmla="*/ 1457 w 138"/>
                <a:gd name="T5" fmla="*/ 562 h 33"/>
                <a:gd name="T6" fmla="*/ 2994 w 138"/>
                <a:gd name="T7" fmla="*/ 587 h 33"/>
                <a:gd name="T8" fmla="*/ 2918 w 138"/>
                <a:gd name="T9" fmla="*/ 202 h 33"/>
                <a:gd name="T10" fmla="*/ 2099 w 138"/>
                <a:gd name="T11" fmla="*/ 76 h 33"/>
                <a:gd name="T12" fmla="*/ 536 w 138"/>
                <a:gd name="T13" fmla="*/ 2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 name="Freeform 14">
              <a:extLst>
                <a:ext uri="{FF2B5EF4-FFF2-40B4-BE49-F238E27FC236}">
                  <a16:creationId xmlns:a16="http://schemas.microsoft.com/office/drawing/2014/main" id="{ED275C5C-9B01-438A-E0C2-7588AA30F84A}"/>
                </a:ext>
              </a:extLst>
            </p:cNvPr>
            <p:cNvSpPr>
              <a:spLocks/>
            </p:cNvSpPr>
            <p:nvPr/>
          </p:nvSpPr>
          <p:spPr bwMode="auto">
            <a:xfrm>
              <a:off x="5077" y="1540"/>
              <a:ext cx="567" cy="146"/>
            </a:xfrm>
            <a:custGeom>
              <a:avLst/>
              <a:gdLst>
                <a:gd name="T0" fmla="*/ 2511 w 112"/>
                <a:gd name="T1" fmla="*/ 483 h 29"/>
                <a:gd name="T2" fmla="*/ 2638 w 112"/>
                <a:gd name="T3" fmla="*/ 101 h 29"/>
                <a:gd name="T4" fmla="*/ 1898 w 112"/>
                <a:gd name="T5" fmla="*/ 252 h 29"/>
                <a:gd name="T6" fmla="*/ 921 w 112"/>
                <a:gd name="T7" fmla="*/ 151 h 29"/>
                <a:gd name="T8" fmla="*/ 51 w 112"/>
                <a:gd name="T9" fmla="*/ 101 h 29"/>
                <a:gd name="T10" fmla="*/ 2511 w 112"/>
                <a:gd name="T11" fmla="*/ 483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 name="Freeform 15">
              <a:extLst>
                <a:ext uri="{FF2B5EF4-FFF2-40B4-BE49-F238E27FC236}">
                  <a16:creationId xmlns:a16="http://schemas.microsoft.com/office/drawing/2014/main" id="{EC085B2A-7E22-8247-657A-A5C49B3C2565}"/>
                </a:ext>
              </a:extLst>
            </p:cNvPr>
            <p:cNvSpPr>
              <a:spLocks/>
            </p:cNvSpPr>
            <p:nvPr/>
          </p:nvSpPr>
          <p:spPr bwMode="auto">
            <a:xfrm>
              <a:off x="5042" y="1656"/>
              <a:ext cx="581" cy="480"/>
            </a:xfrm>
            <a:custGeom>
              <a:avLst/>
              <a:gdLst>
                <a:gd name="T0" fmla="*/ 76 w 115"/>
                <a:gd name="T1" fmla="*/ 1354 h 95"/>
                <a:gd name="T2" fmla="*/ 662 w 115"/>
                <a:gd name="T3" fmla="*/ 1379 h 95"/>
                <a:gd name="T4" fmla="*/ 1278 w 115"/>
                <a:gd name="T5" fmla="*/ 1965 h 95"/>
                <a:gd name="T6" fmla="*/ 1506 w 115"/>
                <a:gd name="T7" fmla="*/ 2142 h 95"/>
                <a:gd name="T8" fmla="*/ 2066 w 115"/>
                <a:gd name="T9" fmla="*/ 1329 h 95"/>
                <a:gd name="T10" fmla="*/ 2834 w 115"/>
                <a:gd name="T11" fmla="*/ 1329 h 95"/>
                <a:gd name="T12" fmla="*/ 2016 w 115"/>
                <a:gd name="T13" fmla="*/ 687 h 95"/>
                <a:gd name="T14" fmla="*/ 945 w 115"/>
                <a:gd name="T15" fmla="*/ 409 h 95"/>
                <a:gd name="T16" fmla="*/ 308 w 115"/>
                <a:gd name="T17" fmla="*/ 1046 h 95"/>
                <a:gd name="T18" fmla="*/ 76 w 115"/>
                <a:gd name="T19" fmla="*/ 1354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8" name="Freeform 16">
              <a:extLst>
                <a:ext uri="{FF2B5EF4-FFF2-40B4-BE49-F238E27FC236}">
                  <a16:creationId xmlns:a16="http://schemas.microsoft.com/office/drawing/2014/main" id="{CEF06A6C-12CB-5ECF-0F5C-B30E49758B8A}"/>
                </a:ext>
              </a:extLst>
            </p:cNvPr>
            <p:cNvSpPr>
              <a:spLocks/>
            </p:cNvSpPr>
            <p:nvPr/>
          </p:nvSpPr>
          <p:spPr bwMode="auto">
            <a:xfrm>
              <a:off x="5421" y="1464"/>
              <a:ext cx="329" cy="854"/>
            </a:xfrm>
            <a:custGeom>
              <a:avLst/>
              <a:gdLst>
                <a:gd name="T0" fmla="*/ 1306 w 65"/>
                <a:gd name="T1" fmla="*/ 1021 h 169"/>
                <a:gd name="T2" fmla="*/ 562 w 65"/>
                <a:gd name="T3" fmla="*/ 1253 h 169"/>
                <a:gd name="T4" fmla="*/ 562 w 65"/>
                <a:gd name="T5" fmla="*/ 1506 h 169"/>
                <a:gd name="T6" fmla="*/ 1281 w 65"/>
                <a:gd name="T7" fmla="*/ 2299 h 169"/>
                <a:gd name="T8" fmla="*/ 871 w 65"/>
                <a:gd name="T9" fmla="*/ 3012 h 169"/>
                <a:gd name="T10" fmla="*/ 0 w 65"/>
                <a:gd name="T11" fmla="*/ 3780 h 169"/>
                <a:gd name="T12" fmla="*/ 435 w 65"/>
                <a:gd name="T13" fmla="*/ 3957 h 169"/>
                <a:gd name="T14" fmla="*/ 1205 w 65"/>
                <a:gd name="T15" fmla="*/ 4240 h 169"/>
                <a:gd name="T16" fmla="*/ 1615 w 65"/>
                <a:gd name="T17" fmla="*/ 4139 h 169"/>
                <a:gd name="T18" fmla="*/ 1665 w 65"/>
                <a:gd name="T19" fmla="*/ 0 h 169"/>
                <a:gd name="T20" fmla="*/ 1306 w 65"/>
                <a:gd name="T21" fmla="*/ 1021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9" name="Group 17">
            <a:extLst>
              <a:ext uri="{FF2B5EF4-FFF2-40B4-BE49-F238E27FC236}">
                <a16:creationId xmlns:a16="http://schemas.microsoft.com/office/drawing/2014/main" id="{8724CB26-F342-DC6A-9A85-7E721970F524}"/>
              </a:ext>
            </a:extLst>
          </p:cNvPr>
          <p:cNvGrpSpPr>
            <a:grpSpLocks/>
          </p:cNvGrpSpPr>
          <p:nvPr/>
        </p:nvGrpSpPr>
        <p:grpSpPr bwMode="auto">
          <a:xfrm>
            <a:off x="554038" y="36513"/>
            <a:ext cx="7891462" cy="6821487"/>
            <a:chOff x="349" y="23"/>
            <a:chExt cx="4971" cy="4297"/>
          </a:xfrm>
        </p:grpSpPr>
        <p:sp>
          <p:nvSpPr>
            <p:cNvPr id="20" name="Rectangle 18">
              <a:extLst>
                <a:ext uri="{FF2B5EF4-FFF2-40B4-BE49-F238E27FC236}">
                  <a16:creationId xmlns:a16="http://schemas.microsoft.com/office/drawing/2014/main" id="{57516170-CD6A-B34B-2A4F-214DD0A34AE6}"/>
                </a:ext>
              </a:extLst>
            </p:cNvPr>
            <p:cNvSpPr>
              <a:spLocks noChangeArrowheads="1"/>
            </p:cNvSpPr>
            <p:nvPr/>
          </p:nvSpPr>
          <p:spPr bwMode="auto">
            <a:xfrm>
              <a:off x="38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 name="Freeform 19">
              <a:extLst>
                <a:ext uri="{FF2B5EF4-FFF2-40B4-BE49-F238E27FC236}">
                  <a16:creationId xmlns:a16="http://schemas.microsoft.com/office/drawing/2014/main" id="{DA325FB1-0748-F974-2CDA-FDC35CFF3BF5}"/>
                </a:ext>
              </a:extLst>
            </p:cNvPr>
            <p:cNvSpPr>
              <a:spLocks noEditPoints="1"/>
            </p:cNvSpPr>
            <p:nvPr/>
          </p:nvSpPr>
          <p:spPr bwMode="auto">
            <a:xfrm>
              <a:off x="38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 name="Freeform 20">
              <a:extLst>
                <a:ext uri="{FF2B5EF4-FFF2-40B4-BE49-F238E27FC236}">
                  <a16:creationId xmlns:a16="http://schemas.microsoft.com/office/drawing/2014/main" id="{0096DF14-4F95-C0B1-6FB4-A342C7F133D4}"/>
                </a:ext>
              </a:extLst>
            </p:cNvPr>
            <p:cNvSpPr>
              <a:spLocks noEditPoints="1"/>
            </p:cNvSpPr>
            <p:nvPr/>
          </p:nvSpPr>
          <p:spPr bwMode="auto">
            <a:xfrm>
              <a:off x="38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 name="Freeform 21">
              <a:extLst>
                <a:ext uri="{FF2B5EF4-FFF2-40B4-BE49-F238E27FC236}">
                  <a16:creationId xmlns:a16="http://schemas.microsoft.com/office/drawing/2014/main" id="{654CDEF3-6BA6-E648-CDF0-E3D4926523EA}"/>
                </a:ext>
              </a:extLst>
            </p:cNvPr>
            <p:cNvSpPr>
              <a:spLocks noEditPoints="1"/>
            </p:cNvSpPr>
            <p:nvPr/>
          </p:nvSpPr>
          <p:spPr bwMode="auto">
            <a:xfrm>
              <a:off x="38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 name="Freeform 22">
              <a:extLst>
                <a:ext uri="{FF2B5EF4-FFF2-40B4-BE49-F238E27FC236}">
                  <a16:creationId xmlns:a16="http://schemas.microsoft.com/office/drawing/2014/main" id="{33656FC2-F80C-4702-DE6B-341ACFA7CBAB}"/>
                </a:ext>
              </a:extLst>
            </p:cNvPr>
            <p:cNvSpPr>
              <a:spLocks noEditPoints="1"/>
            </p:cNvSpPr>
            <p:nvPr/>
          </p:nvSpPr>
          <p:spPr bwMode="auto">
            <a:xfrm>
              <a:off x="38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5" name="Freeform 23">
              <a:extLst>
                <a:ext uri="{FF2B5EF4-FFF2-40B4-BE49-F238E27FC236}">
                  <a16:creationId xmlns:a16="http://schemas.microsoft.com/office/drawing/2014/main" id="{971A97E5-2C63-B498-5C79-9E2572EF718B}"/>
                </a:ext>
              </a:extLst>
            </p:cNvPr>
            <p:cNvSpPr>
              <a:spLocks noEditPoints="1"/>
            </p:cNvSpPr>
            <p:nvPr/>
          </p:nvSpPr>
          <p:spPr bwMode="auto">
            <a:xfrm>
              <a:off x="38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6" name="Freeform 24">
              <a:extLst>
                <a:ext uri="{FF2B5EF4-FFF2-40B4-BE49-F238E27FC236}">
                  <a16:creationId xmlns:a16="http://schemas.microsoft.com/office/drawing/2014/main" id="{AF1B6977-037D-156E-D18D-7F68B0DD744B}"/>
                </a:ext>
              </a:extLst>
            </p:cNvPr>
            <p:cNvSpPr>
              <a:spLocks noEditPoints="1"/>
            </p:cNvSpPr>
            <p:nvPr/>
          </p:nvSpPr>
          <p:spPr bwMode="auto">
            <a:xfrm>
              <a:off x="38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7" name="Freeform 25">
              <a:extLst>
                <a:ext uri="{FF2B5EF4-FFF2-40B4-BE49-F238E27FC236}">
                  <a16:creationId xmlns:a16="http://schemas.microsoft.com/office/drawing/2014/main" id="{ACF188C5-EC93-BCB1-CF9F-64657F18D497}"/>
                </a:ext>
              </a:extLst>
            </p:cNvPr>
            <p:cNvSpPr>
              <a:spLocks noEditPoints="1"/>
            </p:cNvSpPr>
            <p:nvPr/>
          </p:nvSpPr>
          <p:spPr bwMode="auto">
            <a:xfrm>
              <a:off x="38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8" name="Freeform 26">
              <a:extLst>
                <a:ext uri="{FF2B5EF4-FFF2-40B4-BE49-F238E27FC236}">
                  <a16:creationId xmlns:a16="http://schemas.microsoft.com/office/drawing/2014/main" id="{5FAC49B7-687B-D3EE-B6C5-4B13C71980D9}"/>
                </a:ext>
              </a:extLst>
            </p:cNvPr>
            <p:cNvSpPr>
              <a:spLocks noEditPoints="1"/>
            </p:cNvSpPr>
            <p:nvPr/>
          </p:nvSpPr>
          <p:spPr bwMode="auto">
            <a:xfrm>
              <a:off x="38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9" name="Freeform 27">
              <a:extLst>
                <a:ext uri="{FF2B5EF4-FFF2-40B4-BE49-F238E27FC236}">
                  <a16:creationId xmlns:a16="http://schemas.microsoft.com/office/drawing/2014/main" id="{E7171783-7C41-C163-2056-29650688651C}"/>
                </a:ext>
              </a:extLst>
            </p:cNvPr>
            <p:cNvSpPr>
              <a:spLocks noEditPoints="1"/>
            </p:cNvSpPr>
            <p:nvPr/>
          </p:nvSpPr>
          <p:spPr bwMode="auto">
            <a:xfrm>
              <a:off x="38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0" name="Freeform 28">
              <a:extLst>
                <a:ext uri="{FF2B5EF4-FFF2-40B4-BE49-F238E27FC236}">
                  <a16:creationId xmlns:a16="http://schemas.microsoft.com/office/drawing/2014/main" id="{C3A2604D-2F4C-EA42-91D5-03E64C0F3008}"/>
                </a:ext>
              </a:extLst>
            </p:cNvPr>
            <p:cNvSpPr>
              <a:spLocks noEditPoints="1"/>
            </p:cNvSpPr>
            <p:nvPr/>
          </p:nvSpPr>
          <p:spPr bwMode="auto">
            <a:xfrm>
              <a:off x="38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1" name="Rectangle 29">
              <a:extLst>
                <a:ext uri="{FF2B5EF4-FFF2-40B4-BE49-F238E27FC236}">
                  <a16:creationId xmlns:a16="http://schemas.microsoft.com/office/drawing/2014/main" id="{0738EE66-82EC-650B-8FB0-32AEC97AF63B}"/>
                </a:ext>
              </a:extLst>
            </p:cNvPr>
            <p:cNvSpPr>
              <a:spLocks noChangeArrowheads="1"/>
            </p:cNvSpPr>
            <p:nvPr/>
          </p:nvSpPr>
          <p:spPr bwMode="auto">
            <a:xfrm>
              <a:off x="38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32" name="Rectangle 30">
              <a:extLst>
                <a:ext uri="{FF2B5EF4-FFF2-40B4-BE49-F238E27FC236}">
                  <a16:creationId xmlns:a16="http://schemas.microsoft.com/office/drawing/2014/main" id="{7145C0D2-1316-2EE5-7483-8C96749FC16B}"/>
                </a:ext>
              </a:extLst>
            </p:cNvPr>
            <p:cNvSpPr>
              <a:spLocks noChangeArrowheads="1"/>
            </p:cNvSpPr>
            <p:nvPr/>
          </p:nvSpPr>
          <p:spPr bwMode="auto">
            <a:xfrm>
              <a:off x="82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33" name="Freeform 31">
              <a:extLst>
                <a:ext uri="{FF2B5EF4-FFF2-40B4-BE49-F238E27FC236}">
                  <a16:creationId xmlns:a16="http://schemas.microsoft.com/office/drawing/2014/main" id="{2DBE9985-FF2E-7E49-1267-59802C5B57DF}"/>
                </a:ext>
              </a:extLst>
            </p:cNvPr>
            <p:cNvSpPr>
              <a:spLocks noEditPoints="1"/>
            </p:cNvSpPr>
            <p:nvPr/>
          </p:nvSpPr>
          <p:spPr bwMode="auto">
            <a:xfrm>
              <a:off x="82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4" name="Freeform 32">
              <a:extLst>
                <a:ext uri="{FF2B5EF4-FFF2-40B4-BE49-F238E27FC236}">
                  <a16:creationId xmlns:a16="http://schemas.microsoft.com/office/drawing/2014/main" id="{DC497CD9-C544-DBFA-F3EA-8CBF63999203}"/>
                </a:ext>
              </a:extLst>
            </p:cNvPr>
            <p:cNvSpPr>
              <a:spLocks noEditPoints="1"/>
            </p:cNvSpPr>
            <p:nvPr/>
          </p:nvSpPr>
          <p:spPr bwMode="auto">
            <a:xfrm>
              <a:off x="82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5" name="Freeform 33">
              <a:extLst>
                <a:ext uri="{FF2B5EF4-FFF2-40B4-BE49-F238E27FC236}">
                  <a16:creationId xmlns:a16="http://schemas.microsoft.com/office/drawing/2014/main" id="{A4F280B8-7249-3E4A-2B9D-26A4EB9E23EF}"/>
                </a:ext>
              </a:extLst>
            </p:cNvPr>
            <p:cNvSpPr>
              <a:spLocks noEditPoints="1"/>
            </p:cNvSpPr>
            <p:nvPr/>
          </p:nvSpPr>
          <p:spPr bwMode="auto">
            <a:xfrm>
              <a:off x="82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6" name="Freeform 34">
              <a:extLst>
                <a:ext uri="{FF2B5EF4-FFF2-40B4-BE49-F238E27FC236}">
                  <a16:creationId xmlns:a16="http://schemas.microsoft.com/office/drawing/2014/main" id="{D3B4126F-436C-4C8B-74E6-D8B7D3D4B8C8}"/>
                </a:ext>
              </a:extLst>
            </p:cNvPr>
            <p:cNvSpPr>
              <a:spLocks noEditPoints="1"/>
            </p:cNvSpPr>
            <p:nvPr/>
          </p:nvSpPr>
          <p:spPr bwMode="auto">
            <a:xfrm>
              <a:off x="82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7" name="Freeform 35">
              <a:extLst>
                <a:ext uri="{FF2B5EF4-FFF2-40B4-BE49-F238E27FC236}">
                  <a16:creationId xmlns:a16="http://schemas.microsoft.com/office/drawing/2014/main" id="{883623F3-5359-83DB-5219-0272B53BE5B2}"/>
                </a:ext>
              </a:extLst>
            </p:cNvPr>
            <p:cNvSpPr>
              <a:spLocks noEditPoints="1"/>
            </p:cNvSpPr>
            <p:nvPr/>
          </p:nvSpPr>
          <p:spPr bwMode="auto">
            <a:xfrm>
              <a:off x="82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8" name="Freeform 36">
              <a:extLst>
                <a:ext uri="{FF2B5EF4-FFF2-40B4-BE49-F238E27FC236}">
                  <a16:creationId xmlns:a16="http://schemas.microsoft.com/office/drawing/2014/main" id="{7D0D4803-3EEE-D4D0-41A3-637DD66F49C0}"/>
                </a:ext>
              </a:extLst>
            </p:cNvPr>
            <p:cNvSpPr>
              <a:spLocks noEditPoints="1"/>
            </p:cNvSpPr>
            <p:nvPr/>
          </p:nvSpPr>
          <p:spPr bwMode="auto">
            <a:xfrm>
              <a:off x="82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9" name="Freeform 37">
              <a:extLst>
                <a:ext uri="{FF2B5EF4-FFF2-40B4-BE49-F238E27FC236}">
                  <a16:creationId xmlns:a16="http://schemas.microsoft.com/office/drawing/2014/main" id="{D0C72A1F-BFF7-B5A8-2BA4-B2453CBFF8E5}"/>
                </a:ext>
              </a:extLst>
            </p:cNvPr>
            <p:cNvSpPr>
              <a:spLocks noEditPoints="1"/>
            </p:cNvSpPr>
            <p:nvPr/>
          </p:nvSpPr>
          <p:spPr bwMode="auto">
            <a:xfrm>
              <a:off x="82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0" name="Freeform 38">
              <a:extLst>
                <a:ext uri="{FF2B5EF4-FFF2-40B4-BE49-F238E27FC236}">
                  <a16:creationId xmlns:a16="http://schemas.microsoft.com/office/drawing/2014/main" id="{E56B4C7A-F589-2017-4ACF-1F16BFA0496B}"/>
                </a:ext>
              </a:extLst>
            </p:cNvPr>
            <p:cNvSpPr>
              <a:spLocks noEditPoints="1"/>
            </p:cNvSpPr>
            <p:nvPr/>
          </p:nvSpPr>
          <p:spPr bwMode="auto">
            <a:xfrm>
              <a:off x="82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1" name="Freeform 39">
              <a:extLst>
                <a:ext uri="{FF2B5EF4-FFF2-40B4-BE49-F238E27FC236}">
                  <a16:creationId xmlns:a16="http://schemas.microsoft.com/office/drawing/2014/main" id="{4372F4A4-283D-F137-345D-869494D70131}"/>
                </a:ext>
              </a:extLst>
            </p:cNvPr>
            <p:cNvSpPr>
              <a:spLocks noEditPoints="1"/>
            </p:cNvSpPr>
            <p:nvPr/>
          </p:nvSpPr>
          <p:spPr bwMode="auto">
            <a:xfrm>
              <a:off x="82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2" name="Freeform 40">
              <a:extLst>
                <a:ext uri="{FF2B5EF4-FFF2-40B4-BE49-F238E27FC236}">
                  <a16:creationId xmlns:a16="http://schemas.microsoft.com/office/drawing/2014/main" id="{3842ABCB-277C-FEB8-02B1-D60AB71FDD40}"/>
                </a:ext>
              </a:extLst>
            </p:cNvPr>
            <p:cNvSpPr>
              <a:spLocks noEditPoints="1"/>
            </p:cNvSpPr>
            <p:nvPr/>
          </p:nvSpPr>
          <p:spPr bwMode="auto">
            <a:xfrm>
              <a:off x="82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3" name="Rectangle 41">
              <a:extLst>
                <a:ext uri="{FF2B5EF4-FFF2-40B4-BE49-F238E27FC236}">
                  <a16:creationId xmlns:a16="http://schemas.microsoft.com/office/drawing/2014/main" id="{75BAD689-DCB1-B84D-FC68-BC850D197E25}"/>
                </a:ext>
              </a:extLst>
            </p:cNvPr>
            <p:cNvSpPr>
              <a:spLocks noChangeArrowheads="1"/>
            </p:cNvSpPr>
            <p:nvPr/>
          </p:nvSpPr>
          <p:spPr bwMode="auto">
            <a:xfrm>
              <a:off x="82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44" name="Rectangle 42">
              <a:extLst>
                <a:ext uri="{FF2B5EF4-FFF2-40B4-BE49-F238E27FC236}">
                  <a16:creationId xmlns:a16="http://schemas.microsoft.com/office/drawing/2014/main" id="{9A668EF9-0CEC-7FA9-3259-A5ECEF7DB2FD}"/>
                </a:ext>
              </a:extLst>
            </p:cNvPr>
            <p:cNvSpPr>
              <a:spLocks noChangeArrowheads="1"/>
            </p:cNvSpPr>
            <p:nvPr/>
          </p:nvSpPr>
          <p:spPr bwMode="auto">
            <a:xfrm>
              <a:off x="127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45" name="Freeform 43">
              <a:extLst>
                <a:ext uri="{FF2B5EF4-FFF2-40B4-BE49-F238E27FC236}">
                  <a16:creationId xmlns:a16="http://schemas.microsoft.com/office/drawing/2014/main" id="{92BC69B5-D791-0F1E-B8E6-65EA6A9616EF}"/>
                </a:ext>
              </a:extLst>
            </p:cNvPr>
            <p:cNvSpPr>
              <a:spLocks noEditPoints="1"/>
            </p:cNvSpPr>
            <p:nvPr/>
          </p:nvSpPr>
          <p:spPr bwMode="auto">
            <a:xfrm>
              <a:off x="127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6" name="Freeform 44">
              <a:extLst>
                <a:ext uri="{FF2B5EF4-FFF2-40B4-BE49-F238E27FC236}">
                  <a16:creationId xmlns:a16="http://schemas.microsoft.com/office/drawing/2014/main" id="{920822ED-651C-4E3D-F1FC-45B129702373}"/>
                </a:ext>
              </a:extLst>
            </p:cNvPr>
            <p:cNvSpPr>
              <a:spLocks noEditPoints="1"/>
            </p:cNvSpPr>
            <p:nvPr/>
          </p:nvSpPr>
          <p:spPr bwMode="auto">
            <a:xfrm>
              <a:off x="127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7" name="Freeform 45">
              <a:extLst>
                <a:ext uri="{FF2B5EF4-FFF2-40B4-BE49-F238E27FC236}">
                  <a16:creationId xmlns:a16="http://schemas.microsoft.com/office/drawing/2014/main" id="{70135E60-424A-E925-C3F0-1E7DDCC7EA81}"/>
                </a:ext>
              </a:extLst>
            </p:cNvPr>
            <p:cNvSpPr>
              <a:spLocks noEditPoints="1"/>
            </p:cNvSpPr>
            <p:nvPr/>
          </p:nvSpPr>
          <p:spPr bwMode="auto">
            <a:xfrm>
              <a:off x="127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8" name="Freeform 46">
              <a:extLst>
                <a:ext uri="{FF2B5EF4-FFF2-40B4-BE49-F238E27FC236}">
                  <a16:creationId xmlns:a16="http://schemas.microsoft.com/office/drawing/2014/main" id="{935C7389-3EBD-B0F8-4437-8D5A4EC7EFBE}"/>
                </a:ext>
              </a:extLst>
            </p:cNvPr>
            <p:cNvSpPr>
              <a:spLocks noEditPoints="1"/>
            </p:cNvSpPr>
            <p:nvPr/>
          </p:nvSpPr>
          <p:spPr bwMode="auto">
            <a:xfrm>
              <a:off x="127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9" name="Freeform 47">
              <a:extLst>
                <a:ext uri="{FF2B5EF4-FFF2-40B4-BE49-F238E27FC236}">
                  <a16:creationId xmlns:a16="http://schemas.microsoft.com/office/drawing/2014/main" id="{A79C432A-3EAA-DF61-D526-D10F90C1A64A}"/>
                </a:ext>
              </a:extLst>
            </p:cNvPr>
            <p:cNvSpPr>
              <a:spLocks noEditPoints="1"/>
            </p:cNvSpPr>
            <p:nvPr/>
          </p:nvSpPr>
          <p:spPr bwMode="auto">
            <a:xfrm>
              <a:off x="127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0" name="Freeform 48">
              <a:extLst>
                <a:ext uri="{FF2B5EF4-FFF2-40B4-BE49-F238E27FC236}">
                  <a16:creationId xmlns:a16="http://schemas.microsoft.com/office/drawing/2014/main" id="{4904ED36-0150-D32C-6B47-3652FDE388A4}"/>
                </a:ext>
              </a:extLst>
            </p:cNvPr>
            <p:cNvSpPr>
              <a:spLocks noEditPoints="1"/>
            </p:cNvSpPr>
            <p:nvPr/>
          </p:nvSpPr>
          <p:spPr bwMode="auto">
            <a:xfrm>
              <a:off x="127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1" name="Freeform 49">
              <a:extLst>
                <a:ext uri="{FF2B5EF4-FFF2-40B4-BE49-F238E27FC236}">
                  <a16:creationId xmlns:a16="http://schemas.microsoft.com/office/drawing/2014/main" id="{6EDDBC9C-651D-E730-167E-B2B672B82ACC}"/>
                </a:ext>
              </a:extLst>
            </p:cNvPr>
            <p:cNvSpPr>
              <a:spLocks noEditPoints="1"/>
            </p:cNvSpPr>
            <p:nvPr/>
          </p:nvSpPr>
          <p:spPr bwMode="auto">
            <a:xfrm>
              <a:off x="127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2" name="Freeform 50">
              <a:extLst>
                <a:ext uri="{FF2B5EF4-FFF2-40B4-BE49-F238E27FC236}">
                  <a16:creationId xmlns:a16="http://schemas.microsoft.com/office/drawing/2014/main" id="{59F4F6A6-7DCD-6E70-4883-EAB1CCAF138D}"/>
                </a:ext>
              </a:extLst>
            </p:cNvPr>
            <p:cNvSpPr>
              <a:spLocks noEditPoints="1"/>
            </p:cNvSpPr>
            <p:nvPr/>
          </p:nvSpPr>
          <p:spPr bwMode="auto">
            <a:xfrm>
              <a:off x="127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3" name="Freeform 51">
              <a:extLst>
                <a:ext uri="{FF2B5EF4-FFF2-40B4-BE49-F238E27FC236}">
                  <a16:creationId xmlns:a16="http://schemas.microsoft.com/office/drawing/2014/main" id="{8165ACFC-11C0-FC73-8358-289F2F94A5FB}"/>
                </a:ext>
              </a:extLst>
            </p:cNvPr>
            <p:cNvSpPr>
              <a:spLocks noEditPoints="1"/>
            </p:cNvSpPr>
            <p:nvPr/>
          </p:nvSpPr>
          <p:spPr bwMode="auto">
            <a:xfrm>
              <a:off x="127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4" name="Freeform 52">
              <a:extLst>
                <a:ext uri="{FF2B5EF4-FFF2-40B4-BE49-F238E27FC236}">
                  <a16:creationId xmlns:a16="http://schemas.microsoft.com/office/drawing/2014/main" id="{7F6EC5C2-830D-6D29-7615-CA9F27C80BBB}"/>
                </a:ext>
              </a:extLst>
            </p:cNvPr>
            <p:cNvSpPr>
              <a:spLocks noEditPoints="1"/>
            </p:cNvSpPr>
            <p:nvPr/>
          </p:nvSpPr>
          <p:spPr bwMode="auto">
            <a:xfrm>
              <a:off x="127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5" name="Rectangle 53">
              <a:extLst>
                <a:ext uri="{FF2B5EF4-FFF2-40B4-BE49-F238E27FC236}">
                  <a16:creationId xmlns:a16="http://schemas.microsoft.com/office/drawing/2014/main" id="{A07B07AE-0984-D800-4553-B0B0B0CBF623}"/>
                </a:ext>
              </a:extLst>
            </p:cNvPr>
            <p:cNvSpPr>
              <a:spLocks noChangeArrowheads="1"/>
            </p:cNvSpPr>
            <p:nvPr/>
          </p:nvSpPr>
          <p:spPr bwMode="auto">
            <a:xfrm>
              <a:off x="127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56" name="Rectangle 54">
              <a:extLst>
                <a:ext uri="{FF2B5EF4-FFF2-40B4-BE49-F238E27FC236}">
                  <a16:creationId xmlns:a16="http://schemas.microsoft.com/office/drawing/2014/main" id="{7D29CF0C-DBC6-E541-C540-EF17047BFA41}"/>
                </a:ext>
              </a:extLst>
            </p:cNvPr>
            <p:cNvSpPr>
              <a:spLocks noChangeArrowheads="1"/>
            </p:cNvSpPr>
            <p:nvPr/>
          </p:nvSpPr>
          <p:spPr bwMode="auto">
            <a:xfrm>
              <a:off x="172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57" name="Freeform 55">
              <a:extLst>
                <a:ext uri="{FF2B5EF4-FFF2-40B4-BE49-F238E27FC236}">
                  <a16:creationId xmlns:a16="http://schemas.microsoft.com/office/drawing/2014/main" id="{19E29886-305E-5FB4-3746-5B8F63D2A338}"/>
                </a:ext>
              </a:extLst>
            </p:cNvPr>
            <p:cNvSpPr>
              <a:spLocks noEditPoints="1"/>
            </p:cNvSpPr>
            <p:nvPr/>
          </p:nvSpPr>
          <p:spPr bwMode="auto">
            <a:xfrm>
              <a:off x="172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8" name="Freeform 56">
              <a:extLst>
                <a:ext uri="{FF2B5EF4-FFF2-40B4-BE49-F238E27FC236}">
                  <a16:creationId xmlns:a16="http://schemas.microsoft.com/office/drawing/2014/main" id="{0D8F7ED5-8DA6-DB2C-7074-7D68BC16EAC1}"/>
                </a:ext>
              </a:extLst>
            </p:cNvPr>
            <p:cNvSpPr>
              <a:spLocks noEditPoints="1"/>
            </p:cNvSpPr>
            <p:nvPr/>
          </p:nvSpPr>
          <p:spPr bwMode="auto">
            <a:xfrm>
              <a:off x="172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 name="Freeform 57">
              <a:extLst>
                <a:ext uri="{FF2B5EF4-FFF2-40B4-BE49-F238E27FC236}">
                  <a16:creationId xmlns:a16="http://schemas.microsoft.com/office/drawing/2014/main" id="{9F2FB209-D7A5-1FEB-E831-F1A63994D4EA}"/>
                </a:ext>
              </a:extLst>
            </p:cNvPr>
            <p:cNvSpPr>
              <a:spLocks noEditPoints="1"/>
            </p:cNvSpPr>
            <p:nvPr/>
          </p:nvSpPr>
          <p:spPr bwMode="auto">
            <a:xfrm>
              <a:off x="172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0" name="Freeform 58">
              <a:extLst>
                <a:ext uri="{FF2B5EF4-FFF2-40B4-BE49-F238E27FC236}">
                  <a16:creationId xmlns:a16="http://schemas.microsoft.com/office/drawing/2014/main" id="{4DDD8533-74F4-3C55-0D25-A4306BE1C1E2}"/>
                </a:ext>
              </a:extLst>
            </p:cNvPr>
            <p:cNvSpPr>
              <a:spLocks noEditPoints="1"/>
            </p:cNvSpPr>
            <p:nvPr/>
          </p:nvSpPr>
          <p:spPr bwMode="auto">
            <a:xfrm>
              <a:off x="172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1" name="Freeform 59">
              <a:extLst>
                <a:ext uri="{FF2B5EF4-FFF2-40B4-BE49-F238E27FC236}">
                  <a16:creationId xmlns:a16="http://schemas.microsoft.com/office/drawing/2014/main" id="{249D5F6A-98F7-7C47-5AB4-77CADF36A129}"/>
                </a:ext>
              </a:extLst>
            </p:cNvPr>
            <p:cNvSpPr>
              <a:spLocks noEditPoints="1"/>
            </p:cNvSpPr>
            <p:nvPr/>
          </p:nvSpPr>
          <p:spPr bwMode="auto">
            <a:xfrm>
              <a:off x="172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2" name="Freeform 60">
              <a:extLst>
                <a:ext uri="{FF2B5EF4-FFF2-40B4-BE49-F238E27FC236}">
                  <a16:creationId xmlns:a16="http://schemas.microsoft.com/office/drawing/2014/main" id="{FD0CF858-3EED-5DD0-407C-62DFA2527A8C}"/>
                </a:ext>
              </a:extLst>
            </p:cNvPr>
            <p:cNvSpPr>
              <a:spLocks noEditPoints="1"/>
            </p:cNvSpPr>
            <p:nvPr/>
          </p:nvSpPr>
          <p:spPr bwMode="auto">
            <a:xfrm>
              <a:off x="172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3" name="Freeform 61">
              <a:extLst>
                <a:ext uri="{FF2B5EF4-FFF2-40B4-BE49-F238E27FC236}">
                  <a16:creationId xmlns:a16="http://schemas.microsoft.com/office/drawing/2014/main" id="{F8D75CEB-01BD-3541-5032-C0F0A701011B}"/>
                </a:ext>
              </a:extLst>
            </p:cNvPr>
            <p:cNvSpPr>
              <a:spLocks noEditPoints="1"/>
            </p:cNvSpPr>
            <p:nvPr/>
          </p:nvSpPr>
          <p:spPr bwMode="auto">
            <a:xfrm>
              <a:off x="172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4" name="Freeform 62">
              <a:extLst>
                <a:ext uri="{FF2B5EF4-FFF2-40B4-BE49-F238E27FC236}">
                  <a16:creationId xmlns:a16="http://schemas.microsoft.com/office/drawing/2014/main" id="{84345E4E-F362-7CBE-D039-0F24A9813FA3}"/>
                </a:ext>
              </a:extLst>
            </p:cNvPr>
            <p:cNvSpPr>
              <a:spLocks noEditPoints="1"/>
            </p:cNvSpPr>
            <p:nvPr/>
          </p:nvSpPr>
          <p:spPr bwMode="auto">
            <a:xfrm>
              <a:off x="172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5" name="Freeform 63">
              <a:extLst>
                <a:ext uri="{FF2B5EF4-FFF2-40B4-BE49-F238E27FC236}">
                  <a16:creationId xmlns:a16="http://schemas.microsoft.com/office/drawing/2014/main" id="{20BB2CA0-6B69-0834-1642-7781C748AF9D}"/>
                </a:ext>
              </a:extLst>
            </p:cNvPr>
            <p:cNvSpPr>
              <a:spLocks noEditPoints="1"/>
            </p:cNvSpPr>
            <p:nvPr/>
          </p:nvSpPr>
          <p:spPr bwMode="auto">
            <a:xfrm>
              <a:off x="172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6" name="Freeform 64">
              <a:extLst>
                <a:ext uri="{FF2B5EF4-FFF2-40B4-BE49-F238E27FC236}">
                  <a16:creationId xmlns:a16="http://schemas.microsoft.com/office/drawing/2014/main" id="{EE685653-07AA-CF63-A8C7-B2A46E0221C5}"/>
                </a:ext>
              </a:extLst>
            </p:cNvPr>
            <p:cNvSpPr>
              <a:spLocks noEditPoints="1"/>
            </p:cNvSpPr>
            <p:nvPr/>
          </p:nvSpPr>
          <p:spPr bwMode="auto">
            <a:xfrm>
              <a:off x="172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7" name="Rectangle 65">
              <a:extLst>
                <a:ext uri="{FF2B5EF4-FFF2-40B4-BE49-F238E27FC236}">
                  <a16:creationId xmlns:a16="http://schemas.microsoft.com/office/drawing/2014/main" id="{52EE4F89-F103-D1B4-5781-1DAA18804448}"/>
                </a:ext>
              </a:extLst>
            </p:cNvPr>
            <p:cNvSpPr>
              <a:spLocks noChangeArrowheads="1"/>
            </p:cNvSpPr>
            <p:nvPr/>
          </p:nvSpPr>
          <p:spPr bwMode="auto">
            <a:xfrm>
              <a:off x="172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68" name="Rectangle 66">
              <a:extLst>
                <a:ext uri="{FF2B5EF4-FFF2-40B4-BE49-F238E27FC236}">
                  <a16:creationId xmlns:a16="http://schemas.microsoft.com/office/drawing/2014/main" id="{63A3D1E0-13E5-CBE6-6EB1-77C73BC8E01A}"/>
                </a:ext>
              </a:extLst>
            </p:cNvPr>
            <p:cNvSpPr>
              <a:spLocks noChangeArrowheads="1"/>
            </p:cNvSpPr>
            <p:nvPr/>
          </p:nvSpPr>
          <p:spPr bwMode="auto">
            <a:xfrm>
              <a:off x="216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69" name="Freeform 67">
              <a:extLst>
                <a:ext uri="{FF2B5EF4-FFF2-40B4-BE49-F238E27FC236}">
                  <a16:creationId xmlns:a16="http://schemas.microsoft.com/office/drawing/2014/main" id="{749D3A43-96E3-A490-BD00-6F5E50A76EEC}"/>
                </a:ext>
              </a:extLst>
            </p:cNvPr>
            <p:cNvSpPr>
              <a:spLocks noEditPoints="1"/>
            </p:cNvSpPr>
            <p:nvPr/>
          </p:nvSpPr>
          <p:spPr bwMode="auto">
            <a:xfrm>
              <a:off x="216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0" name="Freeform 68">
              <a:extLst>
                <a:ext uri="{FF2B5EF4-FFF2-40B4-BE49-F238E27FC236}">
                  <a16:creationId xmlns:a16="http://schemas.microsoft.com/office/drawing/2014/main" id="{C829A047-9ECA-2EEF-CAEF-C3423FF9AD5D}"/>
                </a:ext>
              </a:extLst>
            </p:cNvPr>
            <p:cNvSpPr>
              <a:spLocks noEditPoints="1"/>
            </p:cNvSpPr>
            <p:nvPr/>
          </p:nvSpPr>
          <p:spPr bwMode="auto">
            <a:xfrm>
              <a:off x="216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1" name="Freeform 69">
              <a:extLst>
                <a:ext uri="{FF2B5EF4-FFF2-40B4-BE49-F238E27FC236}">
                  <a16:creationId xmlns:a16="http://schemas.microsoft.com/office/drawing/2014/main" id="{3B85DD45-3DCD-3BF0-4D42-47762385BEBF}"/>
                </a:ext>
              </a:extLst>
            </p:cNvPr>
            <p:cNvSpPr>
              <a:spLocks noEditPoints="1"/>
            </p:cNvSpPr>
            <p:nvPr/>
          </p:nvSpPr>
          <p:spPr bwMode="auto">
            <a:xfrm>
              <a:off x="216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2" name="Freeform 70">
              <a:extLst>
                <a:ext uri="{FF2B5EF4-FFF2-40B4-BE49-F238E27FC236}">
                  <a16:creationId xmlns:a16="http://schemas.microsoft.com/office/drawing/2014/main" id="{5E29D53E-E5C0-FCE5-8374-D8492A1D1D67}"/>
                </a:ext>
              </a:extLst>
            </p:cNvPr>
            <p:cNvSpPr>
              <a:spLocks noEditPoints="1"/>
            </p:cNvSpPr>
            <p:nvPr/>
          </p:nvSpPr>
          <p:spPr bwMode="auto">
            <a:xfrm>
              <a:off x="216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3" name="Freeform 71">
              <a:extLst>
                <a:ext uri="{FF2B5EF4-FFF2-40B4-BE49-F238E27FC236}">
                  <a16:creationId xmlns:a16="http://schemas.microsoft.com/office/drawing/2014/main" id="{81644157-B7BB-BE18-0660-AB51A0AE1021}"/>
                </a:ext>
              </a:extLst>
            </p:cNvPr>
            <p:cNvSpPr>
              <a:spLocks noEditPoints="1"/>
            </p:cNvSpPr>
            <p:nvPr/>
          </p:nvSpPr>
          <p:spPr bwMode="auto">
            <a:xfrm>
              <a:off x="216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4" name="Freeform 72">
              <a:extLst>
                <a:ext uri="{FF2B5EF4-FFF2-40B4-BE49-F238E27FC236}">
                  <a16:creationId xmlns:a16="http://schemas.microsoft.com/office/drawing/2014/main" id="{0EF0C986-AC5C-B72F-18B8-0C2C8617E239}"/>
                </a:ext>
              </a:extLst>
            </p:cNvPr>
            <p:cNvSpPr>
              <a:spLocks noEditPoints="1"/>
            </p:cNvSpPr>
            <p:nvPr/>
          </p:nvSpPr>
          <p:spPr bwMode="auto">
            <a:xfrm>
              <a:off x="216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5" name="Freeform 73">
              <a:extLst>
                <a:ext uri="{FF2B5EF4-FFF2-40B4-BE49-F238E27FC236}">
                  <a16:creationId xmlns:a16="http://schemas.microsoft.com/office/drawing/2014/main" id="{5D166AF0-51B1-4806-1561-4FE89D598A31}"/>
                </a:ext>
              </a:extLst>
            </p:cNvPr>
            <p:cNvSpPr>
              <a:spLocks noEditPoints="1"/>
            </p:cNvSpPr>
            <p:nvPr/>
          </p:nvSpPr>
          <p:spPr bwMode="auto">
            <a:xfrm>
              <a:off x="216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6" name="Freeform 74">
              <a:extLst>
                <a:ext uri="{FF2B5EF4-FFF2-40B4-BE49-F238E27FC236}">
                  <a16:creationId xmlns:a16="http://schemas.microsoft.com/office/drawing/2014/main" id="{998FF86E-33C9-CF0E-E2FD-6A91877E0A58}"/>
                </a:ext>
              </a:extLst>
            </p:cNvPr>
            <p:cNvSpPr>
              <a:spLocks noEditPoints="1"/>
            </p:cNvSpPr>
            <p:nvPr/>
          </p:nvSpPr>
          <p:spPr bwMode="auto">
            <a:xfrm>
              <a:off x="216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7" name="Freeform 75">
              <a:extLst>
                <a:ext uri="{FF2B5EF4-FFF2-40B4-BE49-F238E27FC236}">
                  <a16:creationId xmlns:a16="http://schemas.microsoft.com/office/drawing/2014/main" id="{E2ACA1DC-9611-E536-5E42-55662DCA1190}"/>
                </a:ext>
              </a:extLst>
            </p:cNvPr>
            <p:cNvSpPr>
              <a:spLocks noEditPoints="1"/>
            </p:cNvSpPr>
            <p:nvPr/>
          </p:nvSpPr>
          <p:spPr bwMode="auto">
            <a:xfrm>
              <a:off x="216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8" name="Freeform 76">
              <a:extLst>
                <a:ext uri="{FF2B5EF4-FFF2-40B4-BE49-F238E27FC236}">
                  <a16:creationId xmlns:a16="http://schemas.microsoft.com/office/drawing/2014/main" id="{D1678388-78E3-EA36-C72A-EA11732A497D}"/>
                </a:ext>
              </a:extLst>
            </p:cNvPr>
            <p:cNvSpPr>
              <a:spLocks noEditPoints="1"/>
            </p:cNvSpPr>
            <p:nvPr/>
          </p:nvSpPr>
          <p:spPr bwMode="auto">
            <a:xfrm>
              <a:off x="216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9" name="Rectangle 77">
              <a:extLst>
                <a:ext uri="{FF2B5EF4-FFF2-40B4-BE49-F238E27FC236}">
                  <a16:creationId xmlns:a16="http://schemas.microsoft.com/office/drawing/2014/main" id="{D6A6D2F3-514A-E71C-C7FF-D519FECCE126}"/>
                </a:ext>
              </a:extLst>
            </p:cNvPr>
            <p:cNvSpPr>
              <a:spLocks noChangeArrowheads="1"/>
            </p:cNvSpPr>
            <p:nvPr/>
          </p:nvSpPr>
          <p:spPr bwMode="auto">
            <a:xfrm>
              <a:off x="216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0" name="Rectangle 78">
              <a:extLst>
                <a:ext uri="{FF2B5EF4-FFF2-40B4-BE49-F238E27FC236}">
                  <a16:creationId xmlns:a16="http://schemas.microsoft.com/office/drawing/2014/main" id="{64CCEE44-4232-CA35-30D6-20CD6DE2B4A4}"/>
                </a:ext>
              </a:extLst>
            </p:cNvPr>
            <p:cNvSpPr>
              <a:spLocks noChangeArrowheads="1"/>
            </p:cNvSpPr>
            <p:nvPr/>
          </p:nvSpPr>
          <p:spPr bwMode="auto">
            <a:xfrm>
              <a:off x="262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1" name="Freeform 79">
              <a:extLst>
                <a:ext uri="{FF2B5EF4-FFF2-40B4-BE49-F238E27FC236}">
                  <a16:creationId xmlns:a16="http://schemas.microsoft.com/office/drawing/2014/main" id="{F14510C6-8649-4096-DB64-32FE6A9FF1CC}"/>
                </a:ext>
              </a:extLst>
            </p:cNvPr>
            <p:cNvSpPr>
              <a:spLocks noEditPoints="1"/>
            </p:cNvSpPr>
            <p:nvPr/>
          </p:nvSpPr>
          <p:spPr bwMode="auto">
            <a:xfrm>
              <a:off x="262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2" name="Freeform 80">
              <a:extLst>
                <a:ext uri="{FF2B5EF4-FFF2-40B4-BE49-F238E27FC236}">
                  <a16:creationId xmlns:a16="http://schemas.microsoft.com/office/drawing/2014/main" id="{494B285C-0132-3D7B-4308-4FBB4530D08A}"/>
                </a:ext>
              </a:extLst>
            </p:cNvPr>
            <p:cNvSpPr>
              <a:spLocks noEditPoints="1"/>
            </p:cNvSpPr>
            <p:nvPr/>
          </p:nvSpPr>
          <p:spPr bwMode="auto">
            <a:xfrm>
              <a:off x="262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3" name="Freeform 81">
              <a:extLst>
                <a:ext uri="{FF2B5EF4-FFF2-40B4-BE49-F238E27FC236}">
                  <a16:creationId xmlns:a16="http://schemas.microsoft.com/office/drawing/2014/main" id="{DB9A6E2F-8DD1-3577-CD02-D0CA5EEDA80F}"/>
                </a:ext>
              </a:extLst>
            </p:cNvPr>
            <p:cNvSpPr>
              <a:spLocks noEditPoints="1"/>
            </p:cNvSpPr>
            <p:nvPr/>
          </p:nvSpPr>
          <p:spPr bwMode="auto">
            <a:xfrm>
              <a:off x="262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4" name="Freeform 82">
              <a:extLst>
                <a:ext uri="{FF2B5EF4-FFF2-40B4-BE49-F238E27FC236}">
                  <a16:creationId xmlns:a16="http://schemas.microsoft.com/office/drawing/2014/main" id="{C6E64FE6-FF32-B42F-041D-5E0DD9B7DAAE}"/>
                </a:ext>
              </a:extLst>
            </p:cNvPr>
            <p:cNvSpPr>
              <a:spLocks noEditPoints="1"/>
            </p:cNvSpPr>
            <p:nvPr/>
          </p:nvSpPr>
          <p:spPr bwMode="auto">
            <a:xfrm>
              <a:off x="262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5" name="Freeform 83">
              <a:extLst>
                <a:ext uri="{FF2B5EF4-FFF2-40B4-BE49-F238E27FC236}">
                  <a16:creationId xmlns:a16="http://schemas.microsoft.com/office/drawing/2014/main" id="{73AB71FC-AF12-2FAC-F426-CBB9D298928E}"/>
                </a:ext>
              </a:extLst>
            </p:cNvPr>
            <p:cNvSpPr>
              <a:spLocks noEditPoints="1"/>
            </p:cNvSpPr>
            <p:nvPr/>
          </p:nvSpPr>
          <p:spPr bwMode="auto">
            <a:xfrm>
              <a:off x="262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6" name="Freeform 84">
              <a:extLst>
                <a:ext uri="{FF2B5EF4-FFF2-40B4-BE49-F238E27FC236}">
                  <a16:creationId xmlns:a16="http://schemas.microsoft.com/office/drawing/2014/main" id="{51E6057D-FC82-D1B2-E264-EECACB612608}"/>
                </a:ext>
              </a:extLst>
            </p:cNvPr>
            <p:cNvSpPr>
              <a:spLocks noEditPoints="1"/>
            </p:cNvSpPr>
            <p:nvPr/>
          </p:nvSpPr>
          <p:spPr bwMode="auto">
            <a:xfrm>
              <a:off x="262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7" name="Freeform 85">
              <a:extLst>
                <a:ext uri="{FF2B5EF4-FFF2-40B4-BE49-F238E27FC236}">
                  <a16:creationId xmlns:a16="http://schemas.microsoft.com/office/drawing/2014/main" id="{3C416EAF-4095-3396-EB90-68E131ED90D1}"/>
                </a:ext>
              </a:extLst>
            </p:cNvPr>
            <p:cNvSpPr>
              <a:spLocks noEditPoints="1"/>
            </p:cNvSpPr>
            <p:nvPr/>
          </p:nvSpPr>
          <p:spPr bwMode="auto">
            <a:xfrm>
              <a:off x="262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8" name="Freeform 86">
              <a:extLst>
                <a:ext uri="{FF2B5EF4-FFF2-40B4-BE49-F238E27FC236}">
                  <a16:creationId xmlns:a16="http://schemas.microsoft.com/office/drawing/2014/main" id="{6DD34124-065A-0D0E-7CCC-E628B3DC6829}"/>
                </a:ext>
              </a:extLst>
            </p:cNvPr>
            <p:cNvSpPr>
              <a:spLocks noEditPoints="1"/>
            </p:cNvSpPr>
            <p:nvPr/>
          </p:nvSpPr>
          <p:spPr bwMode="auto">
            <a:xfrm>
              <a:off x="262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9" name="Freeform 87">
              <a:extLst>
                <a:ext uri="{FF2B5EF4-FFF2-40B4-BE49-F238E27FC236}">
                  <a16:creationId xmlns:a16="http://schemas.microsoft.com/office/drawing/2014/main" id="{6FB792D1-6445-5D8E-2371-926044BF6B1F}"/>
                </a:ext>
              </a:extLst>
            </p:cNvPr>
            <p:cNvSpPr>
              <a:spLocks noEditPoints="1"/>
            </p:cNvSpPr>
            <p:nvPr/>
          </p:nvSpPr>
          <p:spPr bwMode="auto">
            <a:xfrm>
              <a:off x="262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0" name="Freeform 88">
              <a:extLst>
                <a:ext uri="{FF2B5EF4-FFF2-40B4-BE49-F238E27FC236}">
                  <a16:creationId xmlns:a16="http://schemas.microsoft.com/office/drawing/2014/main" id="{1EDC9A10-E6E5-1723-511D-4E2AF270F30E}"/>
                </a:ext>
              </a:extLst>
            </p:cNvPr>
            <p:cNvSpPr>
              <a:spLocks noEditPoints="1"/>
            </p:cNvSpPr>
            <p:nvPr/>
          </p:nvSpPr>
          <p:spPr bwMode="auto">
            <a:xfrm>
              <a:off x="262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1" name="Rectangle 89">
              <a:extLst>
                <a:ext uri="{FF2B5EF4-FFF2-40B4-BE49-F238E27FC236}">
                  <a16:creationId xmlns:a16="http://schemas.microsoft.com/office/drawing/2014/main" id="{17A5D080-31CA-4D4C-84A6-59188AC9E376}"/>
                </a:ext>
              </a:extLst>
            </p:cNvPr>
            <p:cNvSpPr>
              <a:spLocks noChangeArrowheads="1"/>
            </p:cNvSpPr>
            <p:nvPr/>
          </p:nvSpPr>
          <p:spPr bwMode="auto">
            <a:xfrm>
              <a:off x="262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2" name="Rectangle 90">
              <a:extLst>
                <a:ext uri="{FF2B5EF4-FFF2-40B4-BE49-F238E27FC236}">
                  <a16:creationId xmlns:a16="http://schemas.microsoft.com/office/drawing/2014/main" id="{E0884D57-4581-60FC-AEF7-9C0E6B8C5E3D}"/>
                </a:ext>
              </a:extLst>
            </p:cNvPr>
            <p:cNvSpPr>
              <a:spLocks noChangeArrowheads="1"/>
            </p:cNvSpPr>
            <p:nvPr/>
          </p:nvSpPr>
          <p:spPr bwMode="auto">
            <a:xfrm>
              <a:off x="306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3" name="Freeform 91">
              <a:extLst>
                <a:ext uri="{FF2B5EF4-FFF2-40B4-BE49-F238E27FC236}">
                  <a16:creationId xmlns:a16="http://schemas.microsoft.com/office/drawing/2014/main" id="{1347B5BB-02A5-4AB3-9C06-81C0AB9E2568}"/>
                </a:ext>
              </a:extLst>
            </p:cNvPr>
            <p:cNvSpPr>
              <a:spLocks noEditPoints="1"/>
            </p:cNvSpPr>
            <p:nvPr/>
          </p:nvSpPr>
          <p:spPr bwMode="auto">
            <a:xfrm>
              <a:off x="306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4" name="Freeform 92">
              <a:extLst>
                <a:ext uri="{FF2B5EF4-FFF2-40B4-BE49-F238E27FC236}">
                  <a16:creationId xmlns:a16="http://schemas.microsoft.com/office/drawing/2014/main" id="{08FAD3A1-BC6B-5404-E6C5-9F4D52E43765}"/>
                </a:ext>
              </a:extLst>
            </p:cNvPr>
            <p:cNvSpPr>
              <a:spLocks noEditPoints="1"/>
            </p:cNvSpPr>
            <p:nvPr/>
          </p:nvSpPr>
          <p:spPr bwMode="auto">
            <a:xfrm>
              <a:off x="306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5" name="Freeform 93">
              <a:extLst>
                <a:ext uri="{FF2B5EF4-FFF2-40B4-BE49-F238E27FC236}">
                  <a16:creationId xmlns:a16="http://schemas.microsoft.com/office/drawing/2014/main" id="{AF45F2E5-246C-EAFD-8B57-801614F8A23E}"/>
                </a:ext>
              </a:extLst>
            </p:cNvPr>
            <p:cNvSpPr>
              <a:spLocks noEditPoints="1"/>
            </p:cNvSpPr>
            <p:nvPr/>
          </p:nvSpPr>
          <p:spPr bwMode="auto">
            <a:xfrm>
              <a:off x="306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6" name="Freeform 94">
              <a:extLst>
                <a:ext uri="{FF2B5EF4-FFF2-40B4-BE49-F238E27FC236}">
                  <a16:creationId xmlns:a16="http://schemas.microsoft.com/office/drawing/2014/main" id="{5D7F995F-EE06-A91C-D645-24F5F028362E}"/>
                </a:ext>
              </a:extLst>
            </p:cNvPr>
            <p:cNvSpPr>
              <a:spLocks noEditPoints="1"/>
            </p:cNvSpPr>
            <p:nvPr/>
          </p:nvSpPr>
          <p:spPr bwMode="auto">
            <a:xfrm>
              <a:off x="306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7" name="Freeform 95">
              <a:extLst>
                <a:ext uri="{FF2B5EF4-FFF2-40B4-BE49-F238E27FC236}">
                  <a16:creationId xmlns:a16="http://schemas.microsoft.com/office/drawing/2014/main" id="{2AD34934-B191-ADC8-7D8C-A20307B73877}"/>
                </a:ext>
              </a:extLst>
            </p:cNvPr>
            <p:cNvSpPr>
              <a:spLocks noEditPoints="1"/>
            </p:cNvSpPr>
            <p:nvPr/>
          </p:nvSpPr>
          <p:spPr bwMode="auto">
            <a:xfrm>
              <a:off x="306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8" name="Freeform 96">
              <a:extLst>
                <a:ext uri="{FF2B5EF4-FFF2-40B4-BE49-F238E27FC236}">
                  <a16:creationId xmlns:a16="http://schemas.microsoft.com/office/drawing/2014/main" id="{3268D003-B078-5AF8-E65D-8FF101F6BC5F}"/>
                </a:ext>
              </a:extLst>
            </p:cNvPr>
            <p:cNvSpPr>
              <a:spLocks noEditPoints="1"/>
            </p:cNvSpPr>
            <p:nvPr/>
          </p:nvSpPr>
          <p:spPr bwMode="auto">
            <a:xfrm>
              <a:off x="306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9" name="Freeform 97">
              <a:extLst>
                <a:ext uri="{FF2B5EF4-FFF2-40B4-BE49-F238E27FC236}">
                  <a16:creationId xmlns:a16="http://schemas.microsoft.com/office/drawing/2014/main" id="{0ACEEE57-6E0D-39A5-6C21-15D51019FDF9}"/>
                </a:ext>
              </a:extLst>
            </p:cNvPr>
            <p:cNvSpPr>
              <a:spLocks noEditPoints="1"/>
            </p:cNvSpPr>
            <p:nvPr/>
          </p:nvSpPr>
          <p:spPr bwMode="auto">
            <a:xfrm>
              <a:off x="306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0" name="Freeform 98">
              <a:extLst>
                <a:ext uri="{FF2B5EF4-FFF2-40B4-BE49-F238E27FC236}">
                  <a16:creationId xmlns:a16="http://schemas.microsoft.com/office/drawing/2014/main" id="{095FDC16-A899-EDC6-4186-F304FCB9AA19}"/>
                </a:ext>
              </a:extLst>
            </p:cNvPr>
            <p:cNvSpPr>
              <a:spLocks noEditPoints="1"/>
            </p:cNvSpPr>
            <p:nvPr/>
          </p:nvSpPr>
          <p:spPr bwMode="auto">
            <a:xfrm>
              <a:off x="306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1" name="Freeform 99">
              <a:extLst>
                <a:ext uri="{FF2B5EF4-FFF2-40B4-BE49-F238E27FC236}">
                  <a16:creationId xmlns:a16="http://schemas.microsoft.com/office/drawing/2014/main" id="{14A08207-0578-5444-2D04-A8395C6D7F9C}"/>
                </a:ext>
              </a:extLst>
            </p:cNvPr>
            <p:cNvSpPr>
              <a:spLocks noEditPoints="1"/>
            </p:cNvSpPr>
            <p:nvPr/>
          </p:nvSpPr>
          <p:spPr bwMode="auto">
            <a:xfrm>
              <a:off x="306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2" name="Freeform 100">
              <a:extLst>
                <a:ext uri="{FF2B5EF4-FFF2-40B4-BE49-F238E27FC236}">
                  <a16:creationId xmlns:a16="http://schemas.microsoft.com/office/drawing/2014/main" id="{DA581E21-3328-43F6-5182-F002A9A5F881}"/>
                </a:ext>
              </a:extLst>
            </p:cNvPr>
            <p:cNvSpPr>
              <a:spLocks noEditPoints="1"/>
            </p:cNvSpPr>
            <p:nvPr/>
          </p:nvSpPr>
          <p:spPr bwMode="auto">
            <a:xfrm>
              <a:off x="306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3" name="Rectangle 101">
              <a:extLst>
                <a:ext uri="{FF2B5EF4-FFF2-40B4-BE49-F238E27FC236}">
                  <a16:creationId xmlns:a16="http://schemas.microsoft.com/office/drawing/2014/main" id="{93D74B32-7776-BCDC-7EEA-4330AE8EEB04}"/>
                </a:ext>
              </a:extLst>
            </p:cNvPr>
            <p:cNvSpPr>
              <a:spLocks noChangeArrowheads="1"/>
            </p:cNvSpPr>
            <p:nvPr/>
          </p:nvSpPr>
          <p:spPr bwMode="auto">
            <a:xfrm>
              <a:off x="306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04" name="Rectangle 102">
              <a:extLst>
                <a:ext uri="{FF2B5EF4-FFF2-40B4-BE49-F238E27FC236}">
                  <a16:creationId xmlns:a16="http://schemas.microsoft.com/office/drawing/2014/main" id="{59AFE763-F7AE-5D60-2512-0A3C1F404702}"/>
                </a:ext>
              </a:extLst>
            </p:cNvPr>
            <p:cNvSpPr>
              <a:spLocks noChangeArrowheads="1"/>
            </p:cNvSpPr>
            <p:nvPr/>
          </p:nvSpPr>
          <p:spPr bwMode="auto">
            <a:xfrm>
              <a:off x="351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05" name="Freeform 103">
              <a:extLst>
                <a:ext uri="{FF2B5EF4-FFF2-40B4-BE49-F238E27FC236}">
                  <a16:creationId xmlns:a16="http://schemas.microsoft.com/office/drawing/2014/main" id="{14D5E9A2-13DC-CF77-6A79-B038D26C2EFA}"/>
                </a:ext>
              </a:extLst>
            </p:cNvPr>
            <p:cNvSpPr>
              <a:spLocks noEditPoints="1"/>
            </p:cNvSpPr>
            <p:nvPr/>
          </p:nvSpPr>
          <p:spPr bwMode="auto">
            <a:xfrm>
              <a:off x="351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6" name="Freeform 104">
              <a:extLst>
                <a:ext uri="{FF2B5EF4-FFF2-40B4-BE49-F238E27FC236}">
                  <a16:creationId xmlns:a16="http://schemas.microsoft.com/office/drawing/2014/main" id="{7D6E24A9-AF68-41B4-008C-AC2824E76BC8}"/>
                </a:ext>
              </a:extLst>
            </p:cNvPr>
            <p:cNvSpPr>
              <a:spLocks noEditPoints="1"/>
            </p:cNvSpPr>
            <p:nvPr/>
          </p:nvSpPr>
          <p:spPr bwMode="auto">
            <a:xfrm>
              <a:off x="351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7" name="Freeform 105">
              <a:extLst>
                <a:ext uri="{FF2B5EF4-FFF2-40B4-BE49-F238E27FC236}">
                  <a16:creationId xmlns:a16="http://schemas.microsoft.com/office/drawing/2014/main" id="{ABEC7CE3-B401-94A7-703C-29F99C9EA9E2}"/>
                </a:ext>
              </a:extLst>
            </p:cNvPr>
            <p:cNvSpPr>
              <a:spLocks noEditPoints="1"/>
            </p:cNvSpPr>
            <p:nvPr/>
          </p:nvSpPr>
          <p:spPr bwMode="auto">
            <a:xfrm>
              <a:off x="351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8" name="Freeform 106">
              <a:extLst>
                <a:ext uri="{FF2B5EF4-FFF2-40B4-BE49-F238E27FC236}">
                  <a16:creationId xmlns:a16="http://schemas.microsoft.com/office/drawing/2014/main" id="{CA220016-295F-5B21-F57A-936930E157C2}"/>
                </a:ext>
              </a:extLst>
            </p:cNvPr>
            <p:cNvSpPr>
              <a:spLocks noEditPoints="1"/>
            </p:cNvSpPr>
            <p:nvPr/>
          </p:nvSpPr>
          <p:spPr bwMode="auto">
            <a:xfrm>
              <a:off x="351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9" name="Freeform 107">
              <a:extLst>
                <a:ext uri="{FF2B5EF4-FFF2-40B4-BE49-F238E27FC236}">
                  <a16:creationId xmlns:a16="http://schemas.microsoft.com/office/drawing/2014/main" id="{916F7FAA-3127-1E33-A05D-4420549FCC1E}"/>
                </a:ext>
              </a:extLst>
            </p:cNvPr>
            <p:cNvSpPr>
              <a:spLocks noEditPoints="1"/>
            </p:cNvSpPr>
            <p:nvPr/>
          </p:nvSpPr>
          <p:spPr bwMode="auto">
            <a:xfrm>
              <a:off x="351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0" name="Freeform 108">
              <a:extLst>
                <a:ext uri="{FF2B5EF4-FFF2-40B4-BE49-F238E27FC236}">
                  <a16:creationId xmlns:a16="http://schemas.microsoft.com/office/drawing/2014/main" id="{3A9C9237-51FC-89A4-79A3-33B3A15458A6}"/>
                </a:ext>
              </a:extLst>
            </p:cNvPr>
            <p:cNvSpPr>
              <a:spLocks noEditPoints="1"/>
            </p:cNvSpPr>
            <p:nvPr/>
          </p:nvSpPr>
          <p:spPr bwMode="auto">
            <a:xfrm>
              <a:off x="351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1" name="Freeform 109">
              <a:extLst>
                <a:ext uri="{FF2B5EF4-FFF2-40B4-BE49-F238E27FC236}">
                  <a16:creationId xmlns:a16="http://schemas.microsoft.com/office/drawing/2014/main" id="{8EEDB6DD-0BD8-6066-0430-FC9B47B7B8F8}"/>
                </a:ext>
              </a:extLst>
            </p:cNvPr>
            <p:cNvSpPr>
              <a:spLocks noEditPoints="1"/>
            </p:cNvSpPr>
            <p:nvPr/>
          </p:nvSpPr>
          <p:spPr bwMode="auto">
            <a:xfrm>
              <a:off x="351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2" name="Freeform 110">
              <a:extLst>
                <a:ext uri="{FF2B5EF4-FFF2-40B4-BE49-F238E27FC236}">
                  <a16:creationId xmlns:a16="http://schemas.microsoft.com/office/drawing/2014/main" id="{D42B12F6-584D-4755-27ED-07A6D237CD88}"/>
                </a:ext>
              </a:extLst>
            </p:cNvPr>
            <p:cNvSpPr>
              <a:spLocks noEditPoints="1"/>
            </p:cNvSpPr>
            <p:nvPr/>
          </p:nvSpPr>
          <p:spPr bwMode="auto">
            <a:xfrm>
              <a:off x="351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3" name="Freeform 111">
              <a:extLst>
                <a:ext uri="{FF2B5EF4-FFF2-40B4-BE49-F238E27FC236}">
                  <a16:creationId xmlns:a16="http://schemas.microsoft.com/office/drawing/2014/main" id="{30B3CB44-A40C-1424-385A-AB7B84724D34}"/>
                </a:ext>
              </a:extLst>
            </p:cNvPr>
            <p:cNvSpPr>
              <a:spLocks noEditPoints="1"/>
            </p:cNvSpPr>
            <p:nvPr/>
          </p:nvSpPr>
          <p:spPr bwMode="auto">
            <a:xfrm>
              <a:off x="351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4" name="Freeform 112">
              <a:extLst>
                <a:ext uri="{FF2B5EF4-FFF2-40B4-BE49-F238E27FC236}">
                  <a16:creationId xmlns:a16="http://schemas.microsoft.com/office/drawing/2014/main" id="{C0183A44-438A-1DBF-B2D7-99D7840DCB6C}"/>
                </a:ext>
              </a:extLst>
            </p:cNvPr>
            <p:cNvSpPr>
              <a:spLocks noEditPoints="1"/>
            </p:cNvSpPr>
            <p:nvPr/>
          </p:nvSpPr>
          <p:spPr bwMode="auto">
            <a:xfrm>
              <a:off x="351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5" name="Rectangle 113">
              <a:extLst>
                <a:ext uri="{FF2B5EF4-FFF2-40B4-BE49-F238E27FC236}">
                  <a16:creationId xmlns:a16="http://schemas.microsoft.com/office/drawing/2014/main" id="{DB6F970A-EDE6-48CB-A237-E4DBE8D49AFD}"/>
                </a:ext>
              </a:extLst>
            </p:cNvPr>
            <p:cNvSpPr>
              <a:spLocks noChangeArrowheads="1"/>
            </p:cNvSpPr>
            <p:nvPr/>
          </p:nvSpPr>
          <p:spPr bwMode="auto">
            <a:xfrm>
              <a:off x="351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6" name="Rectangle 114">
              <a:extLst>
                <a:ext uri="{FF2B5EF4-FFF2-40B4-BE49-F238E27FC236}">
                  <a16:creationId xmlns:a16="http://schemas.microsoft.com/office/drawing/2014/main" id="{B17E5D89-5D14-055E-A9DA-AB6C266ECE23}"/>
                </a:ext>
              </a:extLst>
            </p:cNvPr>
            <p:cNvSpPr>
              <a:spLocks noChangeArrowheads="1"/>
            </p:cNvSpPr>
            <p:nvPr/>
          </p:nvSpPr>
          <p:spPr bwMode="auto">
            <a:xfrm>
              <a:off x="396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7" name="Freeform 115">
              <a:extLst>
                <a:ext uri="{FF2B5EF4-FFF2-40B4-BE49-F238E27FC236}">
                  <a16:creationId xmlns:a16="http://schemas.microsoft.com/office/drawing/2014/main" id="{74189ECD-3C1A-9F5A-6E73-788F21D0871C}"/>
                </a:ext>
              </a:extLst>
            </p:cNvPr>
            <p:cNvSpPr>
              <a:spLocks noEditPoints="1"/>
            </p:cNvSpPr>
            <p:nvPr/>
          </p:nvSpPr>
          <p:spPr bwMode="auto">
            <a:xfrm>
              <a:off x="396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8" name="Freeform 116">
              <a:extLst>
                <a:ext uri="{FF2B5EF4-FFF2-40B4-BE49-F238E27FC236}">
                  <a16:creationId xmlns:a16="http://schemas.microsoft.com/office/drawing/2014/main" id="{DD8A3170-D19D-A223-A562-303DCAE1CD8E}"/>
                </a:ext>
              </a:extLst>
            </p:cNvPr>
            <p:cNvSpPr>
              <a:spLocks noEditPoints="1"/>
            </p:cNvSpPr>
            <p:nvPr/>
          </p:nvSpPr>
          <p:spPr bwMode="auto">
            <a:xfrm>
              <a:off x="396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9" name="Freeform 117">
              <a:extLst>
                <a:ext uri="{FF2B5EF4-FFF2-40B4-BE49-F238E27FC236}">
                  <a16:creationId xmlns:a16="http://schemas.microsoft.com/office/drawing/2014/main" id="{08D61E12-059B-33A0-0B81-B73CF25B29A1}"/>
                </a:ext>
              </a:extLst>
            </p:cNvPr>
            <p:cNvSpPr>
              <a:spLocks noEditPoints="1"/>
            </p:cNvSpPr>
            <p:nvPr/>
          </p:nvSpPr>
          <p:spPr bwMode="auto">
            <a:xfrm>
              <a:off x="396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0" name="Freeform 118">
              <a:extLst>
                <a:ext uri="{FF2B5EF4-FFF2-40B4-BE49-F238E27FC236}">
                  <a16:creationId xmlns:a16="http://schemas.microsoft.com/office/drawing/2014/main" id="{C467CCBA-3B5B-FD3C-9A21-6B61554D3AF5}"/>
                </a:ext>
              </a:extLst>
            </p:cNvPr>
            <p:cNvSpPr>
              <a:spLocks noEditPoints="1"/>
            </p:cNvSpPr>
            <p:nvPr/>
          </p:nvSpPr>
          <p:spPr bwMode="auto">
            <a:xfrm>
              <a:off x="396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1" name="Freeform 119">
              <a:extLst>
                <a:ext uri="{FF2B5EF4-FFF2-40B4-BE49-F238E27FC236}">
                  <a16:creationId xmlns:a16="http://schemas.microsoft.com/office/drawing/2014/main" id="{7E3D990C-3A15-B684-0B53-FA7921FD60B3}"/>
                </a:ext>
              </a:extLst>
            </p:cNvPr>
            <p:cNvSpPr>
              <a:spLocks noEditPoints="1"/>
            </p:cNvSpPr>
            <p:nvPr/>
          </p:nvSpPr>
          <p:spPr bwMode="auto">
            <a:xfrm>
              <a:off x="396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2" name="Freeform 120">
              <a:extLst>
                <a:ext uri="{FF2B5EF4-FFF2-40B4-BE49-F238E27FC236}">
                  <a16:creationId xmlns:a16="http://schemas.microsoft.com/office/drawing/2014/main" id="{F79C3F72-16F3-F26C-A638-37337928F5D9}"/>
                </a:ext>
              </a:extLst>
            </p:cNvPr>
            <p:cNvSpPr>
              <a:spLocks noEditPoints="1"/>
            </p:cNvSpPr>
            <p:nvPr/>
          </p:nvSpPr>
          <p:spPr bwMode="auto">
            <a:xfrm>
              <a:off x="396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3" name="Freeform 121">
              <a:extLst>
                <a:ext uri="{FF2B5EF4-FFF2-40B4-BE49-F238E27FC236}">
                  <a16:creationId xmlns:a16="http://schemas.microsoft.com/office/drawing/2014/main" id="{BF83B29A-62D0-DEA5-DEC0-958B383F7141}"/>
                </a:ext>
              </a:extLst>
            </p:cNvPr>
            <p:cNvSpPr>
              <a:spLocks noEditPoints="1"/>
            </p:cNvSpPr>
            <p:nvPr/>
          </p:nvSpPr>
          <p:spPr bwMode="auto">
            <a:xfrm>
              <a:off x="396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4" name="Freeform 122">
              <a:extLst>
                <a:ext uri="{FF2B5EF4-FFF2-40B4-BE49-F238E27FC236}">
                  <a16:creationId xmlns:a16="http://schemas.microsoft.com/office/drawing/2014/main" id="{DD6978FF-C380-A452-7960-F73D75046D29}"/>
                </a:ext>
              </a:extLst>
            </p:cNvPr>
            <p:cNvSpPr>
              <a:spLocks noEditPoints="1"/>
            </p:cNvSpPr>
            <p:nvPr/>
          </p:nvSpPr>
          <p:spPr bwMode="auto">
            <a:xfrm>
              <a:off x="396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5" name="Freeform 123">
              <a:extLst>
                <a:ext uri="{FF2B5EF4-FFF2-40B4-BE49-F238E27FC236}">
                  <a16:creationId xmlns:a16="http://schemas.microsoft.com/office/drawing/2014/main" id="{A3B52164-C3D2-E5C7-513C-8C500314D0ED}"/>
                </a:ext>
              </a:extLst>
            </p:cNvPr>
            <p:cNvSpPr>
              <a:spLocks noEditPoints="1"/>
            </p:cNvSpPr>
            <p:nvPr/>
          </p:nvSpPr>
          <p:spPr bwMode="auto">
            <a:xfrm>
              <a:off x="396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6" name="Freeform 124">
              <a:extLst>
                <a:ext uri="{FF2B5EF4-FFF2-40B4-BE49-F238E27FC236}">
                  <a16:creationId xmlns:a16="http://schemas.microsoft.com/office/drawing/2014/main" id="{FD5CDEB8-274F-6B11-8E02-84107A770A10}"/>
                </a:ext>
              </a:extLst>
            </p:cNvPr>
            <p:cNvSpPr>
              <a:spLocks noEditPoints="1"/>
            </p:cNvSpPr>
            <p:nvPr/>
          </p:nvSpPr>
          <p:spPr bwMode="auto">
            <a:xfrm>
              <a:off x="396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7" name="Rectangle 125">
              <a:extLst>
                <a:ext uri="{FF2B5EF4-FFF2-40B4-BE49-F238E27FC236}">
                  <a16:creationId xmlns:a16="http://schemas.microsoft.com/office/drawing/2014/main" id="{52531A21-BCEB-2AA4-0F0B-8B28ADB40B20}"/>
                </a:ext>
              </a:extLst>
            </p:cNvPr>
            <p:cNvSpPr>
              <a:spLocks noChangeArrowheads="1"/>
            </p:cNvSpPr>
            <p:nvPr/>
          </p:nvSpPr>
          <p:spPr bwMode="auto">
            <a:xfrm>
              <a:off x="396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28" name="Rectangle 126">
              <a:extLst>
                <a:ext uri="{FF2B5EF4-FFF2-40B4-BE49-F238E27FC236}">
                  <a16:creationId xmlns:a16="http://schemas.microsoft.com/office/drawing/2014/main" id="{38BBD5C5-AE75-54D2-0BB5-3F2F8CBC91D4}"/>
                </a:ext>
              </a:extLst>
            </p:cNvPr>
            <p:cNvSpPr>
              <a:spLocks noChangeArrowheads="1"/>
            </p:cNvSpPr>
            <p:nvPr/>
          </p:nvSpPr>
          <p:spPr bwMode="auto">
            <a:xfrm>
              <a:off x="440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29" name="Freeform 127">
              <a:extLst>
                <a:ext uri="{FF2B5EF4-FFF2-40B4-BE49-F238E27FC236}">
                  <a16:creationId xmlns:a16="http://schemas.microsoft.com/office/drawing/2014/main" id="{2445482D-7ED6-B260-2035-F4BD0EBA8378}"/>
                </a:ext>
              </a:extLst>
            </p:cNvPr>
            <p:cNvSpPr>
              <a:spLocks noEditPoints="1"/>
            </p:cNvSpPr>
            <p:nvPr/>
          </p:nvSpPr>
          <p:spPr bwMode="auto">
            <a:xfrm>
              <a:off x="440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0" name="Freeform 128">
              <a:extLst>
                <a:ext uri="{FF2B5EF4-FFF2-40B4-BE49-F238E27FC236}">
                  <a16:creationId xmlns:a16="http://schemas.microsoft.com/office/drawing/2014/main" id="{73CCF4BB-7AA2-8E7D-F6EA-73FA504AB353}"/>
                </a:ext>
              </a:extLst>
            </p:cNvPr>
            <p:cNvSpPr>
              <a:spLocks noEditPoints="1"/>
            </p:cNvSpPr>
            <p:nvPr/>
          </p:nvSpPr>
          <p:spPr bwMode="auto">
            <a:xfrm>
              <a:off x="440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1" name="Freeform 129">
              <a:extLst>
                <a:ext uri="{FF2B5EF4-FFF2-40B4-BE49-F238E27FC236}">
                  <a16:creationId xmlns:a16="http://schemas.microsoft.com/office/drawing/2014/main" id="{A744E91C-3067-D545-933F-2BD6FF09F8B4}"/>
                </a:ext>
              </a:extLst>
            </p:cNvPr>
            <p:cNvSpPr>
              <a:spLocks noEditPoints="1"/>
            </p:cNvSpPr>
            <p:nvPr/>
          </p:nvSpPr>
          <p:spPr bwMode="auto">
            <a:xfrm>
              <a:off x="440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2" name="Freeform 130">
              <a:extLst>
                <a:ext uri="{FF2B5EF4-FFF2-40B4-BE49-F238E27FC236}">
                  <a16:creationId xmlns:a16="http://schemas.microsoft.com/office/drawing/2014/main" id="{AA04FF0B-8EB6-4583-4C0A-96CFBF5B4E01}"/>
                </a:ext>
              </a:extLst>
            </p:cNvPr>
            <p:cNvSpPr>
              <a:spLocks noEditPoints="1"/>
            </p:cNvSpPr>
            <p:nvPr/>
          </p:nvSpPr>
          <p:spPr bwMode="auto">
            <a:xfrm>
              <a:off x="440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3" name="Freeform 131">
              <a:extLst>
                <a:ext uri="{FF2B5EF4-FFF2-40B4-BE49-F238E27FC236}">
                  <a16:creationId xmlns:a16="http://schemas.microsoft.com/office/drawing/2014/main" id="{AD4A45FB-2585-A127-48DF-ABCBBCF4946E}"/>
                </a:ext>
              </a:extLst>
            </p:cNvPr>
            <p:cNvSpPr>
              <a:spLocks noEditPoints="1"/>
            </p:cNvSpPr>
            <p:nvPr/>
          </p:nvSpPr>
          <p:spPr bwMode="auto">
            <a:xfrm>
              <a:off x="440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4" name="Freeform 132">
              <a:extLst>
                <a:ext uri="{FF2B5EF4-FFF2-40B4-BE49-F238E27FC236}">
                  <a16:creationId xmlns:a16="http://schemas.microsoft.com/office/drawing/2014/main" id="{D6914F44-35A8-1A9B-F9BE-F1AF20FCB2EA}"/>
                </a:ext>
              </a:extLst>
            </p:cNvPr>
            <p:cNvSpPr>
              <a:spLocks noEditPoints="1"/>
            </p:cNvSpPr>
            <p:nvPr/>
          </p:nvSpPr>
          <p:spPr bwMode="auto">
            <a:xfrm>
              <a:off x="440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5" name="Freeform 133">
              <a:extLst>
                <a:ext uri="{FF2B5EF4-FFF2-40B4-BE49-F238E27FC236}">
                  <a16:creationId xmlns:a16="http://schemas.microsoft.com/office/drawing/2014/main" id="{83A0B9D1-9AEA-5A9B-2875-F43E36539D5D}"/>
                </a:ext>
              </a:extLst>
            </p:cNvPr>
            <p:cNvSpPr>
              <a:spLocks noEditPoints="1"/>
            </p:cNvSpPr>
            <p:nvPr/>
          </p:nvSpPr>
          <p:spPr bwMode="auto">
            <a:xfrm>
              <a:off x="440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6" name="Freeform 134">
              <a:extLst>
                <a:ext uri="{FF2B5EF4-FFF2-40B4-BE49-F238E27FC236}">
                  <a16:creationId xmlns:a16="http://schemas.microsoft.com/office/drawing/2014/main" id="{44202754-69BC-1B0D-82E1-D3FEFC2D53F3}"/>
                </a:ext>
              </a:extLst>
            </p:cNvPr>
            <p:cNvSpPr>
              <a:spLocks noEditPoints="1"/>
            </p:cNvSpPr>
            <p:nvPr/>
          </p:nvSpPr>
          <p:spPr bwMode="auto">
            <a:xfrm>
              <a:off x="440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7" name="Freeform 135">
              <a:extLst>
                <a:ext uri="{FF2B5EF4-FFF2-40B4-BE49-F238E27FC236}">
                  <a16:creationId xmlns:a16="http://schemas.microsoft.com/office/drawing/2014/main" id="{703C5F75-BDDC-4061-0EC0-20EEF5C658B1}"/>
                </a:ext>
              </a:extLst>
            </p:cNvPr>
            <p:cNvSpPr>
              <a:spLocks noEditPoints="1"/>
            </p:cNvSpPr>
            <p:nvPr/>
          </p:nvSpPr>
          <p:spPr bwMode="auto">
            <a:xfrm>
              <a:off x="440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8" name="Freeform 136">
              <a:extLst>
                <a:ext uri="{FF2B5EF4-FFF2-40B4-BE49-F238E27FC236}">
                  <a16:creationId xmlns:a16="http://schemas.microsoft.com/office/drawing/2014/main" id="{2F721542-0C27-D3FA-CDCD-39AEE4179ED5}"/>
                </a:ext>
              </a:extLst>
            </p:cNvPr>
            <p:cNvSpPr>
              <a:spLocks noEditPoints="1"/>
            </p:cNvSpPr>
            <p:nvPr/>
          </p:nvSpPr>
          <p:spPr bwMode="auto">
            <a:xfrm>
              <a:off x="440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9" name="Rectangle 137">
              <a:extLst>
                <a:ext uri="{FF2B5EF4-FFF2-40B4-BE49-F238E27FC236}">
                  <a16:creationId xmlns:a16="http://schemas.microsoft.com/office/drawing/2014/main" id="{418700B9-2307-E80C-C33D-89AF701E3F8D}"/>
                </a:ext>
              </a:extLst>
            </p:cNvPr>
            <p:cNvSpPr>
              <a:spLocks noChangeArrowheads="1"/>
            </p:cNvSpPr>
            <p:nvPr/>
          </p:nvSpPr>
          <p:spPr bwMode="auto">
            <a:xfrm>
              <a:off x="440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40" name="Rectangle 138">
              <a:extLst>
                <a:ext uri="{FF2B5EF4-FFF2-40B4-BE49-F238E27FC236}">
                  <a16:creationId xmlns:a16="http://schemas.microsoft.com/office/drawing/2014/main" id="{CA5D19B6-AC47-A677-5407-F366CFE3BB74}"/>
                </a:ext>
              </a:extLst>
            </p:cNvPr>
            <p:cNvSpPr>
              <a:spLocks noChangeArrowheads="1"/>
            </p:cNvSpPr>
            <p:nvPr/>
          </p:nvSpPr>
          <p:spPr bwMode="auto">
            <a:xfrm>
              <a:off x="485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41" name="Freeform 139">
              <a:extLst>
                <a:ext uri="{FF2B5EF4-FFF2-40B4-BE49-F238E27FC236}">
                  <a16:creationId xmlns:a16="http://schemas.microsoft.com/office/drawing/2014/main" id="{8B05C819-563E-5C4A-1AF2-B68B03682319}"/>
                </a:ext>
              </a:extLst>
            </p:cNvPr>
            <p:cNvSpPr>
              <a:spLocks noEditPoints="1"/>
            </p:cNvSpPr>
            <p:nvPr/>
          </p:nvSpPr>
          <p:spPr bwMode="auto">
            <a:xfrm>
              <a:off x="485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2" name="Freeform 140">
              <a:extLst>
                <a:ext uri="{FF2B5EF4-FFF2-40B4-BE49-F238E27FC236}">
                  <a16:creationId xmlns:a16="http://schemas.microsoft.com/office/drawing/2014/main" id="{82D06BE5-DDA5-6C94-5858-47F9667A18D3}"/>
                </a:ext>
              </a:extLst>
            </p:cNvPr>
            <p:cNvSpPr>
              <a:spLocks noEditPoints="1"/>
            </p:cNvSpPr>
            <p:nvPr/>
          </p:nvSpPr>
          <p:spPr bwMode="auto">
            <a:xfrm>
              <a:off x="485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3" name="Freeform 141">
              <a:extLst>
                <a:ext uri="{FF2B5EF4-FFF2-40B4-BE49-F238E27FC236}">
                  <a16:creationId xmlns:a16="http://schemas.microsoft.com/office/drawing/2014/main" id="{C94142A8-4459-BD09-4C39-F5DD22D7334E}"/>
                </a:ext>
              </a:extLst>
            </p:cNvPr>
            <p:cNvSpPr>
              <a:spLocks noEditPoints="1"/>
            </p:cNvSpPr>
            <p:nvPr/>
          </p:nvSpPr>
          <p:spPr bwMode="auto">
            <a:xfrm>
              <a:off x="485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4" name="Freeform 142">
              <a:extLst>
                <a:ext uri="{FF2B5EF4-FFF2-40B4-BE49-F238E27FC236}">
                  <a16:creationId xmlns:a16="http://schemas.microsoft.com/office/drawing/2014/main" id="{C9236546-6995-D91B-49A5-0D58692FF014}"/>
                </a:ext>
              </a:extLst>
            </p:cNvPr>
            <p:cNvSpPr>
              <a:spLocks noEditPoints="1"/>
            </p:cNvSpPr>
            <p:nvPr/>
          </p:nvSpPr>
          <p:spPr bwMode="auto">
            <a:xfrm>
              <a:off x="485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5" name="Freeform 143">
              <a:extLst>
                <a:ext uri="{FF2B5EF4-FFF2-40B4-BE49-F238E27FC236}">
                  <a16:creationId xmlns:a16="http://schemas.microsoft.com/office/drawing/2014/main" id="{0F7E496E-3E9D-0AEB-01BE-FB07CF8F4319}"/>
                </a:ext>
              </a:extLst>
            </p:cNvPr>
            <p:cNvSpPr>
              <a:spLocks noEditPoints="1"/>
            </p:cNvSpPr>
            <p:nvPr/>
          </p:nvSpPr>
          <p:spPr bwMode="auto">
            <a:xfrm>
              <a:off x="485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6" name="Freeform 144">
              <a:extLst>
                <a:ext uri="{FF2B5EF4-FFF2-40B4-BE49-F238E27FC236}">
                  <a16:creationId xmlns:a16="http://schemas.microsoft.com/office/drawing/2014/main" id="{9C79702F-673F-4169-99F2-E25B9ACF25AC}"/>
                </a:ext>
              </a:extLst>
            </p:cNvPr>
            <p:cNvSpPr>
              <a:spLocks noEditPoints="1"/>
            </p:cNvSpPr>
            <p:nvPr/>
          </p:nvSpPr>
          <p:spPr bwMode="auto">
            <a:xfrm>
              <a:off x="485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7" name="Freeform 145">
              <a:extLst>
                <a:ext uri="{FF2B5EF4-FFF2-40B4-BE49-F238E27FC236}">
                  <a16:creationId xmlns:a16="http://schemas.microsoft.com/office/drawing/2014/main" id="{1602F31F-D985-CD8C-B90B-09F516410A05}"/>
                </a:ext>
              </a:extLst>
            </p:cNvPr>
            <p:cNvSpPr>
              <a:spLocks noEditPoints="1"/>
            </p:cNvSpPr>
            <p:nvPr/>
          </p:nvSpPr>
          <p:spPr bwMode="auto">
            <a:xfrm>
              <a:off x="485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8" name="Freeform 146">
              <a:extLst>
                <a:ext uri="{FF2B5EF4-FFF2-40B4-BE49-F238E27FC236}">
                  <a16:creationId xmlns:a16="http://schemas.microsoft.com/office/drawing/2014/main" id="{4C6B0650-8F80-B473-83F9-594C847CB348}"/>
                </a:ext>
              </a:extLst>
            </p:cNvPr>
            <p:cNvSpPr>
              <a:spLocks noEditPoints="1"/>
            </p:cNvSpPr>
            <p:nvPr/>
          </p:nvSpPr>
          <p:spPr bwMode="auto">
            <a:xfrm>
              <a:off x="485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9" name="Freeform 147">
              <a:extLst>
                <a:ext uri="{FF2B5EF4-FFF2-40B4-BE49-F238E27FC236}">
                  <a16:creationId xmlns:a16="http://schemas.microsoft.com/office/drawing/2014/main" id="{8ACBCC50-CA06-4288-2B71-A0D20BE02DE0}"/>
                </a:ext>
              </a:extLst>
            </p:cNvPr>
            <p:cNvSpPr>
              <a:spLocks noEditPoints="1"/>
            </p:cNvSpPr>
            <p:nvPr/>
          </p:nvSpPr>
          <p:spPr bwMode="auto">
            <a:xfrm>
              <a:off x="485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0" name="Freeform 148">
              <a:extLst>
                <a:ext uri="{FF2B5EF4-FFF2-40B4-BE49-F238E27FC236}">
                  <a16:creationId xmlns:a16="http://schemas.microsoft.com/office/drawing/2014/main" id="{FC8FEC0E-6CBE-DC60-6D71-A1604133ADF9}"/>
                </a:ext>
              </a:extLst>
            </p:cNvPr>
            <p:cNvSpPr>
              <a:spLocks noEditPoints="1"/>
            </p:cNvSpPr>
            <p:nvPr/>
          </p:nvSpPr>
          <p:spPr bwMode="auto">
            <a:xfrm>
              <a:off x="485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1" name="Rectangle 149">
              <a:extLst>
                <a:ext uri="{FF2B5EF4-FFF2-40B4-BE49-F238E27FC236}">
                  <a16:creationId xmlns:a16="http://schemas.microsoft.com/office/drawing/2014/main" id="{90DC4DEE-A489-BCD6-B315-79F89CC67E78}"/>
                </a:ext>
              </a:extLst>
            </p:cNvPr>
            <p:cNvSpPr>
              <a:spLocks noChangeArrowheads="1"/>
            </p:cNvSpPr>
            <p:nvPr/>
          </p:nvSpPr>
          <p:spPr bwMode="auto">
            <a:xfrm>
              <a:off x="485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2" name="Rectangle 150">
              <a:extLst>
                <a:ext uri="{FF2B5EF4-FFF2-40B4-BE49-F238E27FC236}">
                  <a16:creationId xmlns:a16="http://schemas.microsoft.com/office/drawing/2014/main" id="{4AF02E8C-0223-9AD1-4B9D-8B683BC7C171}"/>
                </a:ext>
              </a:extLst>
            </p:cNvPr>
            <p:cNvSpPr>
              <a:spLocks noChangeArrowheads="1"/>
            </p:cNvSpPr>
            <p:nvPr/>
          </p:nvSpPr>
          <p:spPr bwMode="auto">
            <a:xfrm>
              <a:off x="530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3" name="Freeform 151">
              <a:extLst>
                <a:ext uri="{FF2B5EF4-FFF2-40B4-BE49-F238E27FC236}">
                  <a16:creationId xmlns:a16="http://schemas.microsoft.com/office/drawing/2014/main" id="{F107C6AC-7C29-CCCF-7923-8C2E9C081AF4}"/>
                </a:ext>
              </a:extLst>
            </p:cNvPr>
            <p:cNvSpPr>
              <a:spLocks noEditPoints="1"/>
            </p:cNvSpPr>
            <p:nvPr/>
          </p:nvSpPr>
          <p:spPr bwMode="auto">
            <a:xfrm>
              <a:off x="530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4" name="Freeform 152">
              <a:extLst>
                <a:ext uri="{FF2B5EF4-FFF2-40B4-BE49-F238E27FC236}">
                  <a16:creationId xmlns:a16="http://schemas.microsoft.com/office/drawing/2014/main" id="{C1A56DFE-BC73-B829-6A22-C9E5325653D1}"/>
                </a:ext>
              </a:extLst>
            </p:cNvPr>
            <p:cNvSpPr>
              <a:spLocks noEditPoints="1"/>
            </p:cNvSpPr>
            <p:nvPr/>
          </p:nvSpPr>
          <p:spPr bwMode="auto">
            <a:xfrm>
              <a:off x="530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5" name="Freeform 153">
              <a:extLst>
                <a:ext uri="{FF2B5EF4-FFF2-40B4-BE49-F238E27FC236}">
                  <a16:creationId xmlns:a16="http://schemas.microsoft.com/office/drawing/2014/main" id="{9FBA0FB2-3F05-554A-9BE8-BC816B290ACC}"/>
                </a:ext>
              </a:extLst>
            </p:cNvPr>
            <p:cNvSpPr>
              <a:spLocks noEditPoints="1"/>
            </p:cNvSpPr>
            <p:nvPr/>
          </p:nvSpPr>
          <p:spPr bwMode="auto">
            <a:xfrm>
              <a:off x="530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6" name="Freeform 154">
              <a:extLst>
                <a:ext uri="{FF2B5EF4-FFF2-40B4-BE49-F238E27FC236}">
                  <a16:creationId xmlns:a16="http://schemas.microsoft.com/office/drawing/2014/main" id="{2AF32CAD-2076-EC6C-0C49-979A33B4A5F7}"/>
                </a:ext>
              </a:extLst>
            </p:cNvPr>
            <p:cNvSpPr>
              <a:spLocks noEditPoints="1"/>
            </p:cNvSpPr>
            <p:nvPr/>
          </p:nvSpPr>
          <p:spPr bwMode="auto">
            <a:xfrm>
              <a:off x="530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7" name="Freeform 155">
              <a:extLst>
                <a:ext uri="{FF2B5EF4-FFF2-40B4-BE49-F238E27FC236}">
                  <a16:creationId xmlns:a16="http://schemas.microsoft.com/office/drawing/2014/main" id="{59FC77D3-343F-A2FF-9DC7-D7CAC48D542C}"/>
                </a:ext>
              </a:extLst>
            </p:cNvPr>
            <p:cNvSpPr>
              <a:spLocks noEditPoints="1"/>
            </p:cNvSpPr>
            <p:nvPr/>
          </p:nvSpPr>
          <p:spPr bwMode="auto">
            <a:xfrm>
              <a:off x="530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8" name="Freeform 156">
              <a:extLst>
                <a:ext uri="{FF2B5EF4-FFF2-40B4-BE49-F238E27FC236}">
                  <a16:creationId xmlns:a16="http://schemas.microsoft.com/office/drawing/2014/main" id="{2A4F17EC-D9D7-250F-18EE-ABD9E9AAEE57}"/>
                </a:ext>
              </a:extLst>
            </p:cNvPr>
            <p:cNvSpPr>
              <a:spLocks noEditPoints="1"/>
            </p:cNvSpPr>
            <p:nvPr/>
          </p:nvSpPr>
          <p:spPr bwMode="auto">
            <a:xfrm>
              <a:off x="530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9" name="Freeform 157">
              <a:extLst>
                <a:ext uri="{FF2B5EF4-FFF2-40B4-BE49-F238E27FC236}">
                  <a16:creationId xmlns:a16="http://schemas.microsoft.com/office/drawing/2014/main" id="{E629A856-5CED-A212-4370-AD0EF3C22DA7}"/>
                </a:ext>
              </a:extLst>
            </p:cNvPr>
            <p:cNvSpPr>
              <a:spLocks noEditPoints="1"/>
            </p:cNvSpPr>
            <p:nvPr/>
          </p:nvSpPr>
          <p:spPr bwMode="auto">
            <a:xfrm>
              <a:off x="530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0" name="Freeform 158">
              <a:extLst>
                <a:ext uri="{FF2B5EF4-FFF2-40B4-BE49-F238E27FC236}">
                  <a16:creationId xmlns:a16="http://schemas.microsoft.com/office/drawing/2014/main" id="{D53D04D4-4D28-D970-57EF-FA39E5F7ACFF}"/>
                </a:ext>
              </a:extLst>
            </p:cNvPr>
            <p:cNvSpPr>
              <a:spLocks noEditPoints="1"/>
            </p:cNvSpPr>
            <p:nvPr/>
          </p:nvSpPr>
          <p:spPr bwMode="auto">
            <a:xfrm>
              <a:off x="530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1" name="Freeform 159">
              <a:extLst>
                <a:ext uri="{FF2B5EF4-FFF2-40B4-BE49-F238E27FC236}">
                  <a16:creationId xmlns:a16="http://schemas.microsoft.com/office/drawing/2014/main" id="{53CD2CA7-2357-6FB8-876C-6C7EC8C6DF2E}"/>
                </a:ext>
              </a:extLst>
            </p:cNvPr>
            <p:cNvSpPr>
              <a:spLocks noEditPoints="1"/>
            </p:cNvSpPr>
            <p:nvPr/>
          </p:nvSpPr>
          <p:spPr bwMode="auto">
            <a:xfrm>
              <a:off x="530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2" name="Freeform 160">
              <a:extLst>
                <a:ext uri="{FF2B5EF4-FFF2-40B4-BE49-F238E27FC236}">
                  <a16:creationId xmlns:a16="http://schemas.microsoft.com/office/drawing/2014/main" id="{B6D7C03E-C72A-BC80-2A84-A71E9A62517F}"/>
                </a:ext>
              </a:extLst>
            </p:cNvPr>
            <p:cNvSpPr>
              <a:spLocks noEditPoints="1"/>
            </p:cNvSpPr>
            <p:nvPr/>
          </p:nvSpPr>
          <p:spPr bwMode="auto">
            <a:xfrm>
              <a:off x="530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3" name="Rectangle 161">
              <a:extLst>
                <a:ext uri="{FF2B5EF4-FFF2-40B4-BE49-F238E27FC236}">
                  <a16:creationId xmlns:a16="http://schemas.microsoft.com/office/drawing/2014/main" id="{03995805-7350-D4A2-8167-40594EC47F79}"/>
                </a:ext>
              </a:extLst>
            </p:cNvPr>
            <p:cNvSpPr>
              <a:spLocks noChangeArrowheads="1"/>
            </p:cNvSpPr>
            <p:nvPr/>
          </p:nvSpPr>
          <p:spPr bwMode="auto">
            <a:xfrm>
              <a:off x="530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64" name="Freeform 162">
              <a:extLst>
                <a:ext uri="{FF2B5EF4-FFF2-40B4-BE49-F238E27FC236}">
                  <a16:creationId xmlns:a16="http://schemas.microsoft.com/office/drawing/2014/main" id="{28EC2006-2965-44CA-22D4-03B278D3CED4}"/>
                </a:ext>
              </a:extLst>
            </p:cNvPr>
            <p:cNvSpPr>
              <a:spLocks/>
            </p:cNvSpPr>
            <p:nvPr/>
          </p:nvSpPr>
          <p:spPr bwMode="auto">
            <a:xfrm>
              <a:off x="349" y="3304"/>
              <a:ext cx="20" cy="10"/>
            </a:xfrm>
            <a:custGeom>
              <a:avLst/>
              <a:gdLst>
                <a:gd name="T0" fmla="*/ 0 w 4"/>
                <a:gd name="T1" fmla="*/ 25 h 2"/>
                <a:gd name="T2" fmla="*/ 0 w 4"/>
                <a:gd name="T3" fmla="*/ 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65" name="Group 168">
            <a:extLst>
              <a:ext uri="{FF2B5EF4-FFF2-40B4-BE49-F238E27FC236}">
                <a16:creationId xmlns:a16="http://schemas.microsoft.com/office/drawing/2014/main" id="{D559D279-3944-727F-DAC3-D0789468F9AF}"/>
              </a:ext>
            </a:extLst>
          </p:cNvPr>
          <p:cNvGrpSpPr>
            <a:grpSpLocks/>
          </p:cNvGrpSpPr>
          <p:nvPr/>
        </p:nvGrpSpPr>
        <p:grpSpPr bwMode="auto">
          <a:xfrm>
            <a:off x="152400" y="4724400"/>
            <a:ext cx="1685925" cy="1557338"/>
            <a:chOff x="96" y="2784"/>
            <a:chExt cx="1062" cy="981"/>
          </a:xfrm>
        </p:grpSpPr>
        <p:sp>
          <p:nvSpPr>
            <p:cNvPr id="166" name="Freeform 169">
              <a:extLst>
                <a:ext uri="{FF2B5EF4-FFF2-40B4-BE49-F238E27FC236}">
                  <a16:creationId xmlns:a16="http://schemas.microsoft.com/office/drawing/2014/main" id="{7C23BE02-FEBA-3D1C-9AEC-7CDC73F79A3D}"/>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7" name="Freeform 170">
              <a:extLst>
                <a:ext uri="{FF2B5EF4-FFF2-40B4-BE49-F238E27FC236}">
                  <a16:creationId xmlns:a16="http://schemas.microsoft.com/office/drawing/2014/main" id="{B750915A-D172-8561-17D3-3E7BDBF219BE}"/>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8" name="Freeform 171">
              <a:extLst>
                <a:ext uri="{FF2B5EF4-FFF2-40B4-BE49-F238E27FC236}">
                  <a16:creationId xmlns:a16="http://schemas.microsoft.com/office/drawing/2014/main" id="{F5A65E5B-562D-D86C-470D-F9CDBF8E2B65}"/>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9" name="Freeform 172">
              <a:extLst>
                <a:ext uri="{FF2B5EF4-FFF2-40B4-BE49-F238E27FC236}">
                  <a16:creationId xmlns:a16="http://schemas.microsoft.com/office/drawing/2014/main" id="{5E5BC262-F46D-41E7-E1EE-251771545FAF}"/>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0" name="Freeform 173">
              <a:extLst>
                <a:ext uri="{FF2B5EF4-FFF2-40B4-BE49-F238E27FC236}">
                  <a16:creationId xmlns:a16="http://schemas.microsoft.com/office/drawing/2014/main" id="{BF83868D-EEEF-9913-9A93-2F70A397A5DB}"/>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1" name="Freeform 174">
              <a:extLst>
                <a:ext uri="{FF2B5EF4-FFF2-40B4-BE49-F238E27FC236}">
                  <a16:creationId xmlns:a16="http://schemas.microsoft.com/office/drawing/2014/main" id="{BB6C4304-D9EE-A2B0-EA11-BCFDDF8E27DC}"/>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2" name="Freeform 175">
              <a:extLst>
                <a:ext uri="{FF2B5EF4-FFF2-40B4-BE49-F238E27FC236}">
                  <a16:creationId xmlns:a16="http://schemas.microsoft.com/office/drawing/2014/main" id="{218389BF-183F-113D-AA1D-91B812E91B83}"/>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3" name="Freeform 176">
              <a:extLst>
                <a:ext uri="{FF2B5EF4-FFF2-40B4-BE49-F238E27FC236}">
                  <a16:creationId xmlns:a16="http://schemas.microsoft.com/office/drawing/2014/main" id="{D519FAE1-D732-61B9-10D8-9E07FB961059}"/>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4" name="Freeform 177">
              <a:extLst>
                <a:ext uri="{FF2B5EF4-FFF2-40B4-BE49-F238E27FC236}">
                  <a16:creationId xmlns:a16="http://schemas.microsoft.com/office/drawing/2014/main" id="{27797428-8B1F-0A01-1109-1EC3480F101A}"/>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 name="Freeform 178">
              <a:extLst>
                <a:ext uri="{FF2B5EF4-FFF2-40B4-BE49-F238E27FC236}">
                  <a16:creationId xmlns:a16="http://schemas.microsoft.com/office/drawing/2014/main" id="{0F9FE42C-81B7-7720-73FC-C0C97536F0F8}"/>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 name="Freeform 179">
              <a:extLst>
                <a:ext uri="{FF2B5EF4-FFF2-40B4-BE49-F238E27FC236}">
                  <a16:creationId xmlns:a16="http://schemas.microsoft.com/office/drawing/2014/main" id="{2FF0AB06-23FA-CA6E-FF44-3E848F0AE1D8}"/>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7" name="Freeform 180">
              <a:extLst>
                <a:ext uri="{FF2B5EF4-FFF2-40B4-BE49-F238E27FC236}">
                  <a16:creationId xmlns:a16="http://schemas.microsoft.com/office/drawing/2014/main" id="{4993CE9D-F886-176E-DC46-43B60BA587F9}"/>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8" name="Freeform 181">
              <a:extLst>
                <a:ext uri="{FF2B5EF4-FFF2-40B4-BE49-F238E27FC236}">
                  <a16:creationId xmlns:a16="http://schemas.microsoft.com/office/drawing/2014/main" id="{7E81CBEA-D819-2585-8C7F-70018CE590AB}"/>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sp>
        <p:nvSpPr>
          <p:cNvPr id="179" name="WordArt 182">
            <a:extLst>
              <a:ext uri="{FF2B5EF4-FFF2-40B4-BE49-F238E27FC236}">
                <a16:creationId xmlns:a16="http://schemas.microsoft.com/office/drawing/2014/main" id="{0D6C2A55-C7C5-4A01-3AB4-DF5E374D548E}"/>
              </a:ext>
            </a:extLst>
          </p:cNvPr>
          <p:cNvSpPr>
            <a:spLocks noChangeArrowheads="1" noChangeShapeType="1" noTextEdit="1"/>
          </p:cNvSpPr>
          <p:nvPr userDrawn="1"/>
        </p:nvSpPr>
        <p:spPr bwMode="auto">
          <a:xfrm>
            <a:off x="250825" y="1371600"/>
            <a:ext cx="8642350" cy="328613"/>
          </a:xfrm>
          <a:prstGeom prst="rect">
            <a:avLst/>
          </a:prstGeom>
        </p:spPr>
        <p:txBody>
          <a:bodyPr wrap="none" fromWordArt="1">
            <a:prstTxWarp prst="textWave4">
              <a:avLst>
                <a:gd name="adj1" fmla="val 6500"/>
                <a:gd name="adj2" fmla="val 0"/>
              </a:avLst>
            </a:prstTxWarp>
            <a:scene3d>
              <a:camera prst="legacyObliqueRight"/>
              <a:lightRig rig="legacyHarsh3" dir="t"/>
            </a:scene3d>
            <a:sp3d extrusionH="100000" prstMaterial="legacyMatte">
              <a:extrusionClr>
                <a:srgbClr val="663300"/>
              </a:extrusionClr>
              <a:contourClr>
                <a:srgbClr val="FF3399"/>
              </a:contourClr>
            </a:sp3d>
          </a:bodyPr>
          <a:lstStyle/>
          <a:p>
            <a:pPr algn="ctr"/>
            <a:r>
              <a:rPr lang="en" altLang="zh-CN" sz="3600" kern="10">
                <a:ln w="9525">
                  <a:round/>
                  <a:headEnd/>
                  <a:tailEnd/>
                </a:ln>
                <a:gradFill rotWithShape="1">
                  <a:gsLst>
                    <a:gs pos="0">
                      <a:srgbClr val="FF3399"/>
                    </a:gs>
                    <a:gs pos="25000">
                      <a:srgbClr val="FF6633"/>
                    </a:gs>
                    <a:gs pos="50000">
                      <a:srgbClr val="FFFF00"/>
                    </a:gs>
                    <a:gs pos="75000">
                      <a:srgbClr val="01A78F"/>
                    </a:gs>
                    <a:gs pos="100000">
                      <a:srgbClr val="3366FF"/>
                    </a:gs>
                  </a:gsLst>
                  <a:lin ang="5400000" scaled="1"/>
                </a:gradFill>
                <a:latin typeface="Monotype Corsiva" panose="03010101010201010101" pitchFamily="66" charset="0"/>
              </a:rPr>
              <a:t>School of Software,Yunnan University</a:t>
            </a:r>
            <a:endParaRPr lang="zh-CN" altLang="en-US" sz="3600" kern="10">
              <a:ln w="9525">
                <a:round/>
                <a:headEnd/>
                <a:tailEnd/>
              </a:ln>
              <a:gradFill rotWithShape="1">
                <a:gsLst>
                  <a:gs pos="0">
                    <a:srgbClr val="FF3399"/>
                  </a:gs>
                  <a:gs pos="25000">
                    <a:srgbClr val="FF6633"/>
                  </a:gs>
                  <a:gs pos="50000">
                    <a:srgbClr val="FFFF00"/>
                  </a:gs>
                  <a:gs pos="75000">
                    <a:srgbClr val="01A78F"/>
                  </a:gs>
                  <a:gs pos="100000">
                    <a:srgbClr val="3366FF"/>
                  </a:gs>
                </a:gsLst>
                <a:lin ang="5400000" scaled="1"/>
              </a:gradFill>
              <a:latin typeface="Monotype Corsiva" panose="03010101010201010101" pitchFamily="66" charset="0"/>
            </a:endParaRPr>
          </a:p>
        </p:txBody>
      </p:sp>
      <p:sp>
        <p:nvSpPr>
          <p:cNvPr id="188579" name="Rectangle 163"/>
          <p:cNvSpPr>
            <a:spLocks noGrp="1" noRot="1" noChangeArrowheads="1"/>
          </p:cNvSpPr>
          <p:nvPr>
            <p:ph type="ctrTitle"/>
          </p:nvPr>
        </p:nvSpPr>
        <p:spPr>
          <a:xfrm>
            <a:off x="685800" y="2057400"/>
            <a:ext cx="7772400" cy="1143000"/>
          </a:xfrm>
          <a:noFill/>
          <a:extLst>
            <a:ext uri="{909E8E84-426E-40DD-AFC4-6F175D3DCCD1}">
              <a14:hiddenFill xmlns:a14="http://schemas.microsoft.com/office/drawing/2010/main">
                <a:solidFill>
                  <a:schemeClr val="accent1"/>
                </a:solidFill>
              </a14:hiddenFill>
            </a:ext>
          </a:extLst>
        </p:spPr>
        <p:txBody>
          <a:bodyPr/>
          <a:lstStyle>
            <a:lvl1pPr>
              <a:defRPr/>
            </a:lvl1pPr>
          </a:lstStyle>
          <a:p>
            <a:pPr lvl="0"/>
            <a:r>
              <a:rPr lang="zh-CN" altLang="en-US" noProof="0"/>
              <a:t>单击此处编辑母版标题样式</a:t>
            </a:r>
          </a:p>
        </p:txBody>
      </p:sp>
      <p:sp>
        <p:nvSpPr>
          <p:cNvPr id="188583" name="Rectangle 167"/>
          <p:cNvSpPr>
            <a:spLocks noGrp="1" noRot="1" noChangeArrowheads="1"/>
          </p:cNvSpPr>
          <p:nvPr>
            <p:ph type="subTitle" idx="1"/>
          </p:nvPr>
        </p:nvSpPr>
        <p:spPr>
          <a:xfrm>
            <a:off x="1371600" y="3505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80" name="Rectangle 164">
            <a:extLst>
              <a:ext uri="{FF2B5EF4-FFF2-40B4-BE49-F238E27FC236}">
                <a16:creationId xmlns:a16="http://schemas.microsoft.com/office/drawing/2014/main" id="{F7EF4F46-4462-BDA6-D537-E5AFC507BEC0}"/>
              </a:ext>
            </a:extLst>
          </p:cNvPr>
          <p:cNvSpPr>
            <a:spLocks noGrp="1" noChangeArrowheads="1"/>
          </p:cNvSpPr>
          <p:nvPr>
            <p:ph type="dt" sz="half" idx="10"/>
          </p:nvPr>
        </p:nvSpPr>
        <p:spPr>
          <a:xfrm>
            <a:off x="301625" y="6248400"/>
            <a:ext cx="2289175" cy="476250"/>
          </a:xfrm>
        </p:spPr>
        <p:txBody>
          <a:bodyPr/>
          <a:lstStyle>
            <a:lvl1pPr>
              <a:defRPr/>
            </a:lvl1pPr>
          </a:lstStyle>
          <a:p>
            <a:pPr>
              <a:defRPr/>
            </a:pPr>
            <a:r>
              <a:rPr lang="zh-CN" altLang="en-US"/>
              <a:t>2003年9月28日</a:t>
            </a:r>
            <a:endParaRPr lang="en-US" altLang="zh-CN"/>
          </a:p>
        </p:txBody>
      </p:sp>
      <p:sp>
        <p:nvSpPr>
          <p:cNvPr id="181" name="Rectangle 165">
            <a:extLst>
              <a:ext uri="{FF2B5EF4-FFF2-40B4-BE49-F238E27FC236}">
                <a16:creationId xmlns:a16="http://schemas.microsoft.com/office/drawing/2014/main" id="{7F5CB0C0-AD50-3161-1798-EDBF419823E6}"/>
              </a:ext>
            </a:extLst>
          </p:cNvPr>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p>
        </p:txBody>
      </p:sp>
      <p:sp>
        <p:nvSpPr>
          <p:cNvPr id="182" name="Rectangle 166">
            <a:extLst>
              <a:ext uri="{FF2B5EF4-FFF2-40B4-BE49-F238E27FC236}">
                <a16:creationId xmlns:a16="http://schemas.microsoft.com/office/drawing/2014/main" id="{4EA36941-0287-2313-D33C-45B7CEA6AA3F}"/>
              </a:ext>
            </a:extLst>
          </p:cNvPr>
          <p:cNvSpPr>
            <a:spLocks noGrp="1" noChangeArrowheads="1"/>
          </p:cNvSpPr>
          <p:nvPr>
            <p:ph type="sldNum" sz="quarter" idx="12"/>
          </p:nvPr>
        </p:nvSpPr>
        <p:spPr>
          <a:xfrm>
            <a:off x="6553200" y="6248400"/>
            <a:ext cx="2289175" cy="476250"/>
          </a:xfrm>
        </p:spPr>
        <p:txBody>
          <a:bodyPr/>
          <a:lstStyle>
            <a:lvl1pPr>
              <a:defRPr/>
            </a:lvl1pPr>
          </a:lstStyle>
          <a:p>
            <a:fld id="{67F272D3-B46A-354D-9803-A77FBD518197}" type="slidenum">
              <a:rPr lang="en-US" altLang="zh-CN"/>
              <a:pPr/>
              <a:t>‹#›</a:t>
            </a:fld>
            <a:endParaRPr lang="en-US" altLang="zh-CN"/>
          </a:p>
        </p:txBody>
      </p:sp>
    </p:spTree>
    <p:extLst>
      <p:ext uri="{BB962C8B-B14F-4D97-AF65-F5344CB8AC3E}">
        <p14:creationId xmlns:p14="http://schemas.microsoft.com/office/powerpoint/2010/main" val="196892101"/>
      </p:ext>
    </p:extLst>
  </p:cSld>
  <p:clrMapOvr>
    <a:masterClrMapping/>
  </p:clrMapOvr>
  <p:transition spd="med">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a:extLst>
              <a:ext uri="{FF2B5EF4-FFF2-40B4-BE49-F238E27FC236}">
                <a16:creationId xmlns:a16="http://schemas.microsoft.com/office/drawing/2014/main" id="{AC50166C-C7F3-19A9-643C-6405AA597017}"/>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1074F876-5210-C244-4532-D93C043520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3DFF3471-6B7D-9E3C-F429-950A915C23A2}"/>
              </a:ext>
            </a:extLst>
          </p:cNvPr>
          <p:cNvSpPr>
            <a:spLocks noGrp="1" noChangeArrowheads="1"/>
          </p:cNvSpPr>
          <p:nvPr>
            <p:ph type="sldNum" sz="quarter" idx="12"/>
          </p:nvPr>
        </p:nvSpPr>
        <p:spPr>
          <a:ln/>
        </p:spPr>
        <p:txBody>
          <a:bodyPr/>
          <a:lstStyle>
            <a:lvl1pPr>
              <a:defRPr/>
            </a:lvl1pPr>
          </a:lstStyle>
          <a:p>
            <a:fld id="{4E520306-E855-8443-8EBA-8C8946E7D384}" type="slidenum">
              <a:rPr lang="en-US" altLang="zh-CN"/>
              <a:pPr/>
              <a:t>‹#›</a:t>
            </a:fld>
            <a:endParaRPr lang="en-US" altLang="zh-CN"/>
          </a:p>
        </p:txBody>
      </p:sp>
    </p:spTree>
    <p:extLst>
      <p:ext uri="{BB962C8B-B14F-4D97-AF65-F5344CB8AC3E}">
        <p14:creationId xmlns:p14="http://schemas.microsoft.com/office/powerpoint/2010/main" val="700738430"/>
      </p:ext>
    </p:extLst>
  </p:cSld>
  <p:clrMapOvr>
    <a:masterClrMapping/>
  </p:clrMapOvr>
  <p:transition spd="med">
    <p:random/>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250">
            <a:extLst>
              <a:ext uri="{FF2B5EF4-FFF2-40B4-BE49-F238E27FC236}">
                <a16:creationId xmlns:a16="http://schemas.microsoft.com/office/drawing/2014/main" id="{9E2D9196-EF18-845A-B45B-3F7F0CBDBE4D}"/>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3D8368BD-7439-1732-381A-75DD55B363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AC58AD69-9044-AFF8-82FA-E024B2121203}"/>
              </a:ext>
            </a:extLst>
          </p:cNvPr>
          <p:cNvSpPr>
            <a:spLocks noGrp="1" noChangeArrowheads="1"/>
          </p:cNvSpPr>
          <p:nvPr>
            <p:ph type="sldNum" sz="quarter" idx="12"/>
          </p:nvPr>
        </p:nvSpPr>
        <p:spPr>
          <a:ln/>
        </p:spPr>
        <p:txBody>
          <a:bodyPr/>
          <a:lstStyle>
            <a:lvl1pPr>
              <a:defRPr/>
            </a:lvl1pPr>
          </a:lstStyle>
          <a:p>
            <a:fld id="{D043C48A-3F1A-6E49-9805-8709186A2A0A}" type="slidenum">
              <a:rPr lang="en-US" altLang="zh-CN"/>
              <a:pPr/>
              <a:t>‹#›</a:t>
            </a:fld>
            <a:endParaRPr lang="en-US" altLang="zh-CN"/>
          </a:p>
        </p:txBody>
      </p:sp>
    </p:spTree>
    <p:extLst>
      <p:ext uri="{BB962C8B-B14F-4D97-AF65-F5344CB8AC3E}">
        <p14:creationId xmlns:p14="http://schemas.microsoft.com/office/powerpoint/2010/main" val="1008992520"/>
      </p:ext>
    </p:extLst>
  </p:cSld>
  <p:clrMapOvr>
    <a:masterClrMapping/>
  </p:clrMapOvr>
  <p:transition spd="med">
    <p:random/>
    <p:sndAc>
      <p:stSnd>
        <p:snd r:embed="rId1" name="camera.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0">
            <a:extLst>
              <a:ext uri="{FF2B5EF4-FFF2-40B4-BE49-F238E27FC236}">
                <a16:creationId xmlns:a16="http://schemas.microsoft.com/office/drawing/2014/main" id="{3BCE7CE5-4C04-FD62-DE21-3754BC0CAC34}"/>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ABCAE7CC-1008-D665-D060-69B43E17A14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3B6ED7A7-FF13-4F40-F647-2903038D8A0D}"/>
              </a:ext>
            </a:extLst>
          </p:cNvPr>
          <p:cNvSpPr>
            <a:spLocks noGrp="1" noChangeArrowheads="1"/>
          </p:cNvSpPr>
          <p:nvPr>
            <p:ph type="sldNum" sz="quarter" idx="12"/>
          </p:nvPr>
        </p:nvSpPr>
        <p:spPr>
          <a:ln/>
        </p:spPr>
        <p:txBody>
          <a:bodyPr/>
          <a:lstStyle>
            <a:lvl1pPr>
              <a:defRPr/>
            </a:lvl1pPr>
          </a:lstStyle>
          <a:p>
            <a:fld id="{30B83C33-624E-FB47-B0D2-529C08D25DCE}" type="slidenum">
              <a:rPr lang="en-US" altLang="zh-CN"/>
              <a:pPr/>
              <a:t>‹#›</a:t>
            </a:fld>
            <a:endParaRPr lang="en-US" altLang="zh-CN"/>
          </a:p>
        </p:txBody>
      </p:sp>
    </p:spTree>
    <p:extLst>
      <p:ext uri="{BB962C8B-B14F-4D97-AF65-F5344CB8AC3E}">
        <p14:creationId xmlns:p14="http://schemas.microsoft.com/office/powerpoint/2010/main" val="3304604599"/>
      </p:ext>
    </p:extLst>
  </p:cSld>
  <p:clrMapOvr>
    <a:masterClrMapping/>
  </p:clrMapOvr>
  <p:transition spd="med">
    <p:random/>
    <p:sndAc>
      <p:stSnd>
        <p:snd r:embed="rId1" name="camera.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0">
            <a:extLst>
              <a:ext uri="{FF2B5EF4-FFF2-40B4-BE49-F238E27FC236}">
                <a16:creationId xmlns:a16="http://schemas.microsoft.com/office/drawing/2014/main" id="{9206538B-9222-009E-B989-5E59A83C995A}"/>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8" name="Rectangle 251">
            <a:extLst>
              <a:ext uri="{FF2B5EF4-FFF2-40B4-BE49-F238E27FC236}">
                <a16:creationId xmlns:a16="http://schemas.microsoft.com/office/drawing/2014/main" id="{9FF61008-80C9-42E3-DDB2-2277BC604EB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252">
            <a:extLst>
              <a:ext uri="{FF2B5EF4-FFF2-40B4-BE49-F238E27FC236}">
                <a16:creationId xmlns:a16="http://schemas.microsoft.com/office/drawing/2014/main" id="{B0F3501D-8FFD-CBE8-EFDC-44CB694502AB}"/>
              </a:ext>
            </a:extLst>
          </p:cNvPr>
          <p:cNvSpPr>
            <a:spLocks noGrp="1" noChangeArrowheads="1"/>
          </p:cNvSpPr>
          <p:nvPr>
            <p:ph type="sldNum" sz="quarter" idx="12"/>
          </p:nvPr>
        </p:nvSpPr>
        <p:spPr>
          <a:ln/>
        </p:spPr>
        <p:txBody>
          <a:bodyPr/>
          <a:lstStyle>
            <a:lvl1pPr>
              <a:defRPr/>
            </a:lvl1pPr>
          </a:lstStyle>
          <a:p>
            <a:fld id="{06AB29AD-9894-8D49-A02B-AE51F4AA17E4}" type="slidenum">
              <a:rPr lang="en-US" altLang="zh-CN"/>
              <a:pPr/>
              <a:t>‹#›</a:t>
            </a:fld>
            <a:endParaRPr lang="en-US" altLang="zh-CN"/>
          </a:p>
        </p:txBody>
      </p:sp>
    </p:spTree>
    <p:extLst>
      <p:ext uri="{BB962C8B-B14F-4D97-AF65-F5344CB8AC3E}">
        <p14:creationId xmlns:p14="http://schemas.microsoft.com/office/powerpoint/2010/main" val="3569576605"/>
      </p:ext>
    </p:extLst>
  </p:cSld>
  <p:clrMapOvr>
    <a:masterClrMapping/>
  </p:clrMapOvr>
  <p:transition spd="med">
    <p:random/>
    <p:sndAc>
      <p:stSnd>
        <p:snd r:embed="rId1" name="camera.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0">
            <a:extLst>
              <a:ext uri="{FF2B5EF4-FFF2-40B4-BE49-F238E27FC236}">
                <a16:creationId xmlns:a16="http://schemas.microsoft.com/office/drawing/2014/main" id="{95431088-BCBF-E5F5-BAE1-3F00784E2125}"/>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4" name="Rectangle 251">
            <a:extLst>
              <a:ext uri="{FF2B5EF4-FFF2-40B4-BE49-F238E27FC236}">
                <a16:creationId xmlns:a16="http://schemas.microsoft.com/office/drawing/2014/main" id="{17C94972-2E60-F938-FE71-1F41878594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252">
            <a:extLst>
              <a:ext uri="{FF2B5EF4-FFF2-40B4-BE49-F238E27FC236}">
                <a16:creationId xmlns:a16="http://schemas.microsoft.com/office/drawing/2014/main" id="{FA67673D-3F9E-BA6B-C9C2-AF28EE9122B5}"/>
              </a:ext>
            </a:extLst>
          </p:cNvPr>
          <p:cNvSpPr>
            <a:spLocks noGrp="1" noChangeArrowheads="1"/>
          </p:cNvSpPr>
          <p:nvPr>
            <p:ph type="sldNum" sz="quarter" idx="12"/>
          </p:nvPr>
        </p:nvSpPr>
        <p:spPr>
          <a:ln/>
        </p:spPr>
        <p:txBody>
          <a:bodyPr/>
          <a:lstStyle>
            <a:lvl1pPr>
              <a:defRPr/>
            </a:lvl1pPr>
          </a:lstStyle>
          <a:p>
            <a:fld id="{734EAD8D-7D11-8A49-9600-8CFB3117477E}" type="slidenum">
              <a:rPr lang="en-US" altLang="zh-CN"/>
              <a:pPr/>
              <a:t>‹#›</a:t>
            </a:fld>
            <a:endParaRPr lang="en-US" altLang="zh-CN"/>
          </a:p>
        </p:txBody>
      </p:sp>
    </p:spTree>
    <p:extLst>
      <p:ext uri="{BB962C8B-B14F-4D97-AF65-F5344CB8AC3E}">
        <p14:creationId xmlns:p14="http://schemas.microsoft.com/office/powerpoint/2010/main" val="1570176448"/>
      </p:ext>
    </p:extLst>
  </p:cSld>
  <p:clrMapOvr>
    <a:masterClrMapping/>
  </p:clrMapOvr>
  <p:transition spd="med">
    <p:random/>
    <p:sndAc>
      <p:stSnd>
        <p:snd r:embed="rId1" name="camera.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a:extLst>
              <a:ext uri="{FF2B5EF4-FFF2-40B4-BE49-F238E27FC236}">
                <a16:creationId xmlns:a16="http://schemas.microsoft.com/office/drawing/2014/main" id="{F6EDCDE8-6B76-62BD-204A-29E05C0E9118}"/>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3" name="Rectangle 251">
            <a:extLst>
              <a:ext uri="{FF2B5EF4-FFF2-40B4-BE49-F238E27FC236}">
                <a16:creationId xmlns:a16="http://schemas.microsoft.com/office/drawing/2014/main" id="{CC3981BB-FAB6-CBF8-AF2D-BED82BDD3F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252">
            <a:extLst>
              <a:ext uri="{FF2B5EF4-FFF2-40B4-BE49-F238E27FC236}">
                <a16:creationId xmlns:a16="http://schemas.microsoft.com/office/drawing/2014/main" id="{0B38740E-6637-F37B-09E2-A6ABD283BDBB}"/>
              </a:ext>
            </a:extLst>
          </p:cNvPr>
          <p:cNvSpPr>
            <a:spLocks noGrp="1" noChangeArrowheads="1"/>
          </p:cNvSpPr>
          <p:nvPr>
            <p:ph type="sldNum" sz="quarter" idx="12"/>
          </p:nvPr>
        </p:nvSpPr>
        <p:spPr>
          <a:ln/>
        </p:spPr>
        <p:txBody>
          <a:bodyPr/>
          <a:lstStyle>
            <a:lvl1pPr>
              <a:defRPr/>
            </a:lvl1pPr>
          </a:lstStyle>
          <a:p>
            <a:fld id="{D336532F-5193-5D40-BF4B-ED275CD8BFEF}" type="slidenum">
              <a:rPr lang="en-US" altLang="zh-CN"/>
              <a:pPr/>
              <a:t>‹#›</a:t>
            </a:fld>
            <a:endParaRPr lang="en-US" altLang="zh-CN"/>
          </a:p>
        </p:txBody>
      </p:sp>
    </p:spTree>
    <p:extLst>
      <p:ext uri="{BB962C8B-B14F-4D97-AF65-F5344CB8AC3E}">
        <p14:creationId xmlns:p14="http://schemas.microsoft.com/office/powerpoint/2010/main" val="3575142060"/>
      </p:ext>
    </p:extLst>
  </p:cSld>
  <p:clrMapOvr>
    <a:masterClrMapping/>
  </p:clrMapOvr>
  <p:transition spd="med">
    <p:random/>
    <p:sndAc>
      <p:stSnd>
        <p:snd r:embed="rId1" name="camera.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50">
            <a:extLst>
              <a:ext uri="{FF2B5EF4-FFF2-40B4-BE49-F238E27FC236}">
                <a16:creationId xmlns:a16="http://schemas.microsoft.com/office/drawing/2014/main" id="{1B93A138-F3DA-7427-7210-C535B828D28F}"/>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693921DD-7F63-2D21-60FC-4E64A59ABD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5CCC9D41-1D5A-389D-2F19-4EFD9AA67CFC}"/>
              </a:ext>
            </a:extLst>
          </p:cNvPr>
          <p:cNvSpPr>
            <a:spLocks noGrp="1" noChangeArrowheads="1"/>
          </p:cNvSpPr>
          <p:nvPr>
            <p:ph type="sldNum" sz="quarter" idx="12"/>
          </p:nvPr>
        </p:nvSpPr>
        <p:spPr>
          <a:ln/>
        </p:spPr>
        <p:txBody>
          <a:bodyPr/>
          <a:lstStyle>
            <a:lvl1pPr>
              <a:defRPr/>
            </a:lvl1pPr>
          </a:lstStyle>
          <a:p>
            <a:fld id="{B7870EC9-5D68-F049-B116-5A3EA79D8FB8}" type="slidenum">
              <a:rPr lang="en-US" altLang="zh-CN"/>
              <a:pPr/>
              <a:t>‹#›</a:t>
            </a:fld>
            <a:endParaRPr lang="en-US" altLang="zh-CN"/>
          </a:p>
        </p:txBody>
      </p:sp>
    </p:spTree>
    <p:extLst>
      <p:ext uri="{BB962C8B-B14F-4D97-AF65-F5344CB8AC3E}">
        <p14:creationId xmlns:p14="http://schemas.microsoft.com/office/powerpoint/2010/main" val="2289941724"/>
      </p:ext>
    </p:extLst>
  </p:cSld>
  <p:clrMapOvr>
    <a:masterClrMapping/>
  </p:clrMapOvr>
  <p:transition spd="med">
    <p:random/>
    <p:sndAc>
      <p:stSnd>
        <p:snd r:embed="rId1" name="camera.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50">
            <a:extLst>
              <a:ext uri="{FF2B5EF4-FFF2-40B4-BE49-F238E27FC236}">
                <a16:creationId xmlns:a16="http://schemas.microsoft.com/office/drawing/2014/main" id="{71EC57AF-5768-F9AE-FA6E-688E775DBEC0}"/>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7270F28E-3B86-7C89-1D10-162D01DE19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C621B517-4C1E-A2B2-BD92-2189C535D51C}"/>
              </a:ext>
            </a:extLst>
          </p:cNvPr>
          <p:cNvSpPr>
            <a:spLocks noGrp="1" noChangeArrowheads="1"/>
          </p:cNvSpPr>
          <p:nvPr>
            <p:ph type="sldNum" sz="quarter" idx="12"/>
          </p:nvPr>
        </p:nvSpPr>
        <p:spPr>
          <a:ln/>
        </p:spPr>
        <p:txBody>
          <a:bodyPr/>
          <a:lstStyle>
            <a:lvl1pPr>
              <a:defRPr/>
            </a:lvl1pPr>
          </a:lstStyle>
          <a:p>
            <a:fld id="{7EAE442D-4FAE-274E-A585-F420C8E46DED}" type="slidenum">
              <a:rPr lang="en-US" altLang="zh-CN"/>
              <a:pPr/>
              <a:t>‹#›</a:t>
            </a:fld>
            <a:endParaRPr lang="en-US" altLang="zh-CN"/>
          </a:p>
        </p:txBody>
      </p:sp>
    </p:spTree>
    <p:extLst>
      <p:ext uri="{BB962C8B-B14F-4D97-AF65-F5344CB8AC3E}">
        <p14:creationId xmlns:p14="http://schemas.microsoft.com/office/powerpoint/2010/main" val="2647042062"/>
      </p:ext>
    </p:extLst>
  </p:cSld>
  <p:clrMapOvr>
    <a:masterClrMapping/>
  </p:clrMapOvr>
  <p:transition spd="med">
    <p:random/>
    <p:sndAc>
      <p:stSnd>
        <p:snd r:embed="rId1" name="camera.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a:extLst>
              <a:ext uri="{FF2B5EF4-FFF2-40B4-BE49-F238E27FC236}">
                <a16:creationId xmlns:a16="http://schemas.microsoft.com/office/drawing/2014/main" id="{26D2703B-39A2-F854-9811-FDCB01131308}"/>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DED94A95-B597-086A-5626-C479A7E5C6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F4D465DA-99ED-E1EF-AE97-E4F5F4A17FDB}"/>
              </a:ext>
            </a:extLst>
          </p:cNvPr>
          <p:cNvSpPr>
            <a:spLocks noGrp="1" noChangeArrowheads="1"/>
          </p:cNvSpPr>
          <p:nvPr>
            <p:ph type="sldNum" sz="quarter" idx="12"/>
          </p:nvPr>
        </p:nvSpPr>
        <p:spPr>
          <a:ln/>
        </p:spPr>
        <p:txBody>
          <a:bodyPr/>
          <a:lstStyle>
            <a:lvl1pPr>
              <a:defRPr/>
            </a:lvl1pPr>
          </a:lstStyle>
          <a:p>
            <a:fld id="{1DA717C0-3E4E-F240-BF5D-7A19A94F3C7C}" type="slidenum">
              <a:rPr lang="en-US" altLang="zh-CN"/>
              <a:pPr/>
              <a:t>‹#›</a:t>
            </a:fld>
            <a:endParaRPr lang="en-US" altLang="zh-CN"/>
          </a:p>
        </p:txBody>
      </p:sp>
    </p:spTree>
    <p:extLst>
      <p:ext uri="{BB962C8B-B14F-4D97-AF65-F5344CB8AC3E}">
        <p14:creationId xmlns:p14="http://schemas.microsoft.com/office/powerpoint/2010/main" val="568440064"/>
      </p:ext>
    </p:extLst>
  </p:cSld>
  <p:clrMapOvr>
    <a:masterClrMapping/>
  </p:clrMapOvr>
  <p:transition spd="med">
    <p:random/>
    <p:sndAc>
      <p:stSnd>
        <p:snd r:embed="rId1" name="camera.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73025"/>
            <a:ext cx="2038350" cy="60261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73025"/>
            <a:ext cx="5962650" cy="60261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a:extLst>
              <a:ext uri="{FF2B5EF4-FFF2-40B4-BE49-F238E27FC236}">
                <a16:creationId xmlns:a16="http://schemas.microsoft.com/office/drawing/2014/main" id="{828B5A9D-89F7-F4E6-3068-9B49529BEC47}"/>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26A4A36E-0D9E-72AE-944C-CB974BDC45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06D74EDE-F85E-C649-38B4-F452DD8A87A5}"/>
              </a:ext>
            </a:extLst>
          </p:cNvPr>
          <p:cNvSpPr>
            <a:spLocks noGrp="1" noChangeArrowheads="1"/>
          </p:cNvSpPr>
          <p:nvPr>
            <p:ph type="sldNum" sz="quarter" idx="12"/>
          </p:nvPr>
        </p:nvSpPr>
        <p:spPr>
          <a:ln/>
        </p:spPr>
        <p:txBody>
          <a:bodyPr/>
          <a:lstStyle>
            <a:lvl1pPr>
              <a:defRPr/>
            </a:lvl1pPr>
          </a:lstStyle>
          <a:p>
            <a:fld id="{6A1CC5CB-7843-B646-84D7-2D652BFE8E96}" type="slidenum">
              <a:rPr lang="en-US" altLang="zh-CN"/>
              <a:pPr/>
              <a:t>‹#›</a:t>
            </a:fld>
            <a:endParaRPr lang="en-US" altLang="zh-CN"/>
          </a:p>
        </p:txBody>
      </p:sp>
    </p:spTree>
    <p:extLst>
      <p:ext uri="{BB962C8B-B14F-4D97-AF65-F5344CB8AC3E}">
        <p14:creationId xmlns:p14="http://schemas.microsoft.com/office/powerpoint/2010/main" val="3959652750"/>
      </p:ext>
    </p:extLst>
  </p:cSld>
  <p:clrMapOvr>
    <a:masterClrMapping/>
  </p:clrMapOvr>
  <p:transition spd="med">
    <p:random/>
    <p:sndAc>
      <p:stSnd>
        <p:snd r:embed="rId1" name="camera.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476375" y="73025"/>
            <a:ext cx="7056438"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联机映像占位符 3"/>
          <p:cNvSpPr>
            <a:spLocks noGrp="1"/>
          </p:cNvSpPr>
          <p:nvPr>
            <p:ph type="clipArt" sz="half" idx="2"/>
          </p:nvPr>
        </p:nvSpPr>
        <p:spPr>
          <a:xfrm>
            <a:off x="4762500" y="1773238"/>
            <a:ext cx="4000500" cy="4325937"/>
          </a:xfrm>
        </p:spPr>
        <p:txBody>
          <a:bodyPr/>
          <a:lstStyle/>
          <a:p>
            <a:pPr lvl="0"/>
            <a:endParaRPr lang="zh-CN" altLang="en-US" noProof="0"/>
          </a:p>
        </p:txBody>
      </p:sp>
      <p:sp>
        <p:nvSpPr>
          <p:cNvPr id="5" name="Rectangle 250">
            <a:extLst>
              <a:ext uri="{FF2B5EF4-FFF2-40B4-BE49-F238E27FC236}">
                <a16:creationId xmlns:a16="http://schemas.microsoft.com/office/drawing/2014/main" id="{4434B440-3331-2989-AFAE-2165A796944F}"/>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81D475BA-84BD-94FE-4BF3-BB2EBE8FB32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5DE1130B-D9EF-8786-16FF-0CD35221E2CF}"/>
              </a:ext>
            </a:extLst>
          </p:cNvPr>
          <p:cNvSpPr>
            <a:spLocks noGrp="1" noChangeArrowheads="1"/>
          </p:cNvSpPr>
          <p:nvPr>
            <p:ph type="sldNum" sz="quarter" idx="12"/>
          </p:nvPr>
        </p:nvSpPr>
        <p:spPr>
          <a:ln/>
        </p:spPr>
        <p:txBody>
          <a:bodyPr/>
          <a:lstStyle>
            <a:lvl1pPr>
              <a:defRPr/>
            </a:lvl1pPr>
          </a:lstStyle>
          <a:p>
            <a:fld id="{1F4060E2-5F08-6C4D-BE36-8FC91BBB0C16}" type="slidenum">
              <a:rPr lang="en-US" altLang="zh-CN"/>
              <a:pPr/>
              <a:t>‹#›</a:t>
            </a:fld>
            <a:endParaRPr lang="en-US" altLang="zh-CN"/>
          </a:p>
        </p:txBody>
      </p:sp>
    </p:spTree>
    <p:extLst>
      <p:ext uri="{BB962C8B-B14F-4D97-AF65-F5344CB8AC3E}">
        <p14:creationId xmlns:p14="http://schemas.microsoft.com/office/powerpoint/2010/main" val="3791149309"/>
      </p:ext>
    </p:extLst>
  </p:cSld>
  <p:clrMapOvr>
    <a:masterClrMapping/>
  </p:clrMapOvr>
  <p:transition spd="med">
    <p:random/>
    <p:sndAc>
      <p:stSnd>
        <p:snd r:embed="rId1" name="camera.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76375" y="73025"/>
            <a:ext cx="7056438"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773238"/>
            <a:ext cx="8153400" cy="4325937"/>
          </a:xfrm>
        </p:spPr>
        <p:txBody>
          <a:bodyPr/>
          <a:lstStyle/>
          <a:p>
            <a:pPr lvl="0"/>
            <a:endParaRPr lang="zh-CN" altLang="en-US" noProof="0"/>
          </a:p>
        </p:txBody>
      </p:sp>
      <p:sp>
        <p:nvSpPr>
          <p:cNvPr id="4" name="Rectangle 250">
            <a:extLst>
              <a:ext uri="{FF2B5EF4-FFF2-40B4-BE49-F238E27FC236}">
                <a16:creationId xmlns:a16="http://schemas.microsoft.com/office/drawing/2014/main" id="{1D7A5EDC-D7FD-C165-B1D5-36A3CC365ACD}"/>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8BE84E86-A3FE-1075-754B-A402930B2EA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F42AC8EA-98AF-8276-5898-B32D69D9D729}"/>
              </a:ext>
            </a:extLst>
          </p:cNvPr>
          <p:cNvSpPr>
            <a:spLocks noGrp="1" noChangeArrowheads="1"/>
          </p:cNvSpPr>
          <p:nvPr>
            <p:ph type="sldNum" sz="quarter" idx="12"/>
          </p:nvPr>
        </p:nvSpPr>
        <p:spPr>
          <a:ln/>
        </p:spPr>
        <p:txBody>
          <a:bodyPr/>
          <a:lstStyle>
            <a:lvl1pPr>
              <a:defRPr/>
            </a:lvl1pPr>
          </a:lstStyle>
          <a:p>
            <a:fld id="{6BCBAD2A-D3CC-784B-855C-4D91457E1359}" type="slidenum">
              <a:rPr lang="en-US" altLang="zh-CN"/>
              <a:pPr/>
              <a:t>‹#›</a:t>
            </a:fld>
            <a:endParaRPr lang="en-US" altLang="zh-CN"/>
          </a:p>
        </p:txBody>
      </p:sp>
    </p:spTree>
    <p:extLst>
      <p:ext uri="{BB962C8B-B14F-4D97-AF65-F5344CB8AC3E}">
        <p14:creationId xmlns:p14="http://schemas.microsoft.com/office/powerpoint/2010/main" val="975749123"/>
      </p:ext>
    </p:extLst>
  </p:cSld>
  <p:clrMapOvr>
    <a:masterClrMapping/>
  </p:clrMapOvr>
  <p:transition spd="med">
    <p:random/>
    <p:sndAc>
      <p:stSnd>
        <p:snd r:embed="rId1" name="camera.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76375" y="73025"/>
            <a:ext cx="7056438"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0">
            <a:extLst>
              <a:ext uri="{FF2B5EF4-FFF2-40B4-BE49-F238E27FC236}">
                <a16:creationId xmlns:a16="http://schemas.microsoft.com/office/drawing/2014/main" id="{1AFA4DDD-934A-9475-B21B-C598E6230D16}"/>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2AA83968-36A6-448E-9D24-79FDB4B69F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E2AA94D5-5FED-D8E4-50D3-2F2C33AC61DC}"/>
              </a:ext>
            </a:extLst>
          </p:cNvPr>
          <p:cNvSpPr>
            <a:spLocks noGrp="1" noChangeArrowheads="1"/>
          </p:cNvSpPr>
          <p:nvPr>
            <p:ph type="sldNum" sz="quarter" idx="12"/>
          </p:nvPr>
        </p:nvSpPr>
        <p:spPr>
          <a:ln/>
        </p:spPr>
        <p:txBody>
          <a:bodyPr/>
          <a:lstStyle>
            <a:lvl1pPr>
              <a:defRPr/>
            </a:lvl1pPr>
          </a:lstStyle>
          <a:p>
            <a:fld id="{CE8F3617-9948-BB49-B82D-27A18F8074BB}" type="slidenum">
              <a:rPr lang="en-US" altLang="zh-CN"/>
              <a:pPr/>
              <a:t>‹#›</a:t>
            </a:fld>
            <a:endParaRPr lang="en-US" altLang="zh-CN"/>
          </a:p>
        </p:txBody>
      </p:sp>
    </p:spTree>
    <p:extLst>
      <p:ext uri="{BB962C8B-B14F-4D97-AF65-F5344CB8AC3E}">
        <p14:creationId xmlns:p14="http://schemas.microsoft.com/office/powerpoint/2010/main" val="819237252"/>
      </p:ext>
    </p:extLst>
  </p:cSld>
  <p:clrMapOvr>
    <a:masterClrMapping/>
  </p:clrMapOvr>
  <p:transition spd="med">
    <p:random/>
    <p:sndAc>
      <p:stSnd>
        <p:snd r:embed="rId1" name="camera.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43C53553-3D8A-B27F-3103-01135335F7D5}"/>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2F1CADB3-9D6F-6463-D54B-DA9D4F63244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7B143CE-C091-015F-7FB6-DB07487C937C}"/>
              </a:ext>
            </a:extLst>
          </p:cNvPr>
          <p:cNvSpPr>
            <a:spLocks noGrp="1" noChangeArrowheads="1"/>
          </p:cNvSpPr>
          <p:nvPr>
            <p:ph type="sldNum" sz="quarter" idx="12"/>
          </p:nvPr>
        </p:nvSpPr>
        <p:spPr>
          <a:ln/>
        </p:spPr>
        <p:txBody>
          <a:bodyPr/>
          <a:lstStyle>
            <a:lvl1pPr>
              <a:defRPr/>
            </a:lvl1pPr>
          </a:lstStyle>
          <a:p>
            <a:fld id="{2F6CC6A9-9E67-DA4D-9E08-DA4190785DF8}" type="slidenum">
              <a:rPr lang="en-US" altLang="zh-CN"/>
              <a:pPr/>
              <a:t>‹#›</a:t>
            </a:fld>
            <a:endParaRPr lang="en-US" altLang="zh-CN"/>
          </a:p>
        </p:txBody>
      </p:sp>
    </p:spTree>
    <p:extLst>
      <p:ext uri="{BB962C8B-B14F-4D97-AF65-F5344CB8AC3E}">
        <p14:creationId xmlns:p14="http://schemas.microsoft.com/office/powerpoint/2010/main" val="1624895827"/>
      </p:ext>
    </p:extLst>
  </p:cSld>
  <p:clrMapOvr>
    <a:masterClrMapping/>
  </p:clrMapOvr>
  <p:transition spd="med">
    <p:random/>
    <p:sndAc>
      <p:stSnd>
        <p:snd r:embed="rId1" name="camera.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D74F3A2-EBE4-102D-1992-F844B7C324C6}"/>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6E5A69DB-E63E-5C2D-1DD4-D955C47E00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C4ED8E4-3D11-4C52-2ECD-6E24E845B909}"/>
              </a:ext>
            </a:extLst>
          </p:cNvPr>
          <p:cNvSpPr>
            <a:spLocks noGrp="1" noChangeArrowheads="1"/>
          </p:cNvSpPr>
          <p:nvPr>
            <p:ph type="sldNum" sz="quarter" idx="12"/>
          </p:nvPr>
        </p:nvSpPr>
        <p:spPr>
          <a:ln/>
        </p:spPr>
        <p:txBody>
          <a:bodyPr/>
          <a:lstStyle>
            <a:lvl1pPr>
              <a:defRPr/>
            </a:lvl1pPr>
          </a:lstStyle>
          <a:p>
            <a:fld id="{E2F1E827-35B6-D441-8348-54884E7B4CE3}" type="slidenum">
              <a:rPr lang="en-US" altLang="zh-CN"/>
              <a:pPr/>
              <a:t>‹#›</a:t>
            </a:fld>
            <a:endParaRPr lang="en-US" altLang="zh-CN"/>
          </a:p>
        </p:txBody>
      </p:sp>
    </p:spTree>
    <p:extLst>
      <p:ext uri="{BB962C8B-B14F-4D97-AF65-F5344CB8AC3E}">
        <p14:creationId xmlns:p14="http://schemas.microsoft.com/office/powerpoint/2010/main" val="1809345540"/>
      </p:ext>
    </p:extLst>
  </p:cSld>
  <p:clrMapOvr>
    <a:masterClrMapping/>
  </p:clrMapOvr>
  <p:transition spd="med">
    <p:random/>
    <p:sndAc>
      <p:stSnd>
        <p:snd r:embed="rId1" name="camera.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BB9914B-F0C3-B6F2-EF75-4470EDF64D34}"/>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21592F1A-7D23-BC3D-14FD-9768FB1BAB9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DE5B765-6D6E-B47E-DF72-3824076C46F0}"/>
              </a:ext>
            </a:extLst>
          </p:cNvPr>
          <p:cNvSpPr>
            <a:spLocks noGrp="1" noChangeArrowheads="1"/>
          </p:cNvSpPr>
          <p:nvPr>
            <p:ph type="sldNum" sz="quarter" idx="12"/>
          </p:nvPr>
        </p:nvSpPr>
        <p:spPr>
          <a:ln/>
        </p:spPr>
        <p:txBody>
          <a:bodyPr/>
          <a:lstStyle>
            <a:lvl1pPr>
              <a:defRPr/>
            </a:lvl1pPr>
          </a:lstStyle>
          <a:p>
            <a:fld id="{D6B7C158-2BE4-8E44-BBA1-18CDB5A56EA1}" type="slidenum">
              <a:rPr lang="en-US" altLang="zh-CN"/>
              <a:pPr/>
              <a:t>‹#›</a:t>
            </a:fld>
            <a:endParaRPr lang="en-US" altLang="zh-CN"/>
          </a:p>
        </p:txBody>
      </p:sp>
    </p:spTree>
    <p:extLst>
      <p:ext uri="{BB962C8B-B14F-4D97-AF65-F5344CB8AC3E}">
        <p14:creationId xmlns:p14="http://schemas.microsoft.com/office/powerpoint/2010/main" val="4082343962"/>
      </p:ext>
    </p:extLst>
  </p:cSld>
  <p:clrMapOvr>
    <a:masterClrMapping/>
  </p:clrMapOvr>
  <p:transition spd="med">
    <p:random/>
    <p:sndAc>
      <p:stSnd>
        <p:snd r:embed="rId1" name="camera.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2127E73-C971-BE60-CC66-03C42C6DEF33}"/>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A22783C3-4F14-861C-32BB-DE31A0B3C72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94AF0C9-442E-4B19-971E-F9B85B5C87A1}"/>
              </a:ext>
            </a:extLst>
          </p:cNvPr>
          <p:cNvSpPr>
            <a:spLocks noGrp="1" noChangeArrowheads="1"/>
          </p:cNvSpPr>
          <p:nvPr>
            <p:ph type="sldNum" sz="quarter" idx="12"/>
          </p:nvPr>
        </p:nvSpPr>
        <p:spPr>
          <a:ln/>
        </p:spPr>
        <p:txBody>
          <a:bodyPr/>
          <a:lstStyle>
            <a:lvl1pPr>
              <a:defRPr/>
            </a:lvl1pPr>
          </a:lstStyle>
          <a:p>
            <a:fld id="{CEBFFB3B-2A9A-7844-8CD1-50CBACB0C280}" type="slidenum">
              <a:rPr lang="en-US" altLang="zh-CN"/>
              <a:pPr/>
              <a:t>‹#›</a:t>
            </a:fld>
            <a:endParaRPr lang="en-US" altLang="zh-CN"/>
          </a:p>
        </p:txBody>
      </p:sp>
    </p:spTree>
    <p:extLst>
      <p:ext uri="{BB962C8B-B14F-4D97-AF65-F5344CB8AC3E}">
        <p14:creationId xmlns:p14="http://schemas.microsoft.com/office/powerpoint/2010/main" val="3553765940"/>
      </p:ext>
    </p:extLst>
  </p:cSld>
  <p:clrMapOvr>
    <a:masterClrMapping/>
  </p:clrMapOvr>
  <p:transition spd="med">
    <p:random/>
    <p:sndAc>
      <p:stSnd>
        <p:snd r:embed="rId1" name="camera.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C8603E29-71CC-5B68-1E03-67CD652FCE1C}"/>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8" name="Rectangle 5">
            <a:extLst>
              <a:ext uri="{FF2B5EF4-FFF2-40B4-BE49-F238E27FC236}">
                <a16:creationId xmlns:a16="http://schemas.microsoft.com/office/drawing/2014/main" id="{AE8D904C-0E0D-211D-2EE6-534BCF04266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E6ED48B-145E-A3F4-C4C1-7D0C079DDD2E}"/>
              </a:ext>
            </a:extLst>
          </p:cNvPr>
          <p:cNvSpPr>
            <a:spLocks noGrp="1" noChangeArrowheads="1"/>
          </p:cNvSpPr>
          <p:nvPr>
            <p:ph type="sldNum" sz="quarter" idx="12"/>
          </p:nvPr>
        </p:nvSpPr>
        <p:spPr>
          <a:ln/>
        </p:spPr>
        <p:txBody>
          <a:bodyPr/>
          <a:lstStyle>
            <a:lvl1pPr>
              <a:defRPr/>
            </a:lvl1pPr>
          </a:lstStyle>
          <a:p>
            <a:fld id="{69DE675C-DAB7-3E4F-B9A0-70831398CD1E}" type="slidenum">
              <a:rPr lang="en-US" altLang="zh-CN"/>
              <a:pPr/>
              <a:t>‹#›</a:t>
            </a:fld>
            <a:endParaRPr lang="en-US" altLang="zh-CN"/>
          </a:p>
        </p:txBody>
      </p:sp>
    </p:spTree>
    <p:extLst>
      <p:ext uri="{BB962C8B-B14F-4D97-AF65-F5344CB8AC3E}">
        <p14:creationId xmlns:p14="http://schemas.microsoft.com/office/powerpoint/2010/main" val="2896330530"/>
      </p:ext>
    </p:extLst>
  </p:cSld>
  <p:clrMapOvr>
    <a:masterClrMapping/>
  </p:clrMapOvr>
  <p:transition spd="med">
    <p:random/>
    <p:sndAc>
      <p:stSnd>
        <p:snd r:embed="rId1" name="camera.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64C0261-028E-1D55-D877-A89AC97FD8FC}"/>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4" name="Rectangle 5">
            <a:extLst>
              <a:ext uri="{FF2B5EF4-FFF2-40B4-BE49-F238E27FC236}">
                <a16:creationId xmlns:a16="http://schemas.microsoft.com/office/drawing/2014/main" id="{5B5C26C7-9D03-81D1-0928-F9587BEBDF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8E0EC85-DC65-3849-5A21-2BE52F402E0B}"/>
              </a:ext>
            </a:extLst>
          </p:cNvPr>
          <p:cNvSpPr>
            <a:spLocks noGrp="1" noChangeArrowheads="1"/>
          </p:cNvSpPr>
          <p:nvPr>
            <p:ph type="sldNum" sz="quarter" idx="12"/>
          </p:nvPr>
        </p:nvSpPr>
        <p:spPr>
          <a:ln/>
        </p:spPr>
        <p:txBody>
          <a:bodyPr/>
          <a:lstStyle>
            <a:lvl1pPr>
              <a:defRPr/>
            </a:lvl1pPr>
          </a:lstStyle>
          <a:p>
            <a:fld id="{69FB0288-E1CE-3244-87FF-6CA8925BE844}" type="slidenum">
              <a:rPr lang="en-US" altLang="zh-CN"/>
              <a:pPr/>
              <a:t>‹#›</a:t>
            </a:fld>
            <a:endParaRPr lang="en-US" altLang="zh-CN"/>
          </a:p>
        </p:txBody>
      </p:sp>
    </p:spTree>
    <p:extLst>
      <p:ext uri="{BB962C8B-B14F-4D97-AF65-F5344CB8AC3E}">
        <p14:creationId xmlns:p14="http://schemas.microsoft.com/office/powerpoint/2010/main" val="35361716"/>
      </p:ext>
    </p:extLst>
  </p:cSld>
  <p:clrMapOvr>
    <a:masterClrMapping/>
  </p:clrMapOvr>
  <p:transition spd="med">
    <p:random/>
    <p:sndAc>
      <p:stSnd>
        <p:snd r:embed="rId1" name="camera.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AFE59E8-EBC8-53A9-5887-0EF87562F094}"/>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3" name="Rectangle 5">
            <a:extLst>
              <a:ext uri="{FF2B5EF4-FFF2-40B4-BE49-F238E27FC236}">
                <a16:creationId xmlns:a16="http://schemas.microsoft.com/office/drawing/2014/main" id="{34975DF0-6444-128E-EB92-74D15FE9B3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6F912FC4-BDE9-9F1C-0900-8C8C21F50CF4}"/>
              </a:ext>
            </a:extLst>
          </p:cNvPr>
          <p:cNvSpPr>
            <a:spLocks noGrp="1" noChangeArrowheads="1"/>
          </p:cNvSpPr>
          <p:nvPr>
            <p:ph type="sldNum" sz="quarter" idx="12"/>
          </p:nvPr>
        </p:nvSpPr>
        <p:spPr>
          <a:ln/>
        </p:spPr>
        <p:txBody>
          <a:bodyPr/>
          <a:lstStyle>
            <a:lvl1pPr>
              <a:defRPr/>
            </a:lvl1pPr>
          </a:lstStyle>
          <a:p>
            <a:fld id="{13A9584C-CBDA-5245-9F97-FD21BEEF5DE1}" type="slidenum">
              <a:rPr lang="en-US" altLang="zh-CN"/>
              <a:pPr/>
              <a:t>‹#›</a:t>
            </a:fld>
            <a:endParaRPr lang="en-US" altLang="zh-CN"/>
          </a:p>
        </p:txBody>
      </p:sp>
    </p:spTree>
    <p:extLst>
      <p:ext uri="{BB962C8B-B14F-4D97-AF65-F5344CB8AC3E}">
        <p14:creationId xmlns:p14="http://schemas.microsoft.com/office/powerpoint/2010/main" val="3977472801"/>
      </p:ext>
    </p:extLst>
  </p:cSld>
  <p:clrMapOvr>
    <a:masterClrMapping/>
  </p:clrMapOvr>
  <p:transition spd="med">
    <p:random/>
    <p:sndAc>
      <p:stSnd>
        <p:snd r:embed="rId1" name="camera.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C841217-E65E-75B2-5CA5-505379D73CCA}"/>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C2D06060-016A-F9E6-437B-E839F03D8C5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1FB99A9-6095-A6B6-99C0-B3BA3A871A77}"/>
              </a:ext>
            </a:extLst>
          </p:cNvPr>
          <p:cNvSpPr>
            <a:spLocks noGrp="1" noChangeArrowheads="1"/>
          </p:cNvSpPr>
          <p:nvPr>
            <p:ph type="sldNum" sz="quarter" idx="12"/>
          </p:nvPr>
        </p:nvSpPr>
        <p:spPr>
          <a:ln/>
        </p:spPr>
        <p:txBody>
          <a:bodyPr/>
          <a:lstStyle>
            <a:lvl1pPr>
              <a:defRPr/>
            </a:lvl1pPr>
          </a:lstStyle>
          <a:p>
            <a:fld id="{DD25449A-B19A-5D4A-893C-47E85E60718E}" type="slidenum">
              <a:rPr lang="en-US" altLang="zh-CN"/>
              <a:pPr/>
              <a:t>‹#›</a:t>
            </a:fld>
            <a:endParaRPr lang="en-US" altLang="zh-CN"/>
          </a:p>
        </p:txBody>
      </p:sp>
    </p:spTree>
    <p:extLst>
      <p:ext uri="{BB962C8B-B14F-4D97-AF65-F5344CB8AC3E}">
        <p14:creationId xmlns:p14="http://schemas.microsoft.com/office/powerpoint/2010/main" val="4219620161"/>
      </p:ext>
    </p:extLst>
  </p:cSld>
  <p:clrMapOvr>
    <a:masterClrMapping/>
  </p:clrMapOvr>
  <p:transition spd="med">
    <p:random/>
    <p:sndAc>
      <p:stSnd>
        <p:snd r:embed="rId1" name="camera.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78F264C-8386-26EF-0175-10110FE92F58}"/>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D6D3F77E-FE46-4984-428E-29B178BA14C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A9FF9AB-F882-8D4E-1899-5B93B2490E4C}"/>
              </a:ext>
            </a:extLst>
          </p:cNvPr>
          <p:cNvSpPr>
            <a:spLocks noGrp="1" noChangeArrowheads="1"/>
          </p:cNvSpPr>
          <p:nvPr>
            <p:ph type="sldNum" sz="quarter" idx="12"/>
          </p:nvPr>
        </p:nvSpPr>
        <p:spPr>
          <a:ln/>
        </p:spPr>
        <p:txBody>
          <a:bodyPr/>
          <a:lstStyle>
            <a:lvl1pPr>
              <a:defRPr/>
            </a:lvl1pPr>
          </a:lstStyle>
          <a:p>
            <a:fld id="{B41175B6-6DF5-8740-85B6-281462E743D0}" type="slidenum">
              <a:rPr lang="en-US" altLang="zh-CN"/>
              <a:pPr/>
              <a:t>‹#›</a:t>
            </a:fld>
            <a:endParaRPr lang="en-US" altLang="zh-CN"/>
          </a:p>
        </p:txBody>
      </p:sp>
    </p:spTree>
    <p:extLst>
      <p:ext uri="{BB962C8B-B14F-4D97-AF65-F5344CB8AC3E}">
        <p14:creationId xmlns:p14="http://schemas.microsoft.com/office/powerpoint/2010/main" val="692326798"/>
      </p:ext>
    </p:extLst>
  </p:cSld>
  <p:clrMapOvr>
    <a:masterClrMapping/>
  </p:clrMapOvr>
  <p:transition spd="med">
    <p:random/>
    <p:sndAc>
      <p:stSnd>
        <p:snd r:embed="rId1" name="camera.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E4D8B25-7F5B-DAAA-CEC8-DD542187F3E6}"/>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5FCD6A11-FD52-AA2F-392A-A878F89C1D6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91C407C-1B58-C4D9-27C2-9ABA0EB83D6E}"/>
              </a:ext>
            </a:extLst>
          </p:cNvPr>
          <p:cNvSpPr>
            <a:spLocks noGrp="1" noChangeArrowheads="1"/>
          </p:cNvSpPr>
          <p:nvPr>
            <p:ph type="sldNum" sz="quarter" idx="12"/>
          </p:nvPr>
        </p:nvSpPr>
        <p:spPr>
          <a:ln/>
        </p:spPr>
        <p:txBody>
          <a:bodyPr/>
          <a:lstStyle>
            <a:lvl1pPr>
              <a:defRPr/>
            </a:lvl1pPr>
          </a:lstStyle>
          <a:p>
            <a:fld id="{45C47196-1E6D-5B48-8296-EC8CB47C709D}" type="slidenum">
              <a:rPr lang="en-US" altLang="zh-CN"/>
              <a:pPr/>
              <a:t>‹#›</a:t>
            </a:fld>
            <a:endParaRPr lang="en-US" altLang="zh-CN"/>
          </a:p>
        </p:txBody>
      </p:sp>
    </p:spTree>
    <p:extLst>
      <p:ext uri="{BB962C8B-B14F-4D97-AF65-F5344CB8AC3E}">
        <p14:creationId xmlns:p14="http://schemas.microsoft.com/office/powerpoint/2010/main" val="3768974697"/>
      </p:ext>
    </p:extLst>
  </p:cSld>
  <p:clrMapOvr>
    <a:masterClrMapping/>
  </p:clrMapOvr>
  <p:transition spd="med">
    <p:random/>
    <p:sndAc>
      <p:stSnd>
        <p:snd r:embed="rId1" name="camera.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4C72992-3F93-AD43-0A9D-EC3D8347A35F}"/>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05B9239E-59C7-5E83-8A9F-9764361184B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3EFC86D-726D-50D0-3E4C-1091C21892AD}"/>
              </a:ext>
            </a:extLst>
          </p:cNvPr>
          <p:cNvSpPr>
            <a:spLocks noGrp="1" noChangeArrowheads="1"/>
          </p:cNvSpPr>
          <p:nvPr>
            <p:ph type="sldNum" sz="quarter" idx="12"/>
          </p:nvPr>
        </p:nvSpPr>
        <p:spPr>
          <a:ln/>
        </p:spPr>
        <p:txBody>
          <a:bodyPr/>
          <a:lstStyle>
            <a:lvl1pPr>
              <a:defRPr/>
            </a:lvl1pPr>
          </a:lstStyle>
          <a:p>
            <a:fld id="{9DBA679F-1094-ED40-92CD-9EF2783EEDD2}" type="slidenum">
              <a:rPr lang="en-US" altLang="zh-CN"/>
              <a:pPr/>
              <a:t>‹#›</a:t>
            </a:fld>
            <a:endParaRPr lang="en-US" altLang="zh-CN"/>
          </a:p>
        </p:txBody>
      </p:sp>
    </p:spTree>
    <p:extLst>
      <p:ext uri="{BB962C8B-B14F-4D97-AF65-F5344CB8AC3E}">
        <p14:creationId xmlns:p14="http://schemas.microsoft.com/office/powerpoint/2010/main" val="4213775093"/>
      </p:ext>
    </p:extLst>
  </p:cSld>
  <p:clrMapOvr>
    <a:masterClrMapping/>
  </p:clrMapOvr>
  <p:transition spd="med">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oleObject" Target="../embeddings/oleObject2.bin"/><Relationship Id="rId2" Type="http://schemas.openxmlformats.org/officeDocument/2006/relationships/slideLayout" Target="../slideLayouts/slideLayout13.xml"/><Relationship Id="rId16"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audio" Target="../media/audio1.wav"/><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7364CFDB-2EC0-CF33-3B54-8FA01B1DFCF0}"/>
              </a:ext>
            </a:extLst>
          </p:cNvPr>
          <p:cNvSpPr>
            <a:spLocks noGrp="1" noChangeArrowheads="1"/>
          </p:cNvSpPr>
          <p:nvPr>
            <p:ph type="body" idx="1"/>
          </p:nvPr>
        </p:nvSpPr>
        <p:spPr bwMode="auto">
          <a:xfrm>
            <a:off x="457200" y="163988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556" name="Rectangle 4">
            <a:extLst>
              <a:ext uri="{FF2B5EF4-FFF2-40B4-BE49-F238E27FC236}">
                <a16:creationId xmlns:a16="http://schemas.microsoft.com/office/drawing/2014/main" id="{C2CE6060-D995-067B-560F-1F50758F10DB}"/>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zh-CN" altLang="en-US"/>
              <a:t>2003年9月28日</a:t>
            </a:r>
            <a:endParaRPr lang="en-US" altLang="zh-CN"/>
          </a:p>
        </p:txBody>
      </p:sp>
      <p:sp>
        <p:nvSpPr>
          <p:cNvPr id="23557" name="Rectangle 5">
            <a:extLst>
              <a:ext uri="{FF2B5EF4-FFF2-40B4-BE49-F238E27FC236}">
                <a16:creationId xmlns:a16="http://schemas.microsoft.com/office/drawing/2014/main" id="{0EFAD379-9C65-747B-CA2B-05CE623C8B07}"/>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23558" name="Rectangle 6">
            <a:extLst>
              <a:ext uri="{FF2B5EF4-FFF2-40B4-BE49-F238E27FC236}">
                <a16:creationId xmlns:a16="http://schemas.microsoft.com/office/drawing/2014/main" id="{70680F29-2211-1A71-89C5-17070C8DAC48}"/>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1342D962-C821-BD41-B195-25F52F43215A}" type="slidenum">
              <a:rPr lang="en-US" altLang="zh-CN"/>
              <a:pPr/>
              <a:t>‹#›</a:t>
            </a:fld>
            <a:endParaRPr lang="en-US" altLang="zh-CN"/>
          </a:p>
        </p:txBody>
      </p:sp>
      <p:sp>
        <p:nvSpPr>
          <p:cNvPr id="23560" name="Rectangle 8">
            <a:extLst>
              <a:ext uri="{FF2B5EF4-FFF2-40B4-BE49-F238E27FC236}">
                <a16:creationId xmlns:a16="http://schemas.microsoft.com/office/drawing/2014/main" id="{9F2EC45B-DBE1-2CA3-5F9A-CE5E8236D571}"/>
              </a:ext>
            </a:extLst>
          </p:cNvPr>
          <p:cNvSpPr>
            <a:spLocks noGrp="1" noRot="1" noChangeArrowheads="1"/>
          </p:cNvSpPr>
          <p:nvPr>
            <p:ph type="title"/>
          </p:nvPr>
        </p:nvSpPr>
        <p:spPr bwMode="auto">
          <a:xfrm>
            <a:off x="1692275" y="188913"/>
            <a:ext cx="7200900" cy="9271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aphicFrame>
        <p:nvGraphicFramePr>
          <p:cNvPr id="1031" name="Object 9">
            <a:extLst>
              <a:ext uri="{FF2B5EF4-FFF2-40B4-BE49-F238E27FC236}">
                <a16:creationId xmlns:a16="http://schemas.microsoft.com/office/drawing/2014/main" id="{4CA175ED-FD8F-A51F-E3C4-942757654BB8}"/>
              </a:ext>
            </a:extLst>
          </p:cNvPr>
          <p:cNvGraphicFramePr>
            <a:graphicFrameLocks noChangeAspect="1"/>
          </p:cNvGraphicFramePr>
          <p:nvPr userDrawn="1"/>
        </p:nvGraphicFramePr>
        <p:xfrm>
          <a:off x="0" y="0"/>
          <a:ext cx="1371600" cy="1327150"/>
        </p:xfrm>
        <a:graphic>
          <a:graphicData uri="http://schemas.openxmlformats.org/presentationml/2006/ole">
            <mc:AlternateContent xmlns:mc="http://schemas.openxmlformats.org/markup-compatibility/2006">
              <mc:Choice xmlns:v="urn:schemas-microsoft-com:vml" Requires="v">
                <p:oleObj name="位图图像" r:id="rId13" imgW="603250" imgH="584200" progId="Paint.Picture">
                  <p:embed/>
                </p:oleObj>
              </mc:Choice>
              <mc:Fallback>
                <p:oleObj name="位图图像" r:id="rId13" imgW="603250" imgH="584200" progId="Paint.Picture">
                  <p:embed/>
                  <p:pic>
                    <p:nvPicPr>
                      <p:cNvPr id="0" name="Object 9"/>
                      <p:cNvPicPr>
                        <a:picLocks noChangeAspect="1" noChangeArrowheads="1"/>
                      </p:cNvPicPr>
                      <p:nvPr/>
                    </p:nvPicPr>
                    <p:blipFill>
                      <a:blip r:embed="rId14">
                        <a:clrChange>
                          <a:clrFrom>
                            <a:srgbClr val="FFFFFF"/>
                          </a:clrFrom>
                          <a:clrTo>
                            <a:srgbClr val="FFFFFF">
                              <a:alpha val="0"/>
                            </a:srgbClr>
                          </a:clrTo>
                        </a:clrChange>
                        <a:lum bright="-12000" contrast="30000"/>
                        <a:extLst>
                          <a:ext uri="{28A0092B-C50C-407E-A947-70E740481C1C}">
                            <a14:useLocalDpi xmlns:a14="http://schemas.microsoft.com/office/drawing/2010/main" val="0"/>
                          </a:ext>
                        </a:extLst>
                      </a:blip>
                      <a:srcRect/>
                      <a:stretch>
                        <a:fillRect/>
                      </a:stretch>
                    </p:blipFill>
                    <p:spPr bwMode="auto">
                      <a:xfrm>
                        <a:off x="0" y="0"/>
                        <a:ext cx="137160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2" name="WordArt 10">
            <a:extLst>
              <a:ext uri="{FF2B5EF4-FFF2-40B4-BE49-F238E27FC236}">
                <a16:creationId xmlns:a16="http://schemas.microsoft.com/office/drawing/2014/main" id="{9AEBB6BB-22F8-0DCB-F3AF-4726DE495265}"/>
              </a:ext>
            </a:extLst>
          </p:cNvPr>
          <p:cNvSpPr>
            <a:spLocks noChangeArrowheads="1" noChangeShapeType="1" noTextEdit="1"/>
          </p:cNvSpPr>
          <p:nvPr userDrawn="1"/>
        </p:nvSpPr>
        <p:spPr bwMode="auto">
          <a:xfrm>
            <a:off x="323850" y="1268413"/>
            <a:ext cx="8820150" cy="215900"/>
          </a:xfrm>
          <a:prstGeom prst="rect">
            <a:avLst/>
          </a:prstGeom>
        </p:spPr>
        <p:txBody>
          <a:bodyPr wrap="none" fromWordArt="1">
            <a:prstTxWarp prst="textWave4">
              <a:avLst>
                <a:gd name="adj1" fmla="val 6500"/>
                <a:gd name="adj2" fmla="val 0"/>
              </a:avLst>
            </a:prstTxWarp>
          </a:bodyPr>
          <a:lstStyle/>
          <a:p>
            <a:pPr algn="ctr"/>
            <a:r>
              <a:rPr lang="en" altLang="zh-CN"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rPr>
              <a:t>School of Software,Yunnan University</a:t>
            </a:r>
            <a:endParaRPr lang="zh-CN" altLang="en-US"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ransition>
    <p:cover dir="r"/>
  </p:transition>
  <p:hf hdr="0" ftr="0"/>
  <p:txStyles>
    <p:titleStyle>
      <a:lvl1pPr algn="ctr" rtl="0" eaLnBrk="0" fontAlgn="base" hangingPunct="0">
        <a:spcBef>
          <a:spcPct val="0"/>
        </a:spcBef>
        <a:spcAft>
          <a:spcPct val="0"/>
        </a:spcAft>
        <a:defRPr sz="4400" b="1" kern="1200">
          <a:solidFill>
            <a:srgbClr val="E4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2pPr>
      <a:lvl3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3pPr>
      <a:lvl4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4pPr>
      <a:lvl5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5pPr>
      <a:lvl6pPr marL="4572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6pPr>
      <a:lvl7pPr marL="9144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7pPr>
      <a:lvl8pPr marL="13716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8pPr>
      <a:lvl9pPr marL="18288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b="1" kern="1200">
          <a:solidFill>
            <a:srgbClr val="000000"/>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b="1" kern="1200">
          <a:solidFill>
            <a:srgbClr val="0033CC"/>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lr>
          <a:schemeClr val="hlink"/>
        </a:buClr>
        <a:buSzPct val="95000"/>
        <a:buFont typeface="Wingdings 2" pitchFamily="2" charset="2"/>
        <a:buChar char="¡"/>
        <a:defRPr sz="2400" b="1" kern="1200">
          <a:solidFill>
            <a:srgbClr val="660033"/>
          </a:solidFill>
          <a:effectLst>
            <a:outerShdw blurRad="38100" dist="38100" dir="2700000" algn="tl">
              <a:srgbClr val="C0C0C0"/>
            </a:outerShdw>
          </a:effectLst>
          <a:latin typeface="+mn-lt"/>
          <a:ea typeface="幼圆" panose="02010509060101010101" pitchFamily="49" charset="-122"/>
          <a:cs typeface="+mn-cs"/>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b="1" kern="1200">
          <a:solidFill>
            <a:srgbClr val="0066CC"/>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lr>
          <a:schemeClr val="hlink"/>
        </a:buClr>
        <a:buFont typeface="Wingdings 2" pitchFamily="2" charset="2"/>
        <a:buChar char="¡"/>
        <a:defRPr sz="2000" b="1" kern="1200">
          <a:solidFill>
            <a:srgbClr val="FF0000"/>
          </a:solidFill>
          <a:latin typeface="+mn-lt"/>
          <a:ea typeface="楷体_GB2312"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823A24F3-7DED-C390-1636-8DB952B8D1E8}"/>
              </a:ext>
            </a:extLst>
          </p:cNvPr>
          <p:cNvGrpSpPr>
            <a:grpSpLocks/>
          </p:cNvGrpSpPr>
          <p:nvPr/>
        </p:nvGrpSpPr>
        <p:grpSpPr bwMode="auto">
          <a:xfrm>
            <a:off x="566738" y="0"/>
            <a:ext cx="7891462" cy="6821488"/>
            <a:chOff x="349" y="23"/>
            <a:chExt cx="4971" cy="4297"/>
          </a:xfrm>
        </p:grpSpPr>
        <p:sp>
          <p:nvSpPr>
            <p:cNvPr id="2158" name="Rectangle 3">
              <a:extLst>
                <a:ext uri="{FF2B5EF4-FFF2-40B4-BE49-F238E27FC236}">
                  <a16:creationId xmlns:a16="http://schemas.microsoft.com/office/drawing/2014/main" id="{D87F0173-EB7C-B299-61A9-094EF6E7480C}"/>
                </a:ext>
              </a:extLst>
            </p:cNvPr>
            <p:cNvSpPr>
              <a:spLocks noChangeArrowheads="1"/>
            </p:cNvSpPr>
            <p:nvPr/>
          </p:nvSpPr>
          <p:spPr bwMode="auto">
            <a:xfrm>
              <a:off x="38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59" name="Freeform 4">
              <a:extLst>
                <a:ext uri="{FF2B5EF4-FFF2-40B4-BE49-F238E27FC236}">
                  <a16:creationId xmlns:a16="http://schemas.microsoft.com/office/drawing/2014/main" id="{E50FFA00-DFA4-CC43-F5D5-E89AD4EC8D22}"/>
                </a:ext>
              </a:extLst>
            </p:cNvPr>
            <p:cNvSpPr>
              <a:spLocks noEditPoints="1"/>
            </p:cNvSpPr>
            <p:nvPr/>
          </p:nvSpPr>
          <p:spPr bwMode="auto">
            <a:xfrm>
              <a:off x="38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0" name="Freeform 5">
              <a:extLst>
                <a:ext uri="{FF2B5EF4-FFF2-40B4-BE49-F238E27FC236}">
                  <a16:creationId xmlns:a16="http://schemas.microsoft.com/office/drawing/2014/main" id="{28F44248-2876-85EA-2284-EDEC3B8AD543}"/>
                </a:ext>
              </a:extLst>
            </p:cNvPr>
            <p:cNvSpPr>
              <a:spLocks noEditPoints="1"/>
            </p:cNvSpPr>
            <p:nvPr/>
          </p:nvSpPr>
          <p:spPr bwMode="auto">
            <a:xfrm>
              <a:off x="38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1" name="Freeform 6">
              <a:extLst>
                <a:ext uri="{FF2B5EF4-FFF2-40B4-BE49-F238E27FC236}">
                  <a16:creationId xmlns:a16="http://schemas.microsoft.com/office/drawing/2014/main" id="{15FA6DE6-471B-2FA8-0AA2-0C0161250FDB}"/>
                </a:ext>
              </a:extLst>
            </p:cNvPr>
            <p:cNvSpPr>
              <a:spLocks noEditPoints="1"/>
            </p:cNvSpPr>
            <p:nvPr/>
          </p:nvSpPr>
          <p:spPr bwMode="auto">
            <a:xfrm>
              <a:off x="38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2" name="Freeform 7">
              <a:extLst>
                <a:ext uri="{FF2B5EF4-FFF2-40B4-BE49-F238E27FC236}">
                  <a16:creationId xmlns:a16="http://schemas.microsoft.com/office/drawing/2014/main" id="{EAED85B3-6882-754E-2DD7-244A2C01100D}"/>
                </a:ext>
              </a:extLst>
            </p:cNvPr>
            <p:cNvSpPr>
              <a:spLocks noEditPoints="1"/>
            </p:cNvSpPr>
            <p:nvPr/>
          </p:nvSpPr>
          <p:spPr bwMode="auto">
            <a:xfrm>
              <a:off x="38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3" name="Freeform 8">
              <a:extLst>
                <a:ext uri="{FF2B5EF4-FFF2-40B4-BE49-F238E27FC236}">
                  <a16:creationId xmlns:a16="http://schemas.microsoft.com/office/drawing/2014/main" id="{B9C6980D-E053-17AD-A776-D55BBAAC10F9}"/>
                </a:ext>
              </a:extLst>
            </p:cNvPr>
            <p:cNvSpPr>
              <a:spLocks noEditPoints="1"/>
            </p:cNvSpPr>
            <p:nvPr/>
          </p:nvSpPr>
          <p:spPr bwMode="auto">
            <a:xfrm>
              <a:off x="38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4" name="Freeform 9">
              <a:extLst>
                <a:ext uri="{FF2B5EF4-FFF2-40B4-BE49-F238E27FC236}">
                  <a16:creationId xmlns:a16="http://schemas.microsoft.com/office/drawing/2014/main" id="{1E9C4234-C942-CDCB-EACF-1523A916F0EF}"/>
                </a:ext>
              </a:extLst>
            </p:cNvPr>
            <p:cNvSpPr>
              <a:spLocks noEditPoints="1"/>
            </p:cNvSpPr>
            <p:nvPr/>
          </p:nvSpPr>
          <p:spPr bwMode="auto">
            <a:xfrm>
              <a:off x="38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5" name="Freeform 10">
              <a:extLst>
                <a:ext uri="{FF2B5EF4-FFF2-40B4-BE49-F238E27FC236}">
                  <a16:creationId xmlns:a16="http://schemas.microsoft.com/office/drawing/2014/main" id="{C18BC79C-F93B-FC4A-5F0F-9568E1EFD8A6}"/>
                </a:ext>
              </a:extLst>
            </p:cNvPr>
            <p:cNvSpPr>
              <a:spLocks noEditPoints="1"/>
            </p:cNvSpPr>
            <p:nvPr/>
          </p:nvSpPr>
          <p:spPr bwMode="auto">
            <a:xfrm>
              <a:off x="38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6" name="Freeform 11">
              <a:extLst>
                <a:ext uri="{FF2B5EF4-FFF2-40B4-BE49-F238E27FC236}">
                  <a16:creationId xmlns:a16="http://schemas.microsoft.com/office/drawing/2014/main" id="{31AF7E49-E0F4-A8A9-B18B-D44FA6A897F5}"/>
                </a:ext>
              </a:extLst>
            </p:cNvPr>
            <p:cNvSpPr>
              <a:spLocks noEditPoints="1"/>
            </p:cNvSpPr>
            <p:nvPr/>
          </p:nvSpPr>
          <p:spPr bwMode="auto">
            <a:xfrm>
              <a:off x="38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7" name="Freeform 12">
              <a:extLst>
                <a:ext uri="{FF2B5EF4-FFF2-40B4-BE49-F238E27FC236}">
                  <a16:creationId xmlns:a16="http://schemas.microsoft.com/office/drawing/2014/main" id="{6B977A4C-F443-896C-1B80-CEB89C265ACA}"/>
                </a:ext>
              </a:extLst>
            </p:cNvPr>
            <p:cNvSpPr>
              <a:spLocks noEditPoints="1"/>
            </p:cNvSpPr>
            <p:nvPr/>
          </p:nvSpPr>
          <p:spPr bwMode="auto">
            <a:xfrm>
              <a:off x="38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8" name="Freeform 13">
              <a:extLst>
                <a:ext uri="{FF2B5EF4-FFF2-40B4-BE49-F238E27FC236}">
                  <a16:creationId xmlns:a16="http://schemas.microsoft.com/office/drawing/2014/main" id="{C1902548-B70A-4999-86D2-B81CB2144F3A}"/>
                </a:ext>
              </a:extLst>
            </p:cNvPr>
            <p:cNvSpPr>
              <a:spLocks noEditPoints="1"/>
            </p:cNvSpPr>
            <p:nvPr/>
          </p:nvSpPr>
          <p:spPr bwMode="auto">
            <a:xfrm>
              <a:off x="38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9" name="Rectangle 14">
              <a:extLst>
                <a:ext uri="{FF2B5EF4-FFF2-40B4-BE49-F238E27FC236}">
                  <a16:creationId xmlns:a16="http://schemas.microsoft.com/office/drawing/2014/main" id="{64EADCA4-27F6-5838-5DE2-76C11F48B522}"/>
                </a:ext>
              </a:extLst>
            </p:cNvPr>
            <p:cNvSpPr>
              <a:spLocks noChangeArrowheads="1"/>
            </p:cNvSpPr>
            <p:nvPr/>
          </p:nvSpPr>
          <p:spPr bwMode="auto">
            <a:xfrm>
              <a:off x="38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70" name="Rectangle 15">
              <a:extLst>
                <a:ext uri="{FF2B5EF4-FFF2-40B4-BE49-F238E27FC236}">
                  <a16:creationId xmlns:a16="http://schemas.microsoft.com/office/drawing/2014/main" id="{0031F14D-44B1-1288-F8E0-AB3E9FA9742C}"/>
                </a:ext>
              </a:extLst>
            </p:cNvPr>
            <p:cNvSpPr>
              <a:spLocks noChangeArrowheads="1"/>
            </p:cNvSpPr>
            <p:nvPr/>
          </p:nvSpPr>
          <p:spPr bwMode="auto">
            <a:xfrm>
              <a:off x="82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71" name="Freeform 16">
              <a:extLst>
                <a:ext uri="{FF2B5EF4-FFF2-40B4-BE49-F238E27FC236}">
                  <a16:creationId xmlns:a16="http://schemas.microsoft.com/office/drawing/2014/main" id="{23979F98-E639-1BAD-9C42-40EA40431B50}"/>
                </a:ext>
              </a:extLst>
            </p:cNvPr>
            <p:cNvSpPr>
              <a:spLocks noEditPoints="1"/>
            </p:cNvSpPr>
            <p:nvPr/>
          </p:nvSpPr>
          <p:spPr bwMode="auto">
            <a:xfrm>
              <a:off x="82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2" name="Freeform 17">
              <a:extLst>
                <a:ext uri="{FF2B5EF4-FFF2-40B4-BE49-F238E27FC236}">
                  <a16:creationId xmlns:a16="http://schemas.microsoft.com/office/drawing/2014/main" id="{69C83925-8D27-4B09-77A8-011DDA12427D}"/>
                </a:ext>
              </a:extLst>
            </p:cNvPr>
            <p:cNvSpPr>
              <a:spLocks noEditPoints="1"/>
            </p:cNvSpPr>
            <p:nvPr/>
          </p:nvSpPr>
          <p:spPr bwMode="auto">
            <a:xfrm>
              <a:off x="82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3" name="Freeform 18">
              <a:extLst>
                <a:ext uri="{FF2B5EF4-FFF2-40B4-BE49-F238E27FC236}">
                  <a16:creationId xmlns:a16="http://schemas.microsoft.com/office/drawing/2014/main" id="{B6C0D9A4-64BC-3B3A-561A-0B21A67C975F}"/>
                </a:ext>
              </a:extLst>
            </p:cNvPr>
            <p:cNvSpPr>
              <a:spLocks noEditPoints="1"/>
            </p:cNvSpPr>
            <p:nvPr/>
          </p:nvSpPr>
          <p:spPr bwMode="auto">
            <a:xfrm>
              <a:off x="82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4" name="Freeform 19">
              <a:extLst>
                <a:ext uri="{FF2B5EF4-FFF2-40B4-BE49-F238E27FC236}">
                  <a16:creationId xmlns:a16="http://schemas.microsoft.com/office/drawing/2014/main" id="{74CCA04D-76B9-366B-5F48-4D5A1E874972}"/>
                </a:ext>
              </a:extLst>
            </p:cNvPr>
            <p:cNvSpPr>
              <a:spLocks noEditPoints="1"/>
            </p:cNvSpPr>
            <p:nvPr/>
          </p:nvSpPr>
          <p:spPr bwMode="auto">
            <a:xfrm>
              <a:off x="82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5" name="Freeform 20">
              <a:extLst>
                <a:ext uri="{FF2B5EF4-FFF2-40B4-BE49-F238E27FC236}">
                  <a16:creationId xmlns:a16="http://schemas.microsoft.com/office/drawing/2014/main" id="{1FBB1663-6180-A28C-7FDD-F786EE430235}"/>
                </a:ext>
              </a:extLst>
            </p:cNvPr>
            <p:cNvSpPr>
              <a:spLocks noEditPoints="1"/>
            </p:cNvSpPr>
            <p:nvPr/>
          </p:nvSpPr>
          <p:spPr bwMode="auto">
            <a:xfrm>
              <a:off x="82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6" name="Freeform 21">
              <a:extLst>
                <a:ext uri="{FF2B5EF4-FFF2-40B4-BE49-F238E27FC236}">
                  <a16:creationId xmlns:a16="http://schemas.microsoft.com/office/drawing/2014/main" id="{A3284283-E690-BC9A-A8F7-FF75E99E6C2C}"/>
                </a:ext>
              </a:extLst>
            </p:cNvPr>
            <p:cNvSpPr>
              <a:spLocks noEditPoints="1"/>
            </p:cNvSpPr>
            <p:nvPr/>
          </p:nvSpPr>
          <p:spPr bwMode="auto">
            <a:xfrm>
              <a:off x="82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7" name="Freeform 22">
              <a:extLst>
                <a:ext uri="{FF2B5EF4-FFF2-40B4-BE49-F238E27FC236}">
                  <a16:creationId xmlns:a16="http://schemas.microsoft.com/office/drawing/2014/main" id="{221703DE-757E-8C4D-1C2A-87683A7B1765}"/>
                </a:ext>
              </a:extLst>
            </p:cNvPr>
            <p:cNvSpPr>
              <a:spLocks noEditPoints="1"/>
            </p:cNvSpPr>
            <p:nvPr/>
          </p:nvSpPr>
          <p:spPr bwMode="auto">
            <a:xfrm>
              <a:off x="82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8" name="Freeform 23">
              <a:extLst>
                <a:ext uri="{FF2B5EF4-FFF2-40B4-BE49-F238E27FC236}">
                  <a16:creationId xmlns:a16="http://schemas.microsoft.com/office/drawing/2014/main" id="{3D5D415E-60CB-2C25-9F8B-12CB08CC09D1}"/>
                </a:ext>
              </a:extLst>
            </p:cNvPr>
            <p:cNvSpPr>
              <a:spLocks noEditPoints="1"/>
            </p:cNvSpPr>
            <p:nvPr/>
          </p:nvSpPr>
          <p:spPr bwMode="auto">
            <a:xfrm>
              <a:off x="82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9" name="Freeform 24">
              <a:extLst>
                <a:ext uri="{FF2B5EF4-FFF2-40B4-BE49-F238E27FC236}">
                  <a16:creationId xmlns:a16="http://schemas.microsoft.com/office/drawing/2014/main" id="{86EBA201-F634-2690-2854-63989B5AF13C}"/>
                </a:ext>
              </a:extLst>
            </p:cNvPr>
            <p:cNvSpPr>
              <a:spLocks noEditPoints="1"/>
            </p:cNvSpPr>
            <p:nvPr/>
          </p:nvSpPr>
          <p:spPr bwMode="auto">
            <a:xfrm>
              <a:off x="82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0" name="Freeform 25">
              <a:extLst>
                <a:ext uri="{FF2B5EF4-FFF2-40B4-BE49-F238E27FC236}">
                  <a16:creationId xmlns:a16="http://schemas.microsoft.com/office/drawing/2014/main" id="{015B4CEC-BA17-CC73-A0D4-541EA6ABE655}"/>
                </a:ext>
              </a:extLst>
            </p:cNvPr>
            <p:cNvSpPr>
              <a:spLocks noEditPoints="1"/>
            </p:cNvSpPr>
            <p:nvPr/>
          </p:nvSpPr>
          <p:spPr bwMode="auto">
            <a:xfrm>
              <a:off x="82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1" name="Rectangle 26">
              <a:extLst>
                <a:ext uri="{FF2B5EF4-FFF2-40B4-BE49-F238E27FC236}">
                  <a16:creationId xmlns:a16="http://schemas.microsoft.com/office/drawing/2014/main" id="{56540FAD-55FF-D101-71F8-D79C6D29DF5B}"/>
                </a:ext>
              </a:extLst>
            </p:cNvPr>
            <p:cNvSpPr>
              <a:spLocks noChangeArrowheads="1"/>
            </p:cNvSpPr>
            <p:nvPr/>
          </p:nvSpPr>
          <p:spPr bwMode="auto">
            <a:xfrm>
              <a:off x="82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82" name="Rectangle 27">
              <a:extLst>
                <a:ext uri="{FF2B5EF4-FFF2-40B4-BE49-F238E27FC236}">
                  <a16:creationId xmlns:a16="http://schemas.microsoft.com/office/drawing/2014/main" id="{87DCC71D-C65F-053F-E385-F17E9D36C910}"/>
                </a:ext>
              </a:extLst>
            </p:cNvPr>
            <p:cNvSpPr>
              <a:spLocks noChangeArrowheads="1"/>
            </p:cNvSpPr>
            <p:nvPr/>
          </p:nvSpPr>
          <p:spPr bwMode="auto">
            <a:xfrm>
              <a:off x="127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83" name="Freeform 28">
              <a:extLst>
                <a:ext uri="{FF2B5EF4-FFF2-40B4-BE49-F238E27FC236}">
                  <a16:creationId xmlns:a16="http://schemas.microsoft.com/office/drawing/2014/main" id="{0989EEF3-2C38-3CAD-84A1-DA8F24188010}"/>
                </a:ext>
              </a:extLst>
            </p:cNvPr>
            <p:cNvSpPr>
              <a:spLocks noEditPoints="1"/>
            </p:cNvSpPr>
            <p:nvPr/>
          </p:nvSpPr>
          <p:spPr bwMode="auto">
            <a:xfrm>
              <a:off x="127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4" name="Freeform 29">
              <a:extLst>
                <a:ext uri="{FF2B5EF4-FFF2-40B4-BE49-F238E27FC236}">
                  <a16:creationId xmlns:a16="http://schemas.microsoft.com/office/drawing/2014/main" id="{25B3B5AA-3225-2763-BD0B-3820D28A294C}"/>
                </a:ext>
              </a:extLst>
            </p:cNvPr>
            <p:cNvSpPr>
              <a:spLocks noEditPoints="1"/>
            </p:cNvSpPr>
            <p:nvPr/>
          </p:nvSpPr>
          <p:spPr bwMode="auto">
            <a:xfrm>
              <a:off x="127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5" name="Freeform 30">
              <a:extLst>
                <a:ext uri="{FF2B5EF4-FFF2-40B4-BE49-F238E27FC236}">
                  <a16:creationId xmlns:a16="http://schemas.microsoft.com/office/drawing/2014/main" id="{7FB6B90F-DB9C-A70A-9F6F-ACC2FCC96CF4}"/>
                </a:ext>
              </a:extLst>
            </p:cNvPr>
            <p:cNvSpPr>
              <a:spLocks noEditPoints="1"/>
            </p:cNvSpPr>
            <p:nvPr/>
          </p:nvSpPr>
          <p:spPr bwMode="auto">
            <a:xfrm>
              <a:off x="127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6" name="Freeform 31">
              <a:extLst>
                <a:ext uri="{FF2B5EF4-FFF2-40B4-BE49-F238E27FC236}">
                  <a16:creationId xmlns:a16="http://schemas.microsoft.com/office/drawing/2014/main" id="{96F33DA9-9DCE-63B9-F739-F55FFABE8913}"/>
                </a:ext>
              </a:extLst>
            </p:cNvPr>
            <p:cNvSpPr>
              <a:spLocks noEditPoints="1"/>
            </p:cNvSpPr>
            <p:nvPr/>
          </p:nvSpPr>
          <p:spPr bwMode="auto">
            <a:xfrm>
              <a:off x="127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7" name="Freeform 32">
              <a:extLst>
                <a:ext uri="{FF2B5EF4-FFF2-40B4-BE49-F238E27FC236}">
                  <a16:creationId xmlns:a16="http://schemas.microsoft.com/office/drawing/2014/main" id="{AC58B751-06C0-1FE5-3898-5F0CF5FBA8A7}"/>
                </a:ext>
              </a:extLst>
            </p:cNvPr>
            <p:cNvSpPr>
              <a:spLocks noEditPoints="1"/>
            </p:cNvSpPr>
            <p:nvPr/>
          </p:nvSpPr>
          <p:spPr bwMode="auto">
            <a:xfrm>
              <a:off x="127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8" name="Freeform 33">
              <a:extLst>
                <a:ext uri="{FF2B5EF4-FFF2-40B4-BE49-F238E27FC236}">
                  <a16:creationId xmlns:a16="http://schemas.microsoft.com/office/drawing/2014/main" id="{C999B347-6C5B-ECE9-54A2-A1FAA9389797}"/>
                </a:ext>
              </a:extLst>
            </p:cNvPr>
            <p:cNvSpPr>
              <a:spLocks noEditPoints="1"/>
            </p:cNvSpPr>
            <p:nvPr/>
          </p:nvSpPr>
          <p:spPr bwMode="auto">
            <a:xfrm>
              <a:off x="127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9" name="Freeform 34">
              <a:extLst>
                <a:ext uri="{FF2B5EF4-FFF2-40B4-BE49-F238E27FC236}">
                  <a16:creationId xmlns:a16="http://schemas.microsoft.com/office/drawing/2014/main" id="{366C78EF-E31B-3903-4A0D-1F89713F705E}"/>
                </a:ext>
              </a:extLst>
            </p:cNvPr>
            <p:cNvSpPr>
              <a:spLocks noEditPoints="1"/>
            </p:cNvSpPr>
            <p:nvPr/>
          </p:nvSpPr>
          <p:spPr bwMode="auto">
            <a:xfrm>
              <a:off x="127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0" name="Freeform 35">
              <a:extLst>
                <a:ext uri="{FF2B5EF4-FFF2-40B4-BE49-F238E27FC236}">
                  <a16:creationId xmlns:a16="http://schemas.microsoft.com/office/drawing/2014/main" id="{254B537D-C2AF-FD6F-B674-D69F52CAE20E}"/>
                </a:ext>
              </a:extLst>
            </p:cNvPr>
            <p:cNvSpPr>
              <a:spLocks noEditPoints="1"/>
            </p:cNvSpPr>
            <p:nvPr/>
          </p:nvSpPr>
          <p:spPr bwMode="auto">
            <a:xfrm>
              <a:off x="127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1" name="Freeform 36">
              <a:extLst>
                <a:ext uri="{FF2B5EF4-FFF2-40B4-BE49-F238E27FC236}">
                  <a16:creationId xmlns:a16="http://schemas.microsoft.com/office/drawing/2014/main" id="{0DD8EF52-00CC-8A74-DB95-F262B0F8E4A7}"/>
                </a:ext>
              </a:extLst>
            </p:cNvPr>
            <p:cNvSpPr>
              <a:spLocks noEditPoints="1"/>
            </p:cNvSpPr>
            <p:nvPr/>
          </p:nvSpPr>
          <p:spPr bwMode="auto">
            <a:xfrm>
              <a:off x="127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2" name="Freeform 37">
              <a:extLst>
                <a:ext uri="{FF2B5EF4-FFF2-40B4-BE49-F238E27FC236}">
                  <a16:creationId xmlns:a16="http://schemas.microsoft.com/office/drawing/2014/main" id="{8BC57A6B-7F9A-CDBA-BFAB-4429EB96A978}"/>
                </a:ext>
              </a:extLst>
            </p:cNvPr>
            <p:cNvSpPr>
              <a:spLocks noEditPoints="1"/>
            </p:cNvSpPr>
            <p:nvPr/>
          </p:nvSpPr>
          <p:spPr bwMode="auto">
            <a:xfrm>
              <a:off x="127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3" name="Rectangle 38">
              <a:extLst>
                <a:ext uri="{FF2B5EF4-FFF2-40B4-BE49-F238E27FC236}">
                  <a16:creationId xmlns:a16="http://schemas.microsoft.com/office/drawing/2014/main" id="{D8C26C81-BC92-03AC-64D3-7C39C817D7AD}"/>
                </a:ext>
              </a:extLst>
            </p:cNvPr>
            <p:cNvSpPr>
              <a:spLocks noChangeArrowheads="1"/>
            </p:cNvSpPr>
            <p:nvPr/>
          </p:nvSpPr>
          <p:spPr bwMode="auto">
            <a:xfrm>
              <a:off x="127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94" name="Rectangle 39">
              <a:extLst>
                <a:ext uri="{FF2B5EF4-FFF2-40B4-BE49-F238E27FC236}">
                  <a16:creationId xmlns:a16="http://schemas.microsoft.com/office/drawing/2014/main" id="{C5D4E6C5-BEB1-1C45-5BAB-1ABF61D91E2F}"/>
                </a:ext>
              </a:extLst>
            </p:cNvPr>
            <p:cNvSpPr>
              <a:spLocks noChangeArrowheads="1"/>
            </p:cNvSpPr>
            <p:nvPr/>
          </p:nvSpPr>
          <p:spPr bwMode="auto">
            <a:xfrm>
              <a:off x="172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95" name="Freeform 40">
              <a:extLst>
                <a:ext uri="{FF2B5EF4-FFF2-40B4-BE49-F238E27FC236}">
                  <a16:creationId xmlns:a16="http://schemas.microsoft.com/office/drawing/2014/main" id="{46B69FCC-E23B-BA66-28AD-0263AEC901CB}"/>
                </a:ext>
              </a:extLst>
            </p:cNvPr>
            <p:cNvSpPr>
              <a:spLocks noEditPoints="1"/>
            </p:cNvSpPr>
            <p:nvPr/>
          </p:nvSpPr>
          <p:spPr bwMode="auto">
            <a:xfrm>
              <a:off x="172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6" name="Freeform 41">
              <a:extLst>
                <a:ext uri="{FF2B5EF4-FFF2-40B4-BE49-F238E27FC236}">
                  <a16:creationId xmlns:a16="http://schemas.microsoft.com/office/drawing/2014/main" id="{3BA8085F-838E-47EF-3103-3E8970B7E3D0}"/>
                </a:ext>
              </a:extLst>
            </p:cNvPr>
            <p:cNvSpPr>
              <a:spLocks noEditPoints="1"/>
            </p:cNvSpPr>
            <p:nvPr/>
          </p:nvSpPr>
          <p:spPr bwMode="auto">
            <a:xfrm>
              <a:off x="172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7" name="Freeform 42">
              <a:extLst>
                <a:ext uri="{FF2B5EF4-FFF2-40B4-BE49-F238E27FC236}">
                  <a16:creationId xmlns:a16="http://schemas.microsoft.com/office/drawing/2014/main" id="{A05A650B-438C-67ED-3716-23266237F132}"/>
                </a:ext>
              </a:extLst>
            </p:cNvPr>
            <p:cNvSpPr>
              <a:spLocks noEditPoints="1"/>
            </p:cNvSpPr>
            <p:nvPr/>
          </p:nvSpPr>
          <p:spPr bwMode="auto">
            <a:xfrm>
              <a:off x="172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8" name="Freeform 43">
              <a:extLst>
                <a:ext uri="{FF2B5EF4-FFF2-40B4-BE49-F238E27FC236}">
                  <a16:creationId xmlns:a16="http://schemas.microsoft.com/office/drawing/2014/main" id="{F2C1DACB-1753-46C8-8A2B-4EDF6DD591A8}"/>
                </a:ext>
              </a:extLst>
            </p:cNvPr>
            <p:cNvSpPr>
              <a:spLocks noEditPoints="1"/>
            </p:cNvSpPr>
            <p:nvPr/>
          </p:nvSpPr>
          <p:spPr bwMode="auto">
            <a:xfrm>
              <a:off x="172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9" name="Freeform 44">
              <a:extLst>
                <a:ext uri="{FF2B5EF4-FFF2-40B4-BE49-F238E27FC236}">
                  <a16:creationId xmlns:a16="http://schemas.microsoft.com/office/drawing/2014/main" id="{3E58AC96-7C36-AE67-41B1-A8D4DB9F3166}"/>
                </a:ext>
              </a:extLst>
            </p:cNvPr>
            <p:cNvSpPr>
              <a:spLocks noEditPoints="1"/>
            </p:cNvSpPr>
            <p:nvPr/>
          </p:nvSpPr>
          <p:spPr bwMode="auto">
            <a:xfrm>
              <a:off x="172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0" name="Freeform 45">
              <a:extLst>
                <a:ext uri="{FF2B5EF4-FFF2-40B4-BE49-F238E27FC236}">
                  <a16:creationId xmlns:a16="http://schemas.microsoft.com/office/drawing/2014/main" id="{049484F4-69B5-26CF-2EDD-8F170B8B38AA}"/>
                </a:ext>
              </a:extLst>
            </p:cNvPr>
            <p:cNvSpPr>
              <a:spLocks noEditPoints="1"/>
            </p:cNvSpPr>
            <p:nvPr/>
          </p:nvSpPr>
          <p:spPr bwMode="auto">
            <a:xfrm>
              <a:off x="172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1" name="Freeform 46">
              <a:extLst>
                <a:ext uri="{FF2B5EF4-FFF2-40B4-BE49-F238E27FC236}">
                  <a16:creationId xmlns:a16="http://schemas.microsoft.com/office/drawing/2014/main" id="{742F0651-0ECE-7F0A-FB74-D85999C88405}"/>
                </a:ext>
              </a:extLst>
            </p:cNvPr>
            <p:cNvSpPr>
              <a:spLocks noEditPoints="1"/>
            </p:cNvSpPr>
            <p:nvPr/>
          </p:nvSpPr>
          <p:spPr bwMode="auto">
            <a:xfrm>
              <a:off x="172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2" name="Freeform 47">
              <a:extLst>
                <a:ext uri="{FF2B5EF4-FFF2-40B4-BE49-F238E27FC236}">
                  <a16:creationId xmlns:a16="http://schemas.microsoft.com/office/drawing/2014/main" id="{5CD141F2-39C4-297A-07D0-85ACC38D2611}"/>
                </a:ext>
              </a:extLst>
            </p:cNvPr>
            <p:cNvSpPr>
              <a:spLocks noEditPoints="1"/>
            </p:cNvSpPr>
            <p:nvPr/>
          </p:nvSpPr>
          <p:spPr bwMode="auto">
            <a:xfrm>
              <a:off x="172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3" name="Freeform 48">
              <a:extLst>
                <a:ext uri="{FF2B5EF4-FFF2-40B4-BE49-F238E27FC236}">
                  <a16:creationId xmlns:a16="http://schemas.microsoft.com/office/drawing/2014/main" id="{89A1B4BA-9EA8-1E49-E5AE-3CBCDB28ABFD}"/>
                </a:ext>
              </a:extLst>
            </p:cNvPr>
            <p:cNvSpPr>
              <a:spLocks noEditPoints="1"/>
            </p:cNvSpPr>
            <p:nvPr/>
          </p:nvSpPr>
          <p:spPr bwMode="auto">
            <a:xfrm>
              <a:off x="172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4" name="Freeform 49">
              <a:extLst>
                <a:ext uri="{FF2B5EF4-FFF2-40B4-BE49-F238E27FC236}">
                  <a16:creationId xmlns:a16="http://schemas.microsoft.com/office/drawing/2014/main" id="{B4DA97C0-D4C5-1463-7FB8-DB296B3E8843}"/>
                </a:ext>
              </a:extLst>
            </p:cNvPr>
            <p:cNvSpPr>
              <a:spLocks noEditPoints="1"/>
            </p:cNvSpPr>
            <p:nvPr/>
          </p:nvSpPr>
          <p:spPr bwMode="auto">
            <a:xfrm>
              <a:off x="172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5" name="Rectangle 50">
              <a:extLst>
                <a:ext uri="{FF2B5EF4-FFF2-40B4-BE49-F238E27FC236}">
                  <a16:creationId xmlns:a16="http://schemas.microsoft.com/office/drawing/2014/main" id="{4A31717B-3643-D989-2340-524C1E84FB0E}"/>
                </a:ext>
              </a:extLst>
            </p:cNvPr>
            <p:cNvSpPr>
              <a:spLocks noChangeArrowheads="1"/>
            </p:cNvSpPr>
            <p:nvPr/>
          </p:nvSpPr>
          <p:spPr bwMode="auto">
            <a:xfrm>
              <a:off x="172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06" name="Rectangle 51">
              <a:extLst>
                <a:ext uri="{FF2B5EF4-FFF2-40B4-BE49-F238E27FC236}">
                  <a16:creationId xmlns:a16="http://schemas.microsoft.com/office/drawing/2014/main" id="{912D7731-417A-3BD2-50D1-88BA12B8C189}"/>
                </a:ext>
              </a:extLst>
            </p:cNvPr>
            <p:cNvSpPr>
              <a:spLocks noChangeArrowheads="1"/>
            </p:cNvSpPr>
            <p:nvPr/>
          </p:nvSpPr>
          <p:spPr bwMode="auto">
            <a:xfrm>
              <a:off x="216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07" name="Freeform 52">
              <a:extLst>
                <a:ext uri="{FF2B5EF4-FFF2-40B4-BE49-F238E27FC236}">
                  <a16:creationId xmlns:a16="http://schemas.microsoft.com/office/drawing/2014/main" id="{4930ABC9-1265-6CBA-30F3-1DF2C00BC76F}"/>
                </a:ext>
              </a:extLst>
            </p:cNvPr>
            <p:cNvSpPr>
              <a:spLocks noEditPoints="1"/>
            </p:cNvSpPr>
            <p:nvPr/>
          </p:nvSpPr>
          <p:spPr bwMode="auto">
            <a:xfrm>
              <a:off x="216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8" name="Freeform 53">
              <a:extLst>
                <a:ext uri="{FF2B5EF4-FFF2-40B4-BE49-F238E27FC236}">
                  <a16:creationId xmlns:a16="http://schemas.microsoft.com/office/drawing/2014/main" id="{DF265F5E-9932-EAA9-D0FC-03169CCBA17C}"/>
                </a:ext>
              </a:extLst>
            </p:cNvPr>
            <p:cNvSpPr>
              <a:spLocks noEditPoints="1"/>
            </p:cNvSpPr>
            <p:nvPr/>
          </p:nvSpPr>
          <p:spPr bwMode="auto">
            <a:xfrm>
              <a:off x="216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9" name="Freeform 54">
              <a:extLst>
                <a:ext uri="{FF2B5EF4-FFF2-40B4-BE49-F238E27FC236}">
                  <a16:creationId xmlns:a16="http://schemas.microsoft.com/office/drawing/2014/main" id="{3FBF95CA-0135-240B-4100-15E1834BBC9E}"/>
                </a:ext>
              </a:extLst>
            </p:cNvPr>
            <p:cNvSpPr>
              <a:spLocks noEditPoints="1"/>
            </p:cNvSpPr>
            <p:nvPr/>
          </p:nvSpPr>
          <p:spPr bwMode="auto">
            <a:xfrm>
              <a:off x="216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0" name="Freeform 55">
              <a:extLst>
                <a:ext uri="{FF2B5EF4-FFF2-40B4-BE49-F238E27FC236}">
                  <a16:creationId xmlns:a16="http://schemas.microsoft.com/office/drawing/2014/main" id="{7FF743B3-B741-2C8F-EE83-48097A629F8A}"/>
                </a:ext>
              </a:extLst>
            </p:cNvPr>
            <p:cNvSpPr>
              <a:spLocks noEditPoints="1"/>
            </p:cNvSpPr>
            <p:nvPr/>
          </p:nvSpPr>
          <p:spPr bwMode="auto">
            <a:xfrm>
              <a:off x="216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1" name="Freeform 56">
              <a:extLst>
                <a:ext uri="{FF2B5EF4-FFF2-40B4-BE49-F238E27FC236}">
                  <a16:creationId xmlns:a16="http://schemas.microsoft.com/office/drawing/2014/main" id="{6590514E-6A75-C273-90CA-C0EED266D650}"/>
                </a:ext>
              </a:extLst>
            </p:cNvPr>
            <p:cNvSpPr>
              <a:spLocks noEditPoints="1"/>
            </p:cNvSpPr>
            <p:nvPr/>
          </p:nvSpPr>
          <p:spPr bwMode="auto">
            <a:xfrm>
              <a:off x="216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2" name="Freeform 57">
              <a:extLst>
                <a:ext uri="{FF2B5EF4-FFF2-40B4-BE49-F238E27FC236}">
                  <a16:creationId xmlns:a16="http://schemas.microsoft.com/office/drawing/2014/main" id="{F62F4042-9C52-43C1-1207-AF784273FB86}"/>
                </a:ext>
              </a:extLst>
            </p:cNvPr>
            <p:cNvSpPr>
              <a:spLocks noEditPoints="1"/>
            </p:cNvSpPr>
            <p:nvPr/>
          </p:nvSpPr>
          <p:spPr bwMode="auto">
            <a:xfrm>
              <a:off x="216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3" name="Freeform 58">
              <a:extLst>
                <a:ext uri="{FF2B5EF4-FFF2-40B4-BE49-F238E27FC236}">
                  <a16:creationId xmlns:a16="http://schemas.microsoft.com/office/drawing/2014/main" id="{9A075267-D3B1-1062-0E3A-30147054E302}"/>
                </a:ext>
              </a:extLst>
            </p:cNvPr>
            <p:cNvSpPr>
              <a:spLocks noEditPoints="1"/>
            </p:cNvSpPr>
            <p:nvPr/>
          </p:nvSpPr>
          <p:spPr bwMode="auto">
            <a:xfrm>
              <a:off x="216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4" name="Freeform 59">
              <a:extLst>
                <a:ext uri="{FF2B5EF4-FFF2-40B4-BE49-F238E27FC236}">
                  <a16:creationId xmlns:a16="http://schemas.microsoft.com/office/drawing/2014/main" id="{256F94E7-1441-1995-9949-EF3526004FB0}"/>
                </a:ext>
              </a:extLst>
            </p:cNvPr>
            <p:cNvSpPr>
              <a:spLocks noEditPoints="1"/>
            </p:cNvSpPr>
            <p:nvPr/>
          </p:nvSpPr>
          <p:spPr bwMode="auto">
            <a:xfrm>
              <a:off x="216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5" name="Freeform 60">
              <a:extLst>
                <a:ext uri="{FF2B5EF4-FFF2-40B4-BE49-F238E27FC236}">
                  <a16:creationId xmlns:a16="http://schemas.microsoft.com/office/drawing/2014/main" id="{C4574F2D-BFF4-057C-A0DF-4A923722C5A5}"/>
                </a:ext>
              </a:extLst>
            </p:cNvPr>
            <p:cNvSpPr>
              <a:spLocks noEditPoints="1"/>
            </p:cNvSpPr>
            <p:nvPr/>
          </p:nvSpPr>
          <p:spPr bwMode="auto">
            <a:xfrm>
              <a:off x="216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6" name="Freeform 61">
              <a:extLst>
                <a:ext uri="{FF2B5EF4-FFF2-40B4-BE49-F238E27FC236}">
                  <a16:creationId xmlns:a16="http://schemas.microsoft.com/office/drawing/2014/main" id="{858B11CF-9129-78BD-877E-60B11D593FD5}"/>
                </a:ext>
              </a:extLst>
            </p:cNvPr>
            <p:cNvSpPr>
              <a:spLocks noEditPoints="1"/>
            </p:cNvSpPr>
            <p:nvPr/>
          </p:nvSpPr>
          <p:spPr bwMode="auto">
            <a:xfrm>
              <a:off x="216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7" name="Rectangle 62">
              <a:extLst>
                <a:ext uri="{FF2B5EF4-FFF2-40B4-BE49-F238E27FC236}">
                  <a16:creationId xmlns:a16="http://schemas.microsoft.com/office/drawing/2014/main" id="{AF02AFE1-ACF0-D082-CAD1-D71105758377}"/>
                </a:ext>
              </a:extLst>
            </p:cNvPr>
            <p:cNvSpPr>
              <a:spLocks noChangeArrowheads="1"/>
            </p:cNvSpPr>
            <p:nvPr/>
          </p:nvSpPr>
          <p:spPr bwMode="auto">
            <a:xfrm>
              <a:off x="216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18" name="Rectangle 63">
              <a:extLst>
                <a:ext uri="{FF2B5EF4-FFF2-40B4-BE49-F238E27FC236}">
                  <a16:creationId xmlns:a16="http://schemas.microsoft.com/office/drawing/2014/main" id="{7EC05586-BEA3-B572-380C-162CAFE007EA}"/>
                </a:ext>
              </a:extLst>
            </p:cNvPr>
            <p:cNvSpPr>
              <a:spLocks noChangeArrowheads="1"/>
            </p:cNvSpPr>
            <p:nvPr/>
          </p:nvSpPr>
          <p:spPr bwMode="auto">
            <a:xfrm>
              <a:off x="262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19" name="Freeform 64">
              <a:extLst>
                <a:ext uri="{FF2B5EF4-FFF2-40B4-BE49-F238E27FC236}">
                  <a16:creationId xmlns:a16="http://schemas.microsoft.com/office/drawing/2014/main" id="{5020376E-0069-4EFD-AC8B-2450C34F1CAB}"/>
                </a:ext>
              </a:extLst>
            </p:cNvPr>
            <p:cNvSpPr>
              <a:spLocks noEditPoints="1"/>
            </p:cNvSpPr>
            <p:nvPr/>
          </p:nvSpPr>
          <p:spPr bwMode="auto">
            <a:xfrm>
              <a:off x="262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0" name="Freeform 65">
              <a:extLst>
                <a:ext uri="{FF2B5EF4-FFF2-40B4-BE49-F238E27FC236}">
                  <a16:creationId xmlns:a16="http://schemas.microsoft.com/office/drawing/2014/main" id="{1DB4A776-025D-8944-28E1-9B314A1331A1}"/>
                </a:ext>
              </a:extLst>
            </p:cNvPr>
            <p:cNvSpPr>
              <a:spLocks noEditPoints="1"/>
            </p:cNvSpPr>
            <p:nvPr/>
          </p:nvSpPr>
          <p:spPr bwMode="auto">
            <a:xfrm>
              <a:off x="262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1" name="Freeform 66">
              <a:extLst>
                <a:ext uri="{FF2B5EF4-FFF2-40B4-BE49-F238E27FC236}">
                  <a16:creationId xmlns:a16="http://schemas.microsoft.com/office/drawing/2014/main" id="{0D694F2E-0E7E-7DE1-F621-F8322EF6FCD8}"/>
                </a:ext>
              </a:extLst>
            </p:cNvPr>
            <p:cNvSpPr>
              <a:spLocks noEditPoints="1"/>
            </p:cNvSpPr>
            <p:nvPr/>
          </p:nvSpPr>
          <p:spPr bwMode="auto">
            <a:xfrm>
              <a:off x="262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2" name="Freeform 67">
              <a:extLst>
                <a:ext uri="{FF2B5EF4-FFF2-40B4-BE49-F238E27FC236}">
                  <a16:creationId xmlns:a16="http://schemas.microsoft.com/office/drawing/2014/main" id="{A9CDBBB1-6449-78AD-A188-0CF9F823D878}"/>
                </a:ext>
              </a:extLst>
            </p:cNvPr>
            <p:cNvSpPr>
              <a:spLocks noEditPoints="1"/>
            </p:cNvSpPr>
            <p:nvPr/>
          </p:nvSpPr>
          <p:spPr bwMode="auto">
            <a:xfrm>
              <a:off x="262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3" name="Freeform 68">
              <a:extLst>
                <a:ext uri="{FF2B5EF4-FFF2-40B4-BE49-F238E27FC236}">
                  <a16:creationId xmlns:a16="http://schemas.microsoft.com/office/drawing/2014/main" id="{7D7EDF7A-A0F1-9F62-3B02-18984BE9C67B}"/>
                </a:ext>
              </a:extLst>
            </p:cNvPr>
            <p:cNvSpPr>
              <a:spLocks noEditPoints="1"/>
            </p:cNvSpPr>
            <p:nvPr/>
          </p:nvSpPr>
          <p:spPr bwMode="auto">
            <a:xfrm>
              <a:off x="262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4" name="Freeform 69">
              <a:extLst>
                <a:ext uri="{FF2B5EF4-FFF2-40B4-BE49-F238E27FC236}">
                  <a16:creationId xmlns:a16="http://schemas.microsoft.com/office/drawing/2014/main" id="{EE6364F2-276C-D8D6-8216-1A93F6328982}"/>
                </a:ext>
              </a:extLst>
            </p:cNvPr>
            <p:cNvSpPr>
              <a:spLocks noEditPoints="1"/>
            </p:cNvSpPr>
            <p:nvPr/>
          </p:nvSpPr>
          <p:spPr bwMode="auto">
            <a:xfrm>
              <a:off x="262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5" name="Freeform 70">
              <a:extLst>
                <a:ext uri="{FF2B5EF4-FFF2-40B4-BE49-F238E27FC236}">
                  <a16:creationId xmlns:a16="http://schemas.microsoft.com/office/drawing/2014/main" id="{57128359-401F-AE9A-482E-C7B4C1F20AAF}"/>
                </a:ext>
              </a:extLst>
            </p:cNvPr>
            <p:cNvSpPr>
              <a:spLocks noEditPoints="1"/>
            </p:cNvSpPr>
            <p:nvPr/>
          </p:nvSpPr>
          <p:spPr bwMode="auto">
            <a:xfrm>
              <a:off x="262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6" name="Freeform 71">
              <a:extLst>
                <a:ext uri="{FF2B5EF4-FFF2-40B4-BE49-F238E27FC236}">
                  <a16:creationId xmlns:a16="http://schemas.microsoft.com/office/drawing/2014/main" id="{F5D27850-DADD-6CE8-7574-BC6DFC1F62F0}"/>
                </a:ext>
              </a:extLst>
            </p:cNvPr>
            <p:cNvSpPr>
              <a:spLocks noEditPoints="1"/>
            </p:cNvSpPr>
            <p:nvPr/>
          </p:nvSpPr>
          <p:spPr bwMode="auto">
            <a:xfrm>
              <a:off x="262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7" name="Freeform 72">
              <a:extLst>
                <a:ext uri="{FF2B5EF4-FFF2-40B4-BE49-F238E27FC236}">
                  <a16:creationId xmlns:a16="http://schemas.microsoft.com/office/drawing/2014/main" id="{AB48DF8E-C56C-C609-D7EC-5B8D364DE668}"/>
                </a:ext>
              </a:extLst>
            </p:cNvPr>
            <p:cNvSpPr>
              <a:spLocks noEditPoints="1"/>
            </p:cNvSpPr>
            <p:nvPr/>
          </p:nvSpPr>
          <p:spPr bwMode="auto">
            <a:xfrm>
              <a:off x="262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8" name="Freeform 73">
              <a:extLst>
                <a:ext uri="{FF2B5EF4-FFF2-40B4-BE49-F238E27FC236}">
                  <a16:creationId xmlns:a16="http://schemas.microsoft.com/office/drawing/2014/main" id="{1D76B0ED-B593-2A40-384A-B7B3D61B1761}"/>
                </a:ext>
              </a:extLst>
            </p:cNvPr>
            <p:cNvSpPr>
              <a:spLocks noEditPoints="1"/>
            </p:cNvSpPr>
            <p:nvPr/>
          </p:nvSpPr>
          <p:spPr bwMode="auto">
            <a:xfrm>
              <a:off x="262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9" name="Rectangle 74">
              <a:extLst>
                <a:ext uri="{FF2B5EF4-FFF2-40B4-BE49-F238E27FC236}">
                  <a16:creationId xmlns:a16="http://schemas.microsoft.com/office/drawing/2014/main" id="{FD7FB21D-F2BF-691A-FB85-78905C2F2DDA}"/>
                </a:ext>
              </a:extLst>
            </p:cNvPr>
            <p:cNvSpPr>
              <a:spLocks noChangeArrowheads="1"/>
            </p:cNvSpPr>
            <p:nvPr/>
          </p:nvSpPr>
          <p:spPr bwMode="auto">
            <a:xfrm>
              <a:off x="262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30" name="Rectangle 75">
              <a:extLst>
                <a:ext uri="{FF2B5EF4-FFF2-40B4-BE49-F238E27FC236}">
                  <a16:creationId xmlns:a16="http://schemas.microsoft.com/office/drawing/2014/main" id="{635FD736-925A-017B-CCEC-B12FC4330030}"/>
                </a:ext>
              </a:extLst>
            </p:cNvPr>
            <p:cNvSpPr>
              <a:spLocks noChangeArrowheads="1"/>
            </p:cNvSpPr>
            <p:nvPr/>
          </p:nvSpPr>
          <p:spPr bwMode="auto">
            <a:xfrm>
              <a:off x="306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31" name="Freeform 76">
              <a:extLst>
                <a:ext uri="{FF2B5EF4-FFF2-40B4-BE49-F238E27FC236}">
                  <a16:creationId xmlns:a16="http://schemas.microsoft.com/office/drawing/2014/main" id="{588E35BA-349A-D5CC-377A-F24E2756566C}"/>
                </a:ext>
              </a:extLst>
            </p:cNvPr>
            <p:cNvSpPr>
              <a:spLocks noEditPoints="1"/>
            </p:cNvSpPr>
            <p:nvPr/>
          </p:nvSpPr>
          <p:spPr bwMode="auto">
            <a:xfrm>
              <a:off x="306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2" name="Freeform 77">
              <a:extLst>
                <a:ext uri="{FF2B5EF4-FFF2-40B4-BE49-F238E27FC236}">
                  <a16:creationId xmlns:a16="http://schemas.microsoft.com/office/drawing/2014/main" id="{EAE6A209-55FF-A698-6F22-1939DA611AB5}"/>
                </a:ext>
              </a:extLst>
            </p:cNvPr>
            <p:cNvSpPr>
              <a:spLocks noEditPoints="1"/>
            </p:cNvSpPr>
            <p:nvPr/>
          </p:nvSpPr>
          <p:spPr bwMode="auto">
            <a:xfrm>
              <a:off x="306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3" name="Freeform 78">
              <a:extLst>
                <a:ext uri="{FF2B5EF4-FFF2-40B4-BE49-F238E27FC236}">
                  <a16:creationId xmlns:a16="http://schemas.microsoft.com/office/drawing/2014/main" id="{E41ED314-A2D3-2AC1-4531-8C135917453B}"/>
                </a:ext>
              </a:extLst>
            </p:cNvPr>
            <p:cNvSpPr>
              <a:spLocks noEditPoints="1"/>
            </p:cNvSpPr>
            <p:nvPr/>
          </p:nvSpPr>
          <p:spPr bwMode="auto">
            <a:xfrm>
              <a:off x="306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4" name="Freeform 79">
              <a:extLst>
                <a:ext uri="{FF2B5EF4-FFF2-40B4-BE49-F238E27FC236}">
                  <a16:creationId xmlns:a16="http://schemas.microsoft.com/office/drawing/2014/main" id="{F1DF7C91-B998-5942-CD21-132342E28195}"/>
                </a:ext>
              </a:extLst>
            </p:cNvPr>
            <p:cNvSpPr>
              <a:spLocks noEditPoints="1"/>
            </p:cNvSpPr>
            <p:nvPr/>
          </p:nvSpPr>
          <p:spPr bwMode="auto">
            <a:xfrm>
              <a:off x="306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5" name="Freeform 80">
              <a:extLst>
                <a:ext uri="{FF2B5EF4-FFF2-40B4-BE49-F238E27FC236}">
                  <a16:creationId xmlns:a16="http://schemas.microsoft.com/office/drawing/2014/main" id="{EA0A2E96-9F51-BE5D-F70B-044370D5D41C}"/>
                </a:ext>
              </a:extLst>
            </p:cNvPr>
            <p:cNvSpPr>
              <a:spLocks noEditPoints="1"/>
            </p:cNvSpPr>
            <p:nvPr/>
          </p:nvSpPr>
          <p:spPr bwMode="auto">
            <a:xfrm>
              <a:off x="306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6" name="Freeform 81">
              <a:extLst>
                <a:ext uri="{FF2B5EF4-FFF2-40B4-BE49-F238E27FC236}">
                  <a16:creationId xmlns:a16="http://schemas.microsoft.com/office/drawing/2014/main" id="{5E0F2F19-53D3-6044-93E4-386E34696E59}"/>
                </a:ext>
              </a:extLst>
            </p:cNvPr>
            <p:cNvSpPr>
              <a:spLocks noEditPoints="1"/>
            </p:cNvSpPr>
            <p:nvPr/>
          </p:nvSpPr>
          <p:spPr bwMode="auto">
            <a:xfrm>
              <a:off x="306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7" name="Freeform 82">
              <a:extLst>
                <a:ext uri="{FF2B5EF4-FFF2-40B4-BE49-F238E27FC236}">
                  <a16:creationId xmlns:a16="http://schemas.microsoft.com/office/drawing/2014/main" id="{3BA889B9-BBAF-CF37-5210-7E7FA38813C6}"/>
                </a:ext>
              </a:extLst>
            </p:cNvPr>
            <p:cNvSpPr>
              <a:spLocks noEditPoints="1"/>
            </p:cNvSpPr>
            <p:nvPr/>
          </p:nvSpPr>
          <p:spPr bwMode="auto">
            <a:xfrm>
              <a:off x="306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8" name="Freeform 83">
              <a:extLst>
                <a:ext uri="{FF2B5EF4-FFF2-40B4-BE49-F238E27FC236}">
                  <a16:creationId xmlns:a16="http://schemas.microsoft.com/office/drawing/2014/main" id="{5712BD7D-ED52-E8F2-3718-3056FCF8DF74}"/>
                </a:ext>
              </a:extLst>
            </p:cNvPr>
            <p:cNvSpPr>
              <a:spLocks noEditPoints="1"/>
            </p:cNvSpPr>
            <p:nvPr/>
          </p:nvSpPr>
          <p:spPr bwMode="auto">
            <a:xfrm>
              <a:off x="306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9" name="Freeform 84">
              <a:extLst>
                <a:ext uri="{FF2B5EF4-FFF2-40B4-BE49-F238E27FC236}">
                  <a16:creationId xmlns:a16="http://schemas.microsoft.com/office/drawing/2014/main" id="{82EFCFD6-A1B6-6689-5E4D-0198E95B0896}"/>
                </a:ext>
              </a:extLst>
            </p:cNvPr>
            <p:cNvSpPr>
              <a:spLocks noEditPoints="1"/>
            </p:cNvSpPr>
            <p:nvPr/>
          </p:nvSpPr>
          <p:spPr bwMode="auto">
            <a:xfrm>
              <a:off x="306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0" name="Freeform 85">
              <a:extLst>
                <a:ext uri="{FF2B5EF4-FFF2-40B4-BE49-F238E27FC236}">
                  <a16:creationId xmlns:a16="http://schemas.microsoft.com/office/drawing/2014/main" id="{4FBD1D43-2B80-E9F4-9655-8CDC1DEF06C5}"/>
                </a:ext>
              </a:extLst>
            </p:cNvPr>
            <p:cNvSpPr>
              <a:spLocks noEditPoints="1"/>
            </p:cNvSpPr>
            <p:nvPr/>
          </p:nvSpPr>
          <p:spPr bwMode="auto">
            <a:xfrm>
              <a:off x="306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1" name="Rectangle 86">
              <a:extLst>
                <a:ext uri="{FF2B5EF4-FFF2-40B4-BE49-F238E27FC236}">
                  <a16:creationId xmlns:a16="http://schemas.microsoft.com/office/drawing/2014/main" id="{8C04B6F7-B3E1-95DA-58F8-651D77864D55}"/>
                </a:ext>
              </a:extLst>
            </p:cNvPr>
            <p:cNvSpPr>
              <a:spLocks noChangeArrowheads="1"/>
            </p:cNvSpPr>
            <p:nvPr/>
          </p:nvSpPr>
          <p:spPr bwMode="auto">
            <a:xfrm>
              <a:off x="306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42" name="Rectangle 87">
              <a:extLst>
                <a:ext uri="{FF2B5EF4-FFF2-40B4-BE49-F238E27FC236}">
                  <a16:creationId xmlns:a16="http://schemas.microsoft.com/office/drawing/2014/main" id="{B672FDED-E15E-444F-3D5C-674F518C635D}"/>
                </a:ext>
              </a:extLst>
            </p:cNvPr>
            <p:cNvSpPr>
              <a:spLocks noChangeArrowheads="1"/>
            </p:cNvSpPr>
            <p:nvPr/>
          </p:nvSpPr>
          <p:spPr bwMode="auto">
            <a:xfrm>
              <a:off x="351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43" name="Freeform 88">
              <a:extLst>
                <a:ext uri="{FF2B5EF4-FFF2-40B4-BE49-F238E27FC236}">
                  <a16:creationId xmlns:a16="http://schemas.microsoft.com/office/drawing/2014/main" id="{CA3E75B2-6FAF-EBCE-0AD5-359585F21AFF}"/>
                </a:ext>
              </a:extLst>
            </p:cNvPr>
            <p:cNvSpPr>
              <a:spLocks noEditPoints="1"/>
            </p:cNvSpPr>
            <p:nvPr/>
          </p:nvSpPr>
          <p:spPr bwMode="auto">
            <a:xfrm>
              <a:off x="351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4" name="Freeform 89">
              <a:extLst>
                <a:ext uri="{FF2B5EF4-FFF2-40B4-BE49-F238E27FC236}">
                  <a16:creationId xmlns:a16="http://schemas.microsoft.com/office/drawing/2014/main" id="{18DBB347-D69C-769D-CE9D-0AA4F5A5436F}"/>
                </a:ext>
              </a:extLst>
            </p:cNvPr>
            <p:cNvSpPr>
              <a:spLocks noEditPoints="1"/>
            </p:cNvSpPr>
            <p:nvPr/>
          </p:nvSpPr>
          <p:spPr bwMode="auto">
            <a:xfrm>
              <a:off x="351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5" name="Freeform 90">
              <a:extLst>
                <a:ext uri="{FF2B5EF4-FFF2-40B4-BE49-F238E27FC236}">
                  <a16:creationId xmlns:a16="http://schemas.microsoft.com/office/drawing/2014/main" id="{E9E169F3-858F-C0A5-3782-8E1395603023}"/>
                </a:ext>
              </a:extLst>
            </p:cNvPr>
            <p:cNvSpPr>
              <a:spLocks noEditPoints="1"/>
            </p:cNvSpPr>
            <p:nvPr/>
          </p:nvSpPr>
          <p:spPr bwMode="auto">
            <a:xfrm>
              <a:off x="351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6" name="Freeform 91">
              <a:extLst>
                <a:ext uri="{FF2B5EF4-FFF2-40B4-BE49-F238E27FC236}">
                  <a16:creationId xmlns:a16="http://schemas.microsoft.com/office/drawing/2014/main" id="{171E8642-136F-47E2-C0A6-C7A674AD673C}"/>
                </a:ext>
              </a:extLst>
            </p:cNvPr>
            <p:cNvSpPr>
              <a:spLocks noEditPoints="1"/>
            </p:cNvSpPr>
            <p:nvPr/>
          </p:nvSpPr>
          <p:spPr bwMode="auto">
            <a:xfrm>
              <a:off x="351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7" name="Freeform 92">
              <a:extLst>
                <a:ext uri="{FF2B5EF4-FFF2-40B4-BE49-F238E27FC236}">
                  <a16:creationId xmlns:a16="http://schemas.microsoft.com/office/drawing/2014/main" id="{C5188518-08EC-6748-B33E-40BDFD76038A}"/>
                </a:ext>
              </a:extLst>
            </p:cNvPr>
            <p:cNvSpPr>
              <a:spLocks noEditPoints="1"/>
            </p:cNvSpPr>
            <p:nvPr/>
          </p:nvSpPr>
          <p:spPr bwMode="auto">
            <a:xfrm>
              <a:off x="351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8" name="Freeform 93">
              <a:extLst>
                <a:ext uri="{FF2B5EF4-FFF2-40B4-BE49-F238E27FC236}">
                  <a16:creationId xmlns:a16="http://schemas.microsoft.com/office/drawing/2014/main" id="{5A3B6D75-1FBA-35C3-81A2-C8DEC9BECF26}"/>
                </a:ext>
              </a:extLst>
            </p:cNvPr>
            <p:cNvSpPr>
              <a:spLocks noEditPoints="1"/>
            </p:cNvSpPr>
            <p:nvPr/>
          </p:nvSpPr>
          <p:spPr bwMode="auto">
            <a:xfrm>
              <a:off x="351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9" name="Freeform 94">
              <a:extLst>
                <a:ext uri="{FF2B5EF4-FFF2-40B4-BE49-F238E27FC236}">
                  <a16:creationId xmlns:a16="http://schemas.microsoft.com/office/drawing/2014/main" id="{C44B2367-31A5-E69B-7D80-B86CA56107C2}"/>
                </a:ext>
              </a:extLst>
            </p:cNvPr>
            <p:cNvSpPr>
              <a:spLocks noEditPoints="1"/>
            </p:cNvSpPr>
            <p:nvPr/>
          </p:nvSpPr>
          <p:spPr bwMode="auto">
            <a:xfrm>
              <a:off x="351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0" name="Freeform 95">
              <a:extLst>
                <a:ext uri="{FF2B5EF4-FFF2-40B4-BE49-F238E27FC236}">
                  <a16:creationId xmlns:a16="http://schemas.microsoft.com/office/drawing/2014/main" id="{FF985878-B597-AC54-D972-6DD8DE992ACE}"/>
                </a:ext>
              </a:extLst>
            </p:cNvPr>
            <p:cNvSpPr>
              <a:spLocks noEditPoints="1"/>
            </p:cNvSpPr>
            <p:nvPr/>
          </p:nvSpPr>
          <p:spPr bwMode="auto">
            <a:xfrm>
              <a:off x="351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1" name="Freeform 96">
              <a:extLst>
                <a:ext uri="{FF2B5EF4-FFF2-40B4-BE49-F238E27FC236}">
                  <a16:creationId xmlns:a16="http://schemas.microsoft.com/office/drawing/2014/main" id="{11DC210A-61B7-4081-3460-6901566A84BD}"/>
                </a:ext>
              </a:extLst>
            </p:cNvPr>
            <p:cNvSpPr>
              <a:spLocks noEditPoints="1"/>
            </p:cNvSpPr>
            <p:nvPr/>
          </p:nvSpPr>
          <p:spPr bwMode="auto">
            <a:xfrm>
              <a:off x="351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2" name="Freeform 97">
              <a:extLst>
                <a:ext uri="{FF2B5EF4-FFF2-40B4-BE49-F238E27FC236}">
                  <a16:creationId xmlns:a16="http://schemas.microsoft.com/office/drawing/2014/main" id="{B9AB7834-11BA-2E9B-8EC7-353FD5A2E11E}"/>
                </a:ext>
              </a:extLst>
            </p:cNvPr>
            <p:cNvSpPr>
              <a:spLocks noEditPoints="1"/>
            </p:cNvSpPr>
            <p:nvPr/>
          </p:nvSpPr>
          <p:spPr bwMode="auto">
            <a:xfrm>
              <a:off x="351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3" name="Rectangle 98">
              <a:extLst>
                <a:ext uri="{FF2B5EF4-FFF2-40B4-BE49-F238E27FC236}">
                  <a16:creationId xmlns:a16="http://schemas.microsoft.com/office/drawing/2014/main" id="{28077640-C02E-5A97-C3CE-4A4678CB320A}"/>
                </a:ext>
              </a:extLst>
            </p:cNvPr>
            <p:cNvSpPr>
              <a:spLocks noChangeArrowheads="1"/>
            </p:cNvSpPr>
            <p:nvPr/>
          </p:nvSpPr>
          <p:spPr bwMode="auto">
            <a:xfrm>
              <a:off x="351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54" name="Rectangle 99">
              <a:extLst>
                <a:ext uri="{FF2B5EF4-FFF2-40B4-BE49-F238E27FC236}">
                  <a16:creationId xmlns:a16="http://schemas.microsoft.com/office/drawing/2014/main" id="{99852F14-5F35-FDF6-5112-7F82421C5A3E}"/>
                </a:ext>
              </a:extLst>
            </p:cNvPr>
            <p:cNvSpPr>
              <a:spLocks noChangeArrowheads="1"/>
            </p:cNvSpPr>
            <p:nvPr/>
          </p:nvSpPr>
          <p:spPr bwMode="auto">
            <a:xfrm>
              <a:off x="396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55" name="Freeform 100">
              <a:extLst>
                <a:ext uri="{FF2B5EF4-FFF2-40B4-BE49-F238E27FC236}">
                  <a16:creationId xmlns:a16="http://schemas.microsoft.com/office/drawing/2014/main" id="{1C76F433-D8AB-8CEF-A083-9A123DB56E98}"/>
                </a:ext>
              </a:extLst>
            </p:cNvPr>
            <p:cNvSpPr>
              <a:spLocks noEditPoints="1"/>
            </p:cNvSpPr>
            <p:nvPr/>
          </p:nvSpPr>
          <p:spPr bwMode="auto">
            <a:xfrm>
              <a:off x="396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6" name="Freeform 101">
              <a:extLst>
                <a:ext uri="{FF2B5EF4-FFF2-40B4-BE49-F238E27FC236}">
                  <a16:creationId xmlns:a16="http://schemas.microsoft.com/office/drawing/2014/main" id="{4115601B-C8B9-E8BA-7911-E4682AA5FDCB}"/>
                </a:ext>
              </a:extLst>
            </p:cNvPr>
            <p:cNvSpPr>
              <a:spLocks noEditPoints="1"/>
            </p:cNvSpPr>
            <p:nvPr/>
          </p:nvSpPr>
          <p:spPr bwMode="auto">
            <a:xfrm>
              <a:off x="396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7" name="Freeform 102">
              <a:extLst>
                <a:ext uri="{FF2B5EF4-FFF2-40B4-BE49-F238E27FC236}">
                  <a16:creationId xmlns:a16="http://schemas.microsoft.com/office/drawing/2014/main" id="{42040C21-4472-7877-3858-E008DFA1BF63}"/>
                </a:ext>
              </a:extLst>
            </p:cNvPr>
            <p:cNvSpPr>
              <a:spLocks noEditPoints="1"/>
            </p:cNvSpPr>
            <p:nvPr/>
          </p:nvSpPr>
          <p:spPr bwMode="auto">
            <a:xfrm>
              <a:off x="396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8" name="Freeform 103">
              <a:extLst>
                <a:ext uri="{FF2B5EF4-FFF2-40B4-BE49-F238E27FC236}">
                  <a16:creationId xmlns:a16="http://schemas.microsoft.com/office/drawing/2014/main" id="{D077D576-2B62-D51C-543F-32EF366C4955}"/>
                </a:ext>
              </a:extLst>
            </p:cNvPr>
            <p:cNvSpPr>
              <a:spLocks noEditPoints="1"/>
            </p:cNvSpPr>
            <p:nvPr/>
          </p:nvSpPr>
          <p:spPr bwMode="auto">
            <a:xfrm>
              <a:off x="396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9" name="Freeform 104">
              <a:extLst>
                <a:ext uri="{FF2B5EF4-FFF2-40B4-BE49-F238E27FC236}">
                  <a16:creationId xmlns:a16="http://schemas.microsoft.com/office/drawing/2014/main" id="{076A848B-FDCB-8EFA-1948-6655C0C63DAE}"/>
                </a:ext>
              </a:extLst>
            </p:cNvPr>
            <p:cNvSpPr>
              <a:spLocks noEditPoints="1"/>
            </p:cNvSpPr>
            <p:nvPr/>
          </p:nvSpPr>
          <p:spPr bwMode="auto">
            <a:xfrm>
              <a:off x="396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0" name="Freeform 105">
              <a:extLst>
                <a:ext uri="{FF2B5EF4-FFF2-40B4-BE49-F238E27FC236}">
                  <a16:creationId xmlns:a16="http://schemas.microsoft.com/office/drawing/2014/main" id="{9FB6FF9B-8EED-6386-AB73-67B157489659}"/>
                </a:ext>
              </a:extLst>
            </p:cNvPr>
            <p:cNvSpPr>
              <a:spLocks noEditPoints="1"/>
            </p:cNvSpPr>
            <p:nvPr/>
          </p:nvSpPr>
          <p:spPr bwMode="auto">
            <a:xfrm>
              <a:off x="396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1" name="Freeform 106">
              <a:extLst>
                <a:ext uri="{FF2B5EF4-FFF2-40B4-BE49-F238E27FC236}">
                  <a16:creationId xmlns:a16="http://schemas.microsoft.com/office/drawing/2014/main" id="{C743FED9-0887-DABC-EFF5-C695CD8B590B}"/>
                </a:ext>
              </a:extLst>
            </p:cNvPr>
            <p:cNvSpPr>
              <a:spLocks noEditPoints="1"/>
            </p:cNvSpPr>
            <p:nvPr/>
          </p:nvSpPr>
          <p:spPr bwMode="auto">
            <a:xfrm>
              <a:off x="396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2" name="Freeform 107">
              <a:extLst>
                <a:ext uri="{FF2B5EF4-FFF2-40B4-BE49-F238E27FC236}">
                  <a16:creationId xmlns:a16="http://schemas.microsoft.com/office/drawing/2014/main" id="{4F1FEE5C-B434-AEB1-7C1D-C1219411666B}"/>
                </a:ext>
              </a:extLst>
            </p:cNvPr>
            <p:cNvSpPr>
              <a:spLocks noEditPoints="1"/>
            </p:cNvSpPr>
            <p:nvPr/>
          </p:nvSpPr>
          <p:spPr bwMode="auto">
            <a:xfrm>
              <a:off x="396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3" name="Freeform 108">
              <a:extLst>
                <a:ext uri="{FF2B5EF4-FFF2-40B4-BE49-F238E27FC236}">
                  <a16:creationId xmlns:a16="http://schemas.microsoft.com/office/drawing/2014/main" id="{2BA67DE6-044B-3024-DE5B-2FEE8B37B6B0}"/>
                </a:ext>
              </a:extLst>
            </p:cNvPr>
            <p:cNvSpPr>
              <a:spLocks noEditPoints="1"/>
            </p:cNvSpPr>
            <p:nvPr/>
          </p:nvSpPr>
          <p:spPr bwMode="auto">
            <a:xfrm>
              <a:off x="396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4" name="Freeform 109">
              <a:extLst>
                <a:ext uri="{FF2B5EF4-FFF2-40B4-BE49-F238E27FC236}">
                  <a16:creationId xmlns:a16="http://schemas.microsoft.com/office/drawing/2014/main" id="{0CB4E6FC-2F49-82CC-70F5-D874472E7A19}"/>
                </a:ext>
              </a:extLst>
            </p:cNvPr>
            <p:cNvSpPr>
              <a:spLocks noEditPoints="1"/>
            </p:cNvSpPr>
            <p:nvPr/>
          </p:nvSpPr>
          <p:spPr bwMode="auto">
            <a:xfrm>
              <a:off x="396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5" name="Rectangle 110">
              <a:extLst>
                <a:ext uri="{FF2B5EF4-FFF2-40B4-BE49-F238E27FC236}">
                  <a16:creationId xmlns:a16="http://schemas.microsoft.com/office/drawing/2014/main" id="{F62DC09B-5BF5-15C9-9195-DD12E6063536}"/>
                </a:ext>
              </a:extLst>
            </p:cNvPr>
            <p:cNvSpPr>
              <a:spLocks noChangeArrowheads="1"/>
            </p:cNvSpPr>
            <p:nvPr/>
          </p:nvSpPr>
          <p:spPr bwMode="auto">
            <a:xfrm>
              <a:off x="396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66" name="Rectangle 111">
              <a:extLst>
                <a:ext uri="{FF2B5EF4-FFF2-40B4-BE49-F238E27FC236}">
                  <a16:creationId xmlns:a16="http://schemas.microsoft.com/office/drawing/2014/main" id="{A133C2CC-0A3E-BBB0-63AA-14D548F78592}"/>
                </a:ext>
              </a:extLst>
            </p:cNvPr>
            <p:cNvSpPr>
              <a:spLocks noChangeArrowheads="1"/>
            </p:cNvSpPr>
            <p:nvPr/>
          </p:nvSpPr>
          <p:spPr bwMode="auto">
            <a:xfrm>
              <a:off x="440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67" name="Freeform 112">
              <a:extLst>
                <a:ext uri="{FF2B5EF4-FFF2-40B4-BE49-F238E27FC236}">
                  <a16:creationId xmlns:a16="http://schemas.microsoft.com/office/drawing/2014/main" id="{A08BB7A8-28A0-CD48-7933-FEC3BB1EB2AA}"/>
                </a:ext>
              </a:extLst>
            </p:cNvPr>
            <p:cNvSpPr>
              <a:spLocks noEditPoints="1"/>
            </p:cNvSpPr>
            <p:nvPr/>
          </p:nvSpPr>
          <p:spPr bwMode="auto">
            <a:xfrm>
              <a:off x="440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8" name="Freeform 113">
              <a:extLst>
                <a:ext uri="{FF2B5EF4-FFF2-40B4-BE49-F238E27FC236}">
                  <a16:creationId xmlns:a16="http://schemas.microsoft.com/office/drawing/2014/main" id="{F78AE9F8-5AB0-1C90-E897-A2D5C8B8176D}"/>
                </a:ext>
              </a:extLst>
            </p:cNvPr>
            <p:cNvSpPr>
              <a:spLocks noEditPoints="1"/>
            </p:cNvSpPr>
            <p:nvPr/>
          </p:nvSpPr>
          <p:spPr bwMode="auto">
            <a:xfrm>
              <a:off x="440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9" name="Freeform 114">
              <a:extLst>
                <a:ext uri="{FF2B5EF4-FFF2-40B4-BE49-F238E27FC236}">
                  <a16:creationId xmlns:a16="http://schemas.microsoft.com/office/drawing/2014/main" id="{004B0DEB-BDBB-4AA7-1D2D-EEC900009C49}"/>
                </a:ext>
              </a:extLst>
            </p:cNvPr>
            <p:cNvSpPr>
              <a:spLocks noEditPoints="1"/>
            </p:cNvSpPr>
            <p:nvPr/>
          </p:nvSpPr>
          <p:spPr bwMode="auto">
            <a:xfrm>
              <a:off x="440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0" name="Freeform 115">
              <a:extLst>
                <a:ext uri="{FF2B5EF4-FFF2-40B4-BE49-F238E27FC236}">
                  <a16:creationId xmlns:a16="http://schemas.microsoft.com/office/drawing/2014/main" id="{B95373F3-4A0A-7139-4D54-307F0C9085B1}"/>
                </a:ext>
              </a:extLst>
            </p:cNvPr>
            <p:cNvSpPr>
              <a:spLocks noEditPoints="1"/>
            </p:cNvSpPr>
            <p:nvPr/>
          </p:nvSpPr>
          <p:spPr bwMode="auto">
            <a:xfrm>
              <a:off x="440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1" name="Freeform 116">
              <a:extLst>
                <a:ext uri="{FF2B5EF4-FFF2-40B4-BE49-F238E27FC236}">
                  <a16:creationId xmlns:a16="http://schemas.microsoft.com/office/drawing/2014/main" id="{C0839B5E-9541-0D7B-0054-9E7DE1485350}"/>
                </a:ext>
              </a:extLst>
            </p:cNvPr>
            <p:cNvSpPr>
              <a:spLocks noEditPoints="1"/>
            </p:cNvSpPr>
            <p:nvPr/>
          </p:nvSpPr>
          <p:spPr bwMode="auto">
            <a:xfrm>
              <a:off x="440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2" name="Freeform 117">
              <a:extLst>
                <a:ext uri="{FF2B5EF4-FFF2-40B4-BE49-F238E27FC236}">
                  <a16:creationId xmlns:a16="http://schemas.microsoft.com/office/drawing/2014/main" id="{448A6B43-D86B-23AD-DF84-469619D7A7BD}"/>
                </a:ext>
              </a:extLst>
            </p:cNvPr>
            <p:cNvSpPr>
              <a:spLocks noEditPoints="1"/>
            </p:cNvSpPr>
            <p:nvPr/>
          </p:nvSpPr>
          <p:spPr bwMode="auto">
            <a:xfrm>
              <a:off x="440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3" name="Freeform 118">
              <a:extLst>
                <a:ext uri="{FF2B5EF4-FFF2-40B4-BE49-F238E27FC236}">
                  <a16:creationId xmlns:a16="http://schemas.microsoft.com/office/drawing/2014/main" id="{F1F368DF-23A7-DDBB-7D79-D7C91753C51C}"/>
                </a:ext>
              </a:extLst>
            </p:cNvPr>
            <p:cNvSpPr>
              <a:spLocks noEditPoints="1"/>
            </p:cNvSpPr>
            <p:nvPr/>
          </p:nvSpPr>
          <p:spPr bwMode="auto">
            <a:xfrm>
              <a:off x="440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4" name="Freeform 119">
              <a:extLst>
                <a:ext uri="{FF2B5EF4-FFF2-40B4-BE49-F238E27FC236}">
                  <a16:creationId xmlns:a16="http://schemas.microsoft.com/office/drawing/2014/main" id="{3B903757-3E9B-4E3B-B6ED-7127F0F4637E}"/>
                </a:ext>
              </a:extLst>
            </p:cNvPr>
            <p:cNvSpPr>
              <a:spLocks noEditPoints="1"/>
            </p:cNvSpPr>
            <p:nvPr/>
          </p:nvSpPr>
          <p:spPr bwMode="auto">
            <a:xfrm>
              <a:off x="440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5" name="Freeform 120">
              <a:extLst>
                <a:ext uri="{FF2B5EF4-FFF2-40B4-BE49-F238E27FC236}">
                  <a16:creationId xmlns:a16="http://schemas.microsoft.com/office/drawing/2014/main" id="{47DC3F64-4E01-D163-E8F9-4E620C5A9B9B}"/>
                </a:ext>
              </a:extLst>
            </p:cNvPr>
            <p:cNvSpPr>
              <a:spLocks noEditPoints="1"/>
            </p:cNvSpPr>
            <p:nvPr/>
          </p:nvSpPr>
          <p:spPr bwMode="auto">
            <a:xfrm>
              <a:off x="440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6" name="Freeform 121">
              <a:extLst>
                <a:ext uri="{FF2B5EF4-FFF2-40B4-BE49-F238E27FC236}">
                  <a16:creationId xmlns:a16="http://schemas.microsoft.com/office/drawing/2014/main" id="{E8EDDE6D-480F-BC4F-BCBA-6168AF696662}"/>
                </a:ext>
              </a:extLst>
            </p:cNvPr>
            <p:cNvSpPr>
              <a:spLocks noEditPoints="1"/>
            </p:cNvSpPr>
            <p:nvPr/>
          </p:nvSpPr>
          <p:spPr bwMode="auto">
            <a:xfrm>
              <a:off x="440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7" name="Rectangle 122">
              <a:extLst>
                <a:ext uri="{FF2B5EF4-FFF2-40B4-BE49-F238E27FC236}">
                  <a16:creationId xmlns:a16="http://schemas.microsoft.com/office/drawing/2014/main" id="{59B5C809-5B1E-20BB-538A-1556E0025068}"/>
                </a:ext>
              </a:extLst>
            </p:cNvPr>
            <p:cNvSpPr>
              <a:spLocks noChangeArrowheads="1"/>
            </p:cNvSpPr>
            <p:nvPr/>
          </p:nvSpPr>
          <p:spPr bwMode="auto">
            <a:xfrm>
              <a:off x="440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78" name="Rectangle 123">
              <a:extLst>
                <a:ext uri="{FF2B5EF4-FFF2-40B4-BE49-F238E27FC236}">
                  <a16:creationId xmlns:a16="http://schemas.microsoft.com/office/drawing/2014/main" id="{4B0B1E61-E49C-62A0-B3AA-D86BC7DA8B52}"/>
                </a:ext>
              </a:extLst>
            </p:cNvPr>
            <p:cNvSpPr>
              <a:spLocks noChangeArrowheads="1"/>
            </p:cNvSpPr>
            <p:nvPr/>
          </p:nvSpPr>
          <p:spPr bwMode="auto">
            <a:xfrm>
              <a:off x="485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79" name="Freeform 124">
              <a:extLst>
                <a:ext uri="{FF2B5EF4-FFF2-40B4-BE49-F238E27FC236}">
                  <a16:creationId xmlns:a16="http://schemas.microsoft.com/office/drawing/2014/main" id="{E6F7561E-3EA7-CA96-1C73-613FF523F563}"/>
                </a:ext>
              </a:extLst>
            </p:cNvPr>
            <p:cNvSpPr>
              <a:spLocks noEditPoints="1"/>
            </p:cNvSpPr>
            <p:nvPr/>
          </p:nvSpPr>
          <p:spPr bwMode="auto">
            <a:xfrm>
              <a:off x="485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0" name="Freeform 125">
              <a:extLst>
                <a:ext uri="{FF2B5EF4-FFF2-40B4-BE49-F238E27FC236}">
                  <a16:creationId xmlns:a16="http://schemas.microsoft.com/office/drawing/2014/main" id="{AC168811-9CC5-6117-1FFC-32EDC179452B}"/>
                </a:ext>
              </a:extLst>
            </p:cNvPr>
            <p:cNvSpPr>
              <a:spLocks noEditPoints="1"/>
            </p:cNvSpPr>
            <p:nvPr/>
          </p:nvSpPr>
          <p:spPr bwMode="auto">
            <a:xfrm>
              <a:off x="485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1" name="Freeform 126">
              <a:extLst>
                <a:ext uri="{FF2B5EF4-FFF2-40B4-BE49-F238E27FC236}">
                  <a16:creationId xmlns:a16="http://schemas.microsoft.com/office/drawing/2014/main" id="{39C0DDC5-D1CF-358E-0B9A-02B4F269A390}"/>
                </a:ext>
              </a:extLst>
            </p:cNvPr>
            <p:cNvSpPr>
              <a:spLocks noEditPoints="1"/>
            </p:cNvSpPr>
            <p:nvPr/>
          </p:nvSpPr>
          <p:spPr bwMode="auto">
            <a:xfrm>
              <a:off x="485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2" name="Freeform 127">
              <a:extLst>
                <a:ext uri="{FF2B5EF4-FFF2-40B4-BE49-F238E27FC236}">
                  <a16:creationId xmlns:a16="http://schemas.microsoft.com/office/drawing/2014/main" id="{CF67EF0E-1D9D-60B7-EBD2-F30C37AAFDE8}"/>
                </a:ext>
              </a:extLst>
            </p:cNvPr>
            <p:cNvSpPr>
              <a:spLocks noEditPoints="1"/>
            </p:cNvSpPr>
            <p:nvPr/>
          </p:nvSpPr>
          <p:spPr bwMode="auto">
            <a:xfrm>
              <a:off x="485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3" name="Freeform 128">
              <a:extLst>
                <a:ext uri="{FF2B5EF4-FFF2-40B4-BE49-F238E27FC236}">
                  <a16:creationId xmlns:a16="http://schemas.microsoft.com/office/drawing/2014/main" id="{D864DEC6-D873-04D3-6D09-A2D283116AD0}"/>
                </a:ext>
              </a:extLst>
            </p:cNvPr>
            <p:cNvSpPr>
              <a:spLocks noEditPoints="1"/>
            </p:cNvSpPr>
            <p:nvPr/>
          </p:nvSpPr>
          <p:spPr bwMode="auto">
            <a:xfrm>
              <a:off x="485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4" name="Freeform 129">
              <a:extLst>
                <a:ext uri="{FF2B5EF4-FFF2-40B4-BE49-F238E27FC236}">
                  <a16:creationId xmlns:a16="http://schemas.microsoft.com/office/drawing/2014/main" id="{F0D3E225-C7C0-3226-EC30-AEC7E3BF3118}"/>
                </a:ext>
              </a:extLst>
            </p:cNvPr>
            <p:cNvSpPr>
              <a:spLocks noEditPoints="1"/>
            </p:cNvSpPr>
            <p:nvPr/>
          </p:nvSpPr>
          <p:spPr bwMode="auto">
            <a:xfrm>
              <a:off x="485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5" name="Freeform 130">
              <a:extLst>
                <a:ext uri="{FF2B5EF4-FFF2-40B4-BE49-F238E27FC236}">
                  <a16:creationId xmlns:a16="http://schemas.microsoft.com/office/drawing/2014/main" id="{05641FDD-FF64-3118-FB19-83BE313E74A4}"/>
                </a:ext>
              </a:extLst>
            </p:cNvPr>
            <p:cNvSpPr>
              <a:spLocks noEditPoints="1"/>
            </p:cNvSpPr>
            <p:nvPr/>
          </p:nvSpPr>
          <p:spPr bwMode="auto">
            <a:xfrm>
              <a:off x="485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6" name="Freeform 131">
              <a:extLst>
                <a:ext uri="{FF2B5EF4-FFF2-40B4-BE49-F238E27FC236}">
                  <a16:creationId xmlns:a16="http://schemas.microsoft.com/office/drawing/2014/main" id="{C8F5682E-531C-E60E-6BED-80F1714CBDAC}"/>
                </a:ext>
              </a:extLst>
            </p:cNvPr>
            <p:cNvSpPr>
              <a:spLocks noEditPoints="1"/>
            </p:cNvSpPr>
            <p:nvPr/>
          </p:nvSpPr>
          <p:spPr bwMode="auto">
            <a:xfrm>
              <a:off x="485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7" name="Freeform 132">
              <a:extLst>
                <a:ext uri="{FF2B5EF4-FFF2-40B4-BE49-F238E27FC236}">
                  <a16:creationId xmlns:a16="http://schemas.microsoft.com/office/drawing/2014/main" id="{4F43561A-3780-8F35-427D-72295BD644F0}"/>
                </a:ext>
              </a:extLst>
            </p:cNvPr>
            <p:cNvSpPr>
              <a:spLocks noEditPoints="1"/>
            </p:cNvSpPr>
            <p:nvPr/>
          </p:nvSpPr>
          <p:spPr bwMode="auto">
            <a:xfrm>
              <a:off x="485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8" name="Freeform 133">
              <a:extLst>
                <a:ext uri="{FF2B5EF4-FFF2-40B4-BE49-F238E27FC236}">
                  <a16:creationId xmlns:a16="http://schemas.microsoft.com/office/drawing/2014/main" id="{5DC3713E-EC3D-6B91-04B3-E6F9D43DF7E1}"/>
                </a:ext>
              </a:extLst>
            </p:cNvPr>
            <p:cNvSpPr>
              <a:spLocks noEditPoints="1"/>
            </p:cNvSpPr>
            <p:nvPr/>
          </p:nvSpPr>
          <p:spPr bwMode="auto">
            <a:xfrm>
              <a:off x="485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9" name="Rectangle 134">
              <a:extLst>
                <a:ext uri="{FF2B5EF4-FFF2-40B4-BE49-F238E27FC236}">
                  <a16:creationId xmlns:a16="http://schemas.microsoft.com/office/drawing/2014/main" id="{08418C19-2F70-7AF4-488A-7CED0E82E75D}"/>
                </a:ext>
              </a:extLst>
            </p:cNvPr>
            <p:cNvSpPr>
              <a:spLocks noChangeArrowheads="1"/>
            </p:cNvSpPr>
            <p:nvPr/>
          </p:nvSpPr>
          <p:spPr bwMode="auto">
            <a:xfrm>
              <a:off x="485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90" name="Rectangle 135">
              <a:extLst>
                <a:ext uri="{FF2B5EF4-FFF2-40B4-BE49-F238E27FC236}">
                  <a16:creationId xmlns:a16="http://schemas.microsoft.com/office/drawing/2014/main" id="{D3F9EB40-6B35-6E1D-5CAD-D96538734D37}"/>
                </a:ext>
              </a:extLst>
            </p:cNvPr>
            <p:cNvSpPr>
              <a:spLocks noChangeArrowheads="1"/>
            </p:cNvSpPr>
            <p:nvPr/>
          </p:nvSpPr>
          <p:spPr bwMode="auto">
            <a:xfrm>
              <a:off x="530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91" name="Freeform 136">
              <a:extLst>
                <a:ext uri="{FF2B5EF4-FFF2-40B4-BE49-F238E27FC236}">
                  <a16:creationId xmlns:a16="http://schemas.microsoft.com/office/drawing/2014/main" id="{530EBEE9-70CC-245A-3038-46FA0D8F4784}"/>
                </a:ext>
              </a:extLst>
            </p:cNvPr>
            <p:cNvSpPr>
              <a:spLocks noEditPoints="1"/>
            </p:cNvSpPr>
            <p:nvPr/>
          </p:nvSpPr>
          <p:spPr bwMode="auto">
            <a:xfrm>
              <a:off x="530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2" name="Freeform 137">
              <a:extLst>
                <a:ext uri="{FF2B5EF4-FFF2-40B4-BE49-F238E27FC236}">
                  <a16:creationId xmlns:a16="http://schemas.microsoft.com/office/drawing/2014/main" id="{7217C655-BF6D-0796-8924-E200A6CB0260}"/>
                </a:ext>
              </a:extLst>
            </p:cNvPr>
            <p:cNvSpPr>
              <a:spLocks noEditPoints="1"/>
            </p:cNvSpPr>
            <p:nvPr/>
          </p:nvSpPr>
          <p:spPr bwMode="auto">
            <a:xfrm>
              <a:off x="530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3" name="Freeform 138">
              <a:extLst>
                <a:ext uri="{FF2B5EF4-FFF2-40B4-BE49-F238E27FC236}">
                  <a16:creationId xmlns:a16="http://schemas.microsoft.com/office/drawing/2014/main" id="{8DEFDC5C-F26A-E958-4E72-BD6BB9E8E293}"/>
                </a:ext>
              </a:extLst>
            </p:cNvPr>
            <p:cNvSpPr>
              <a:spLocks noEditPoints="1"/>
            </p:cNvSpPr>
            <p:nvPr/>
          </p:nvSpPr>
          <p:spPr bwMode="auto">
            <a:xfrm>
              <a:off x="530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4" name="Freeform 139">
              <a:extLst>
                <a:ext uri="{FF2B5EF4-FFF2-40B4-BE49-F238E27FC236}">
                  <a16:creationId xmlns:a16="http://schemas.microsoft.com/office/drawing/2014/main" id="{E32E075D-B72B-9168-7AA4-D3D33773E8D0}"/>
                </a:ext>
              </a:extLst>
            </p:cNvPr>
            <p:cNvSpPr>
              <a:spLocks noEditPoints="1"/>
            </p:cNvSpPr>
            <p:nvPr/>
          </p:nvSpPr>
          <p:spPr bwMode="auto">
            <a:xfrm>
              <a:off x="530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5" name="Freeform 140">
              <a:extLst>
                <a:ext uri="{FF2B5EF4-FFF2-40B4-BE49-F238E27FC236}">
                  <a16:creationId xmlns:a16="http://schemas.microsoft.com/office/drawing/2014/main" id="{1527F618-2BA5-EE9A-4593-F7137932BBD8}"/>
                </a:ext>
              </a:extLst>
            </p:cNvPr>
            <p:cNvSpPr>
              <a:spLocks noEditPoints="1"/>
            </p:cNvSpPr>
            <p:nvPr/>
          </p:nvSpPr>
          <p:spPr bwMode="auto">
            <a:xfrm>
              <a:off x="530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6" name="Freeform 141">
              <a:extLst>
                <a:ext uri="{FF2B5EF4-FFF2-40B4-BE49-F238E27FC236}">
                  <a16:creationId xmlns:a16="http://schemas.microsoft.com/office/drawing/2014/main" id="{2B2FAA30-0859-BEDA-82F1-4864DECE559B}"/>
                </a:ext>
              </a:extLst>
            </p:cNvPr>
            <p:cNvSpPr>
              <a:spLocks noEditPoints="1"/>
            </p:cNvSpPr>
            <p:nvPr/>
          </p:nvSpPr>
          <p:spPr bwMode="auto">
            <a:xfrm>
              <a:off x="530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7" name="Freeform 142">
              <a:extLst>
                <a:ext uri="{FF2B5EF4-FFF2-40B4-BE49-F238E27FC236}">
                  <a16:creationId xmlns:a16="http://schemas.microsoft.com/office/drawing/2014/main" id="{D8D45346-E447-8FCA-B8C2-5B98C9CDBFD2}"/>
                </a:ext>
              </a:extLst>
            </p:cNvPr>
            <p:cNvSpPr>
              <a:spLocks noEditPoints="1"/>
            </p:cNvSpPr>
            <p:nvPr/>
          </p:nvSpPr>
          <p:spPr bwMode="auto">
            <a:xfrm>
              <a:off x="530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8" name="Freeform 143">
              <a:extLst>
                <a:ext uri="{FF2B5EF4-FFF2-40B4-BE49-F238E27FC236}">
                  <a16:creationId xmlns:a16="http://schemas.microsoft.com/office/drawing/2014/main" id="{3E5516A5-E05C-721D-24C0-F12557E39082}"/>
                </a:ext>
              </a:extLst>
            </p:cNvPr>
            <p:cNvSpPr>
              <a:spLocks noEditPoints="1"/>
            </p:cNvSpPr>
            <p:nvPr/>
          </p:nvSpPr>
          <p:spPr bwMode="auto">
            <a:xfrm>
              <a:off x="530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9" name="Freeform 144">
              <a:extLst>
                <a:ext uri="{FF2B5EF4-FFF2-40B4-BE49-F238E27FC236}">
                  <a16:creationId xmlns:a16="http://schemas.microsoft.com/office/drawing/2014/main" id="{942D13ED-0B33-1CDC-1666-3A5643163FFF}"/>
                </a:ext>
              </a:extLst>
            </p:cNvPr>
            <p:cNvSpPr>
              <a:spLocks noEditPoints="1"/>
            </p:cNvSpPr>
            <p:nvPr/>
          </p:nvSpPr>
          <p:spPr bwMode="auto">
            <a:xfrm>
              <a:off x="530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00" name="Freeform 145">
              <a:extLst>
                <a:ext uri="{FF2B5EF4-FFF2-40B4-BE49-F238E27FC236}">
                  <a16:creationId xmlns:a16="http://schemas.microsoft.com/office/drawing/2014/main" id="{2E5E25DA-7775-39F5-87BA-BCAED30C293D}"/>
                </a:ext>
              </a:extLst>
            </p:cNvPr>
            <p:cNvSpPr>
              <a:spLocks noEditPoints="1"/>
            </p:cNvSpPr>
            <p:nvPr/>
          </p:nvSpPr>
          <p:spPr bwMode="auto">
            <a:xfrm>
              <a:off x="530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01" name="Rectangle 146">
              <a:extLst>
                <a:ext uri="{FF2B5EF4-FFF2-40B4-BE49-F238E27FC236}">
                  <a16:creationId xmlns:a16="http://schemas.microsoft.com/office/drawing/2014/main" id="{63146ED4-E6C2-D39A-D2AD-65445D6A33A0}"/>
                </a:ext>
              </a:extLst>
            </p:cNvPr>
            <p:cNvSpPr>
              <a:spLocks noChangeArrowheads="1"/>
            </p:cNvSpPr>
            <p:nvPr/>
          </p:nvSpPr>
          <p:spPr bwMode="auto">
            <a:xfrm>
              <a:off x="530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302" name="Freeform 147">
              <a:extLst>
                <a:ext uri="{FF2B5EF4-FFF2-40B4-BE49-F238E27FC236}">
                  <a16:creationId xmlns:a16="http://schemas.microsoft.com/office/drawing/2014/main" id="{2F707604-ED43-E4EA-3176-5737FDD46B9B}"/>
                </a:ext>
              </a:extLst>
            </p:cNvPr>
            <p:cNvSpPr>
              <a:spLocks/>
            </p:cNvSpPr>
            <p:nvPr/>
          </p:nvSpPr>
          <p:spPr bwMode="auto">
            <a:xfrm>
              <a:off x="349" y="3304"/>
              <a:ext cx="20" cy="10"/>
            </a:xfrm>
            <a:custGeom>
              <a:avLst/>
              <a:gdLst>
                <a:gd name="T0" fmla="*/ 0 w 4"/>
                <a:gd name="T1" fmla="*/ 25 h 2"/>
                <a:gd name="T2" fmla="*/ 0 w 4"/>
                <a:gd name="T3" fmla="*/ 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1" name="Group 148">
            <a:extLst>
              <a:ext uri="{FF2B5EF4-FFF2-40B4-BE49-F238E27FC236}">
                <a16:creationId xmlns:a16="http://schemas.microsoft.com/office/drawing/2014/main" id="{5F71B5A3-8957-95A9-3647-B45A9770E819}"/>
              </a:ext>
            </a:extLst>
          </p:cNvPr>
          <p:cNvGrpSpPr>
            <a:grpSpLocks/>
          </p:cNvGrpSpPr>
          <p:nvPr/>
        </p:nvGrpSpPr>
        <p:grpSpPr bwMode="auto">
          <a:xfrm>
            <a:off x="1066800" y="3444875"/>
            <a:ext cx="533400" cy="492125"/>
            <a:chOff x="96" y="2784"/>
            <a:chExt cx="1062" cy="981"/>
          </a:xfrm>
        </p:grpSpPr>
        <p:sp>
          <p:nvSpPr>
            <p:cNvPr id="2145" name="Freeform 149">
              <a:extLst>
                <a:ext uri="{FF2B5EF4-FFF2-40B4-BE49-F238E27FC236}">
                  <a16:creationId xmlns:a16="http://schemas.microsoft.com/office/drawing/2014/main" id="{2B23D8BA-6FF3-60CE-8E97-6DA61757ACE2}"/>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6" name="Freeform 150">
              <a:extLst>
                <a:ext uri="{FF2B5EF4-FFF2-40B4-BE49-F238E27FC236}">
                  <a16:creationId xmlns:a16="http://schemas.microsoft.com/office/drawing/2014/main" id="{EEF91DB6-6D5E-1E6D-127E-F9DA23BE7A21}"/>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7" name="Freeform 151">
              <a:extLst>
                <a:ext uri="{FF2B5EF4-FFF2-40B4-BE49-F238E27FC236}">
                  <a16:creationId xmlns:a16="http://schemas.microsoft.com/office/drawing/2014/main" id="{6403F189-BE30-4848-F090-EC50199D392D}"/>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8" name="Freeform 152">
              <a:extLst>
                <a:ext uri="{FF2B5EF4-FFF2-40B4-BE49-F238E27FC236}">
                  <a16:creationId xmlns:a16="http://schemas.microsoft.com/office/drawing/2014/main" id="{A688C126-9F96-2863-EB6F-DF31E73837EE}"/>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9" name="Freeform 153">
              <a:extLst>
                <a:ext uri="{FF2B5EF4-FFF2-40B4-BE49-F238E27FC236}">
                  <a16:creationId xmlns:a16="http://schemas.microsoft.com/office/drawing/2014/main" id="{61E4CB6C-282E-6E22-55FE-1D279271F0E9}"/>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0" name="Freeform 154">
              <a:extLst>
                <a:ext uri="{FF2B5EF4-FFF2-40B4-BE49-F238E27FC236}">
                  <a16:creationId xmlns:a16="http://schemas.microsoft.com/office/drawing/2014/main" id="{0B4552ED-977D-C9C9-ECCD-7B098A81EA7E}"/>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1" name="Freeform 155">
              <a:extLst>
                <a:ext uri="{FF2B5EF4-FFF2-40B4-BE49-F238E27FC236}">
                  <a16:creationId xmlns:a16="http://schemas.microsoft.com/office/drawing/2014/main" id="{BD168AC2-3D52-04F7-8497-82408B4C8F59}"/>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2" name="Freeform 156">
              <a:extLst>
                <a:ext uri="{FF2B5EF4-FFF2-40B4-BE49-F238E27FC236}">
                  <a16:creationId xmlns:a16="http://schemas.microsoft.com/office/drawing/2014/main" id="{80DE1141-1C05-9347-E1F1-E67C09BE13C5}"/>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3" name="Freeform 157">
              <a:extLst>
                <a:ext uri="{FF2B5EF4-FFF2-40B4-BE49-F238E27FC236}">
                  <a16:creationId xmlns:a16="http://schemas.microsoft.com/office/drawing/2014/main" id="{08CB9D73-0C8A-4015-AA46-7100CF74DED4}"/>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4" name="Freeform 158">
              <a:extLst>
                <a:ext uri="{FF2B5EF4-FFF2-40B4-BE49-F238E27FC236}">
                  <a16:creationId xmlns:a16="http://schemas.microsoft.com/office/drawing/2014/main" id="{73FB6F69-2104-8C5B-B6E6-A73BA6E1FBED}"/>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5" name="Freeform 159">
              <a:extLst>
                <a:ext uri="{FF2B5EF4-FFF2-40B4-BE49-F238E27FC236}">
                  <a16:creationId xmlns:a16="http://schemas.microsoft.com/office/drawing/2014/main" id="{E1486BD9-5753-1A6F-AE0C-EA05D46C4377}"/>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6" name="Freeform 160">
              <a:extLst>
                <a:ext uri="{FF2B5EF4-FFF2-40B4-BE49-F238E27FC236}">
                  <a16:creationId xmlns:a16="http://schemas.microsoft.com/office/drawing/2014/main" id="{897AFABE-81E0-B3C4-EDB1-251CA511EB9B}"/>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7" name="Freeform 161">
              <a:extLst>
                <a:ext uri="{FF2B5EF4-FFF2-40B4-BE49-F238E27FC236}">
                  <a16:creationId xmlns:a16="http://schemas.microsoft.com/office/drawing/2014/main" id="{5B925BDD-194B-AF43-C0F6-5561B56110A8}"/>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2" name="Group 162">
            <a:extLst>
              <a:ext uri="{FF2B5EF4-FFF2-40B4-BE49-F238E27FC236}">
                <a16:creationId xmlns:a16="http://schemas.microsoft.com/office/drawing/2014/main" id="{F4EA14BB-2623-F022-1F81-2C33E738C813}"/>
              </a:ext>
            </a:extLst>
          </p:cNvPr>
          <p:cNvGrpSpPr>
            <a:grpSpLocks/>
          </p:cNvGrpSpPr>
          <p:nvPr/>
        </p:nvGrpSpPr>
        <p:grpSpPr bwMode="auto">
          <a:xfrm>
            <a:off x="1066800" y="4552950"/>
            <a:ext cx="533400" cy="492125"/>
            <a:chOff x="96" y="2784"/>
            <a:chExt cx="1062" cy="981"/>
          </a:xfrm>
        </p:grpSpPr>
        <p:sp>
          <p:nvSpPr>
            <p:cNvPr id="2132" name="Freeform 163">
              <a:extLst>
                <a:ext uri="{FF2B5EF4-FFF2-40B4-BE49-F238E27FC236}">
                  <a16:creationId xmlns:a16="http://schemas.microsoft.com/office/drawing/2014/main" id="{06142EF6-A752-B4F2-6B08-C58C89425D66}"/>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3" name="Freeform 164">
              <a:extLst>
                <a:ext uri="{FF2B5EF4-FFF2-40B4-BE49-F238E27FC236}">
                  <a16:creationId xmlns:a16="http://schemas.microsoft.com/office/drawing/2014/main" id="{8F3AB124-5787-CBF4-425F-AA72D8182B1B}"/>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4" name="Freeform 165">
              <a:extLst>
                <a:ext uri="{FF2B5EF4-FFF2-40B4-BE49-F238E27FC236}">
                  <a16:creationId xmlns:a16="http://schemas.microsoft.com/office/drawing/2014/main" id="{AD005AD6-CB92-8124-7F7D-C1793A6D47F7}"/>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5" name="Freeform 166">
              <a:extLst>
                <a:ext uri="{FF2B5EF4-FFF2-40B4-BE49-F238E27FC236}">
                  <a16:creationId xmlns:a16="http://schemas.microsoft.com/office/drawing/2014/main" id="{6D1FAADE-A3B7-E4E7-E799-D5C2D18C46EC}"/>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6" name="Freeform 167">
              <a:extLst>
                <a:ext uri="{FF2B5EF4-FFF2-40B4-BE49-F238E27FC236}">
                  <a16:creationId xmlns:a16="http://schemas.microsoft.com/office/drawing/2014/main" id="{280823EE-D929-0F00-C68A-EFBDFB833660}"/>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7" name="Freeform 168">
              <a:extLst>
                <a:ext uri="{FF2B5EF4-FFF2-40B4-BE49-F238E27FC236}">
                  <a16:creationId xmlns:a16="http://schemas.microsoft.com/office/drawing/2014/main" id="{519CDBB7-3B91-CB8E-DBB3-7961DD48C00A}"/>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8" name="Freeform 169">
              <a:extLst>
                <a:ext uri="{FF2B5EF4-FFF2-40B4-BE49-F238E27FC236}">
                  <a16:creationId xmlns:a16="http://schemas.microsoft.com/office/drawing/2014/main" id="{90934D5A-86DB-9821-3F13-80F770152E6C}"/>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9" name="Freeform 170">
              <a:extLst>
                <a:ext uri="{FF2B5EF4-FFF2-40B4-BE49-F238E27FC236}">
                  <a16:creationId xmlns:a16="http://schemas.microsoft.com/office/drawing/2014/main" id="{FCD7484A-1FCB-B6BC-8C2A-226572C39598}"/>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0" name="Freeform 171">
              <a:extLst>
                <a:ext uri="{FF2B5EF4-FFF2-40B4-BE49-F238E27FC236}">
                  <a16:creationId xmlns:a16="http://schemas.microsoft.com/office/drawing/2014/main" id="{28A200A8-3FA7-6299-99FE-2AC5CA5B3495}"/>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1" name="Freeform 172">
              <a:extLst>
                <a:ext uri="{FF2B5EF4-FFF2-40B4-BE49-F238E27FC236}">
                  <a16:creationId xmlns:a16="http://schemas.microsoft.com/office/drawing/2014/main" id="{5F40D4EE-F5C6-15D5-96C2-37C737DB6419}"/>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2" name="Freeform 173">
              <a:extLst>
                <a:ext uri="{FF2B5EF4-FFF2-40B4-BE49-F238E27FC236}">
                  <a16:creationId xmlns:a16="http://schemas.microsoft.com/office/drawing/2014/main" id="{72E8F241-FF3B-AB8C-4805-4610EA316BE8}"/>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3" name="Freeform 174">
              <a:extLst>
                <a:ext uri="{FF2B5EF4-FFF2-40B4-BE49-F238E27FC236}">
                  <a16:creationId xmlns:a16="http://schemas.microsoft.com/office/drawing/2014/main" id="{332E3184-9541-A364-A6CE-6D3EFC21B5B5}"/>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4" name="Freeform 175">
              <a:extLst>
                <a:ext uri="{FF2B5EF4-FFF2-40B4-BE49-F238E27FC236}">
                  <a16:creationId xmlns:a16="http://schemas.microsoft.com/office/drawing/2014/main" id="{08CE3684-5CBE-9CD4-85AC-E171652C8A6E}"/>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3" name="Group 176">
            <a:extLst>
              <a:ext uri="{FF2B5EF4-FFF2-40B4-BE49-F238E27FC236}">
                <a16:creationId xmlns:a16="http://schemas.microsoft.com/office/drawing/2014/main" id="{F1BD96F2-BE49-6FDF-92C1-A56257AC3B40}"/>
              </a:ext>
            </a:extLst>
          </p:cNvPr>
          <p:cNvGrpSpPr>
            <a:grpSpLocks/>
          </p:cNvGrpSpPr>
          <p:nvPr/>
        </p:nvGrpSpPr>
        <p:grpSpPr bwMode="auto">
          <a:xfrm>
            <a:off x="1066800" y="5562600"/>
            <a:ext cx="533400" cy="492125"/>
            <a:chOff x="96" y="2784"/>
            <a:chExt cx="1062" cy="981"/>
          </a:xfrm>
        </p:grpSpPr>
        <p:sp>
          <p:nvSpPr>
            <p:cNvPr id="2119" name="Freeform 177">
              <a:extLst>
                <a:ext uri="{FF2B5EF4-FFF2-40B4-BE49-F238E27FC236}">
                  <a16:creationId xmlns:a16="http://schemas.microsoft.com/office/drawing/2014/main" id="{31BEB9BA-66DF-E716-70F1-897A22B9B9D2}"/>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0" name="Freeform 178">
              <a:extLst>
                <a:ext uri="{FF2B5EF4-FFF2-40B4-BE49-F238E27FC236}">
                  <a16:creationId xmlns:a16="http://schemas.microsoft.com/office/drawing/2014/main" id="{443AF5F0-B8B9-2687-6E96-1F5498F3B155}"/>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1" name="Freeform 179">
              <a:extLst>
                <a:ext uri="{FF2B5EF4-FFF2-40B4-BE49-F238E27FC236}">
                  <a16:creationId xmlns:a16="http://schemas.microsoft.com/office/drawing/2014/main" id="{98D16DAB-D884-FFD4-04BA-F7C0B83C3E1E}"/>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2" name="Freeform 180">
              <a:extLst>
                <a:ext uri="{FF2B5EF4-FFF2-40B4-BE49-F238E27FC236}">
                  <a16:creationId xmlns:a16="http://schemas.microsoft.com/office/drawing/2014/main" id="{744AF46A-8BCF-6736-F7EC-200C8932BD90}"/>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3" name="Freeform 181">
              <a:extLst>
                <a:ext uri="{FF2B5EF4-FFF2-40B4-BE49-F238E27FC236}">
                  <a16:creationId xmlns:a16="http://schemas.microsoft.com/office/drawing/2014/main" id="{86B509EF-D1C1-3F1F-D7DF-87D1B384D042}"/>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4" name="Freeform 182">
              <a:extLst>
                <a:ext uri="{FF2B5EF4-FFF2-40B4-BE49-F238E27FC236}">
                  <a16:creationId xmlns:a16="http://schemas.microsoft.com/office/drawing/2014/main" id="{77159F61-8BDC-5E4A-3A06-8E719FA3D261}"/>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5" name="Freeform 183">
              <a:extLst>
                <a:ext uri="{FF2B5EF4-FFF2-40B4-BE49-F238E27FC236}">
                  <a16:creationId xmlns:a16="http://schemas.microsoft.com/office/drawing/2014/main" id="{E83B0234-3195-DEF8-F1BF-4A99025C1B85}"/>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6" name="Freeform 184">
              <a:extLst>
                <a:ext uri="{FF2B5EF4-FFF2-40B4-BE49-F238E27FC236}">
                  <a16:creationId xmlns:a16="http://schemas.microsoft.com/office/drawing/2014/main" id="{88D9E40C-F7C3-86C6-8C10-03EAD5DD302C}"/>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7" name="Freeform 185">
              <a:extLst>
                <a:ext uri="{FF2B5EF4-FFF2-40B4-BE49-F238E27FC236}">
                  <a16:creationId xmlns:a16="http://schemas.microsoft.com/office/drawing/2014/main" id="{41F3EF96-05CF-FB8F-B488-BE82A6B30EA2}"/>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8" name="Freeform 186">
              <a:extLst>
                <a:ext uri="{FF2B5EF4-FFF2-40B4-BE49-F238E27FC236}">
                  <a16:creationId xmlns:a16="http://schemas.microsoft.com/office/drawing/2014/main" id="{85A49DCD-10D2-0246-3F47-2182BCE81519}"/>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9" name="Freeform 187">
              <a:extLst>
                <a:ext uri="{FF2B5EF4-FFF2-40B4-BE49-F238E27FC236}">
                  <a16:creationId xmlns:a16="http://schemas.microsoft.com/office/drawing/2014/main" id="{E0F88051-D6C7-9C49-96A2-E281AB2110C2}"/>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0" name="Freeform 188">
              <a:extLst>
                <a:ext uri="{FF2B5EF4-FFF2-40B4-BE49-F238E27FC236}">
                  <a16:creationId xmlns:a16="http://schemas.microsoft.com/office/drawing/2014/main" id="{E0937000-BB56-DFEC-2531-DD4B24306FC9}"/>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1" name="Freeform 189">
              <a:extLst>
                <a:ext uri="{FF2B5EF4-FFF2-40B4-BE49-F238E27FC236}">
                  <a16:creationId xmlns:a16="http://schemas.microsoft.com/office/drawing/2014/main" id="{082025BC-389C-5ECD-6C93-F8E0CA6D2D23}"/>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4" name="Group 190">
            <a:extLst>
              <a:ext uri="{FF2B5EF4-FFF2-40B4-BE49-F238E27FC236}">
                <a16:creationId xmlns:a16="http://schemas.microsoft.com/office/drawing/2014/main" id="{C7A876E4-0BB1-AE8D-5581-25955896A5EF}"/>
              </a:ext>
            </a:extLst>
          </p:cNvPr>
          <p:cNvGrpSpPr>
            <a:grpSpLocks/>
          </p:cNvGrpSpPr>
          <p:nvPr/>
        </p:nvGrpSpPr>
        <p:grpSpPr bwMode="auto">
          <a:xfrm>
            <a:off x="381000" y="3962400"/>
            <a:ext cx="533400" cy="492125"/>
            <a:chOff x="96" y="2784"/>
            <a:chExt cx="1062" cy="981"/>
          </a:xfrm>
        </p:grpSpPr>
        <p:sp>
          <p:nvSpPr>
            <p:cNvPr id="2106" name="Freeform 191">
              <a:extLst>
                <a:ext uri="{FF2B5EF4-FFF2-40B4-BE49-F238E27FC236}">
                  <a16:creationId xmlns:a16="http://schemas.microsoft.com/office/drawing/2014/main" id="{EBF29277-4DD1-096D-B7E0-F15D42A909BE}"/>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7" name="Freeform 192">
              <a:extLst>
                <a:ext uri="{FF2B5EF4-FFF2-40B4-BE49-F238E27FC236}">
                  <a16:creationId xmlns:a16="http://schemas.microsoft.com/office/drawing/2014/main" id="{76BA334D-8FC6-15F2-4E96-EA9804694E71}"/>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8" name="Freeform 193">
              <a:extLst>
                <a:ext uri="{FF2B5EF4-FFF2-40B4-BE49-F238E27FC236}">
                  <a16:creationId xmlns:a16="http://schemas.microsoft.com/office/drawing/2014/main" id="{E1F88EBC-FE70-459B-EA66-BD153AC23F05}"/>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9" name="Freeform 194">
              <a:extLst>
                <a:ext uri="{FF2B5EF4-FFF2-40B4-BE49-F238E27FC236}">
                  <a16:creationId xmlns:a16="http://schemas.microsoft.com/office/drawing/2014/main" id="{C6419824-3F4D-BC07-C660-867A6515E3F9}"/>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0" name="Freeform 195">
              <a:extLst>
                <a:ext uri="{FF2B5EF4-FFF2-40B4-BE49-F238E27FC236}">
                  <a16:creationId xmlns:a16="http://schemas.microsoft.com/office/drawing/2014/main" id="{CFC452A0-2851-9723-380D-5C1AE29B6AA5}"/>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1" name="Freeform 196">
              <a:extLst>
                <a:ext uri="{FF2B5EF4-FFF2-40B4-BE49-F238E27FC236}">
                  <a16:creationId xmlns:a16="http://schemas.microsoft.com/office/drawing/2014/main" id="{25FD1A6D-206A-3D96-145E-7F5DEE1343F7}"/>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2" name="Freeform 197">
              <a:extLst>
                <a:ext uri="{FF2B5EF4-FFF2-40B4-BE49-F238E27FC236}">
                  <a16:creationId xmlns:a16="http://schemas.microsoft.com/office/drawing/2014/main" id="{C4CCECA6-BC61-BFB1-08D0-2C83AAE2B380}"/>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3" name="Freeform 198">
              <a:extLst>
                <a:ext uri="{FF2B5EF4-FFF2-40B4-BE49-F238E27FC236}">
                  <a16:creationId xmlns:a16="http://schemas.microsoft.com/office/drawing/2014/main" id="{22F1E3E3-4F3A-3C87-17CB-05FD100FE99C}"/>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4" name="Freeform 199">
              <a:extLst>
                <a:ext uri="{FF2B5EF4-FFF2-40B4-BE49-F238E27FC236}">
                  <a16:creationId xmlns:a16="http://schemas.microsoft.com/office/drawing/2014/main" id="{06736B77-BB53-6F99-2951-7DB2329FDBE2}"/>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5" name="Freeform 200">
              <a:extLst>
                <a:ext uri="{FF2B5EF4-FFF2-40B4-BE49-F238E27FC236}">
                  <a16:creationId xmlns:a16="http://schemas.microsoft.com/office/drawing/2014/main" id="{9B667587-5E9D-BFE7-7D63-064295A5ADBB}"/>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6" name="Freeform 201">
              <a:extLst>
                <a:ext uri="{FF2B5EF4-FFF2-40B4-BE49-F238E27FC236}">
                  <a16:creationId xmlns:a16="http://schemas.microsoft.com/office/drawing/2014/main" id="{DE9C39CE-CF08-AFED-92C6-08A3FA6D6E78}"/>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7" name="Freeform 202">
              <a:extLst>
                <a:ext uri="{FF2B5EF4-FFF2-40B4-BE49-F238E27FC236}">
                  <a16:creationId xmlns:a16="http://schemas.microsoft.com/office/drawing/2014/main" id="{23CC9C55-81CA-5A3B-E90E-957AE5AD80D2}"/>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8" name="Freeform 203">
              <a:extLst>
                <a:ext uri="{FF2B5EF4-FFF2-40B4-BE49-F238E27FC236}">
                  <a16:creationId xmlns:a16="http://schemas.microsoft.com/office/drawing/2014/main" id="{06FFC3B5-9FC7-90F6-4AF2-1EC4CD3BA663}"/>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5" name="Group 204">
            <a:extLst>
              <a:ext uri="{FF2B5EF4-FFF2-40B4-BE49-F238E27FC236}">
                <a16:creationId xmlns:a16="http://schemas.microsoft.com/office/drawing/2014/main" id="{152B90BD-00EC-C877-6976-DF29C19F7EB1}"/>
              </a:ext>
            </a:extLst>
          </p:cNvPr>
          <p:cNvGrpSpPr>
            <a:grpSpLocks/>
          </p:cNvGrpSpPr>
          <p:nvPr/>
        </p:nvGrpSpPr>
        <p:grpSpPr bwMode="auto">
          <a:xfrm>
            <a:off x="381000" y="5070475"/>
            <a:ext cx="533400" cy="492125"/>
            <a:chOff x="96" y="2784"/>
            <a:chExt cx="1062" cy="981"/>
          </a:xfrm>
        </p:grpSpPr>
        <p:sp>
          <p:nvSpPr>
            <p:cNvPr id="2093" name="Freeform 205">
              <a:extLst>
                <a:ext uri="{FF2B5EF4-FFF2-40B4-BE49-F238E27FC236}">
                  <a16:creationId xmlns:a16="http://schemas.microsoft.com/office/drawing/2014/main" id="{2ABA5ED2-FC0C-9282-A038-9D7784D3415D}"/>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4" name="Freeform 206">
              <a:extLst>
                <a:ext uri="{FF2B5EF4-FFF2-40B4-BE49-F238E27FC236}">
                  <a16:creationId xmlns:a16="http://schemas.microsoft.com/office/drawing/2014/main" id="{F51E53FB-5997-A7AC-C8C1-266FE54A1B5F}"/>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5" name="Freeform 207">
              <a:extLst>
                <a:ext uri="{FF2B5EF4-FFF2-40B4-BE49-F238E27FC236}">
                  <a16:creationId xmlns:a16="http://schemas.microsoft.com/office/drawing/2014/main" id="{51A75821-B01C-329C-FF35-7DCB8FBB065F}"/>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6" name="Freeform 208">
              <a:extLst>
                <a:ext uri="{FF2B5EF4-FFF2-40B4-BE49-F238E27FC236}">
                  <a16:creationId xmlns:a16="http://schemas.microsoft.com/office/drawing/2014/main" id="{DBDE79AD-7A09-A346-A40E-1437604E37E8}"/>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7" name="Freeform 209">
              <a:extLst>
                <a:ext uri="{FF2B5EF4-FFF2-40B4-BE49-F238E27FC236}">
                  <a16:creationId xmlns:a16="http://schemas.microsoft.com/office/drawing/2014/main" id="{ADC6B7EB-9575-AD63-2750-C11C3D604E52}"/>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8" name="Freeform 210">
              <a:extLst>
                <a:ext uri="{FF2B5EF4-FFF2-40B4-BE49-F238E27FC236}">
                  <a16:creationId xmlns:a16="http://schemas.microsoft.com/office/drawing/2014/main" id="{A9518AC1-C1D7-B59D-5D2B-36002778E0F1}"/>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9" name="Freeform 211">
              <a:extLst>
                <a:ext uri="{FF2B5EF4-FFF2-40B4-BE49-F238E27FC236}">
                  <a16:creationId xmlns:a16="http://schemas.microsoft.com/office/drawing/2014/main" id="{DDF92FDD-3D5B-97DA-B412-81889D1DBD5E}"/>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0" name="Freeform 212">
              <a:extLst>
                <a:ext uri="{FF2B5EF4-FFF2-40B4-BE49-F238E27FC236}">
                  <a16:creationId xmlns:a16="http://schemas.microsoft.com/office/drawing/2014/main" id="{59FABC63-A452-363B-9365-DFA5817CB90C}"/>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1" name="Freeform 213">
              <a:extLst>
                <a:ext uri="{FF2B5EF4-FFF2-40B4-BE49-F238E27FC236}">
                  <a16:creationId xmlns:a16="http://schemas.microsoft.com/office/drawing/2014/main" id="{69DCFD0E-57C2-6654-BECE-FBF31C482506}"/>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2" name="Freeform 214">
              <a:extLst>
                <a:ext uri="{FF2B5EF4-FFF2-40B4-BE49-F238E27FC236}">
                  <a16:creationId xmlns:a16="http://schemas.microsoft.com/office/drawing/2014/main" id="{733ADF56-D63E-CEEA-7C91-5CC7A5AF2EEA}"/>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3" name="Freeform 215">
              <a:extLst>
                <a:ext uri="{FF2B5EF4-FFF2-40B4-BE49-F238E27FC236}">
                  <a16:creationId xmlns:a16="http://schemas.microsoft.com/office/drawing/2014/main" id="{19D9528B-9482-3D06-D8CC-139FF46EAD5E}"/>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4" name="Freeform 216">
              <a:extLst>
                <a:ext uri="{FF2B5EF4-FFF2-40B4-BE49-F238E27FC236}">
                  <a16:creationId xmlns:a16="http://schemas.microsoft.com/office/drawing/2014/main" id="{C17A5714-3217-C858-C0C9-6D8BF84160D9}"/>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5" name="Freeform 217">
              <a:extLst>
                <a:ext uri="{FF2B5EF4-FFF2-40B4-BE49-F238E27FC236}">
                  <a16:creationId xmlns:a16="http://schemas.microsoft.com/office/drawing/2014/main" id="{D25C1CEA-B8EF-E911-622C-00FE536D642C}"/>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6" name="Group 218">
            <a:extLst>
              <a:ext uri="{FF2B5EF4-FFF2-40B4-BE49-F238E27FC236}">
                <a16:creationId xmlns:a16="http://schemas.microsoft.com/office/drawing/2014/main" id="{D003B44D-2CA8-2CA3-7DB3-33EDBB846F83}"/>
              </a:ext>
            </a:extLst>
          </p:cNvPr>
          <p:cNvGrpSpPr>
            <a:grpSpLocks/>
          </p:cNvGrpSpPr>
          <p:nvPr/>
        </p:nvGrpSpPr>
        <p:grpSpPr bwMode="auto">
          <a:xfrm>
            <a:off x="381000" y="6121400"/>
            <a:ext cx="533400" cy="492125"/>
            <a:chOff x="96" y="2784"/>
            <a:chExt cx="1062" cy="981"/>
          </a:xfrm>
        </p:grpSpPr>
        <p:sp>
          <p:nvSpPr>
            <p:cNvPr id="2080" name="Freeform 219">
              <a:extLst>
                <a:ext uri="{FF2B5EF4-FFF2-40B4-BE49-F238E27FC236}">
                  <a16:creationId xmlns:a16="http://schemas.microsoft.com/office/drawing/2014/main" id="{928A7729-CD5D-EFB3-CE4F-EA439C60D3DB}"/>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1" name="Freeform 220">
              <a:extLst>
                <a:ext uri="{FF2B5EF4-FFF2-40B4-BE49-F238E27FC236}">
                  <a16:creationId xmlns:a16="http://schemas.microsoft.com/office/drawing/2014/main" id="{B1AB2B1C-9704-CE00-3B0E-25D33E954D87}"/>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2" name="Freeform 221">
              <a:extLst>
                <a:ext uri="{FF2B5EF4-FFF2-40B4-BE49-F238E27FC236}">
                  <a16:creationId xmlns:a16="http://schemas.microsoft.com/office/drawing/2014/main" id="{5D1C2F45-A6F5-8A9D-5016-F43DC4E105B3}"/>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3" name="Freeform 222">
              <a:extLst>
                <a:ext uri="{FF2B5EF4-FFF2-40B4-BE49-F238E27FC236}">
                  <a16:creationId xmlns:a16="http://schemas.microsoft.com/office/drawing/2014/main" id="{F9FE74AF-6672-F1CA-B708-2AAB364B8694}"/>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4" name="Freeform 223">
              <a:extLst>
                <a:ext uri="{FF2B5EF4-FFF2-40B4-BE49-F238E27FC236}">
                  <a16:creationId xmlns:a16="http://schemas.microsoft.com/office/drawing/2014/main" id="{B6FE6091-6BCE-0D90-B733-0F802E49E171}"/>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5" name="Freeform 224">
              <a:extLst>
                <a:ext uri="{FF2B5EF4-FFF2-40B4-BE49-F238E27FC236}">
                  <a16:creationId xmlns:a16="http://schemas.microsoft.com/office/drawing/2014/main" id="{C77D8BF5-5E01-2BFC-BEDE-4FCE0300E0DB}"/>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6" name="Freeform 225">
              <a:extLst>
                <a:ext uri="{FF2B5EF4-FFF2-40B4-BE49-F238E27FC236}">
                  <a16:creationId xmlns:a16="http://schemas.microsoft.com/office/drawing/2014/main" id="{61D30661-09F3-1208-B8FF-0681B60F757C}"/>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7" name="Freeform 226">
              <a:extLst>
                <a:ext uri="{FF2B5EF4-FFF2-40B4-BE49-F238E27FC236}">
                  <a16:creationId xmlns:a16="http://schemas.microsoft.com/office/drawing/2014/main" id="{97FD0DC0-A7B6-7020-2F03-3396EAE630AC}"/>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8" name="Freeform 227">
              <a:extLst>
                <a:ext uri="{FF2B5EF4-FFF2-40B4-BE49-F238E27FC236}">
                  <a16:creationId xmlns:a16="http://schemas.microsoft.com/office/drawing/2014/main" id="{4194653C-B979-C321-0387-1F85AA4FBF82}"/>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9" name="Freeform 228">
              <a:extLst>
                <a:ext uri="{FF2B5EF4-FFF2-40B4-BE49-F238E27FC236}">
                  <a16:creationId xmlns:a16="http://schemas.microsoft.com/office/drawing/2014/main" id="{85AA2624-0257-319E-BEA0-3C9647BB2DCF}"/>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0" name="Freeform 229">
              <a:extLst>
                <a:ext uri="{FF2B5EF4-FFF2-40B4-BE49-F238E27FC236}">
                  <a16:creationId xmlns:a16="http://schemas.microsoft.com/office/drawing/2014/main" id="{565DF6B6-608E-CF44-3A0D-80DCF778D345}"/>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1" name="Freeform 230">
              <a:extLst>
                <a:ext uri="{FF2B5EF4-FFF2-40B4-BE49-F238E27FC236}">
                  <a16:creationId xmlns:a16="http://schemas.microsoft.com/office/drawing/2014/main" id="{8D941863-465C-C20B-68A3-8D6EE394BD57}"/>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2" name="Freeform 231">
              <a:extLst>
                <a:ext uri="{FF2B5EF4-FFF2-40B4-BE49-F238E27FC236}">
                  <a16:creationId xmlns:a16="http://schemas.microsoft.com/office/drawing/2014/main" id="{A16796EB-AAD0-D130-2871-BBA709C9BC06}"/>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7" name="Group 232">
            <a:extLst>
              <a:ext uri="{FF2B5EF4-FFF2-40B4-BE49-F238E27FC236}">
                <a16:creationId xmlns:a16="http://schemas.microsoft.com/office/drawing/2014/main" id="{F40E7DEC-1AF5-371C-572B-3456FFCCFBBA}"/>
              </a:ext>
            </a:extLst>
          </p:cNvPr>
          <p:cNvGrpSpPr>
            <a:grpSpLocks/>
          </p:cNvGrpSpPr>
          <p:nvPr/>
        </p:nvGrpSpPr>
        <p:grpSpPr bwMode="auto">
          <a:xfrm>
            <a:off x="6934200" y="-7938"/>
            <a:ext cx="2317750" cy="2063751"/>
            <a:chOff x="4080" y="-5"/>
            <a:chExt cx="1748" cy="1556"/>
          </a:xfrm>
        </p:grpSpPr>
        <p:sp>
          <p:nvSpPr>
            <p:cNvPr id="2065" name="Freeform 233">
              <a:extLst>
                <a:ext uri="{FF2B5EF4-FFF2-40B4-BE49-F238E27FC236}">
                  <a16:creationId xmlns:a16="http://schemas.microsoft.com/office/drawing/2014/main" id="{C65B43FD-B3D6-5DBA-5696-A30852507684}"/>
                </a:ext>
              </a:extLst>
            </p:cNvPr>
            <p:cNvSpPr>
              <a:spLocks/>
            </p:cNvSpPr>
            <p:nvPr userDrawn="1"/>
          </p:nvSpPr>
          <p:spPr bwMode="auto">
            <a:xfrm>
              <a:off x="4161" y="-5"/>
              <a:ext cx="1586" cy="1443"/>
            </a:xfrm>
            <a:custGeom>
              <a:avLst/>
              <a:gdLst>
                <a:gd name="T0" fmla="*/ 195 w 546"/>
                <a:gd name="T1" fmla="*/ 35 h 497"/>
                <a:gd name="T2" fmla="*/ 93 w 546"/>
                <a:gd name="T3" fmla="*/ 598 h 497"/>
                <a:gd name="T4" fmla="*/ 212 w 546"/>
                <a:gd name="T5" fmla="*/ 3313 h 497"/>
                <a:gd name="T6" fmla="*/ 456 w 546"/>
                <a:gd name="T7" fmla="*/ 3853 h 497"/>
                <a:gd name="T8" fmla="*/ 1333 w 546"/>
                <a:gd name="T9" fmla="*/ 4062 h 497"/>
                <a:gd name="T10" fmla="*/ 1723 w 546"/>
                <a:gd name="T11" fmla="*/ 4172 h 497"/>
                <a:gd name="T12" fmla="*/ 4386 w 546"/>
                <a:gd name="T13" fmla="*/ 4004 h 497"/>
                <a:gd name="T14" fmla="*/ 4497 w 546"/>
                <a:gd name="T15" fmla="*/ 1408 h 497"/>
                <a:gd name="T16" fmla="*/ 3114 w 546"/>
                <a:gd name="T17" fmla="*/ 134 h 497"/>
                <a:gd name="T18" fmla="*/ 2100 w 546"/>
                <a:gd name="T19" fmla="*/ 244 h 497"/>
                <a:gd name="T20" fmla="*/ 1670 w 546"/>
                <a:gd name="T21" fmla="*/ 93 h 497"/>
                <a:gd name="T22" fmla="*/ 1275 w 546"/>
                <a:gd name="T23" fmla="*/ 17 h 497"/>
                <a:gd name="T24" fmla="*/ 195 w 546"/>
                <a:gd name="T25" fmla="*/ 35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2066" name="Group 234">
              <a:extLst>
                <a:ext uri="{FF2B5EF4-FFF2-40B4-BE49-F238E27FC236}">
                  <a16:creationId xmlns:a16="http://schemas.microsoft.com/office/drawing/2014/main" id="{F2E7540D-9D36-93C9-87E1-6A2EEFE88495}"/>
                </a:ext>
              </a:extLst>
            </p:cNvPr>
            <p:cNvGrpSpPr>
              <a:grpSpLocks/>
            </p:cNvGrpSpPr>
            <p:nvPr userDrawn="1"/>
          </p:nvGrpSpPr>
          <p:grpSpPr bwMode="auto">
            <a:xfrm>
              <a:off x="4080" y="0"/>
              <a:ext cx="1748" cy="1551"/>
              <a:chOff x="2918" y="18"/>
              <a:chExt cx="2958" cy="2699"/>
            </a:xfrm>
          </p:grpSpPr>
          <p:sp>
            <p:nvSpPr>
              <p:cNvPr id="2067" name="Freeform 235">
                <a:extLst>
                  <a:ext uri="{FF2B5EF4-FFF2-40B4-BE49-F238E27FC236}">
                    <a16:creationId xmlns:a16="http://schemas.microsoft.com/office/drawing/2014/main" id="{5B635218-33B7-BDB5-ECDA-77D17C3BA6E2}"/>
                  </a:ext>
                </a:extLst>
              </p:cNvPr>
              <p:cNvSpPr>
                <a:spLocks/>
              </p:cNvSpPr>
              <p:nvPr/>
            </p:nvSpPr>
            <p:spPr bwMode="auto">
              <a:xfrm>
                <a:off x="3060" y="18"/>
                <a:ext cx="490" cy="187"/>
              </a:xfrm>
              <a:custGeom>
                <a:avLst/>
                <a:gdLst>
                  <a:gd name="T0" fmla="*/ 1814 w 97"/>
                  <a:gd name="T1" fmla="*/ 637 h 37"/>
                  <a:gd name="T2" fmla="*/ 2324 w 97"/>
                  <a:gd name="T3" fmla="*/ 510 h 37"/>
                  <a:gd name="T4" fmla="*/ 2349 w 97"/>
                  <a:gd name="T5" fmla="*/ 435 h 37"/>
                  <a:gd name="T6" fmla="*/ 2248 w 97"/>
                  <a:gd name="T7" fmla="*/ 0 h 37"/>
                  <a:gd name="T8" fmla="*/ 636 w 97"/>
                  <a:gd name="T9" fmla="*/ 0 h 37"/>
                  <a:gd name="T10" fmla="*/ 258 w 97"/>
                  <a:gd name="T11" fmla="*/ 561 h 37"/>
                  <a:gd name="T12" fmla="*/ 1814 w 97"/>
                  <a:gd name="T13" fmla="*/ 637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68" name="Freeform 236">
                <a:extLst>
                  <a:ext uri="{FF2B5EF4-FFF2-40B4-BE49-F238E27FC236}">
                    <a16:creationId xmlns:a16="http://schemas.microsoft.com/office/drawing/2014/main" id="{059F3436-6291-46CD-1347-541A704E7BAC}"/>
                  </a:ext>
                </a:extLst>
              </p:cNvPr>
              <p:cNvSpPr>
                <a:spLocks noEditPoints="1"/>
              </p:cNvSpPr>
              <p:nvPr/>
            </p:nvSpPr>
            <p:spPr bwMode="auto">
              <a:xfrm>
                <a:off x="2918" y="18"/>
                <a:ext cx="2958" cy="2699"/>
              </a:xfrm>
              <a:custGeom>
                <a:avLst/>
                <a:gdLst>
                  <a:gd name="T0" fmla="*/ 12884 w 585"/>
                  <a:gd name="T1" fmla="*/ 25 h 534"/>
                  <a:gd name="T2" fmla="*/ 4015 w 585"/>
                  <a:gd name="T3" fmla="*/ 0 h 534"/>
                  <a:gd name="T4" fmla="*/ 5754 w 585"/>
                  <a:gd name="T5" fmla="*/ 536 h 534"/>
                  <a:gd name="T6" fmla="*/ 4450 w 585"/>
                  <a:gd name="T7" fmla="*/ 996 h 534"/>
                  <a:gd name="T8" fmla="*/ 5294 w 585"/>
                  <a:gd name="T9" fmla="*/ 1814 h 534"/>
                  <a:gd name="T10" fmla="*/ 1891 w 585"/>
                  <a:gd name="T11" fmla="*/ 1531 h 534"/>
                  <a:gd name="T12" fmla="*/ 662 w 585"/>
                  <a:gd name="T13" fmla="*/ 1607 h 534"/>
                  <a:gd name="T14" fmla="*/ 5087 w 585"/>
                  <a:gd name="T15" fmla="*/ 12439 h 534"/>
                  <a:gd name="T16" fmla="*/ 3681 w 585"/>
                  <a:gd name="T17" fmla="*/ 8714 h 534"/>
                  <a:gd name="T18" fmla="*/ 2685 w 585"/>
                  <a:gd name="T19" fmla="*/ 9603 h 534"/>
                  <a:gd name="T20" fmla="*/ 2402 w 585"/>
                  <a:gd name="T21" fmla="*/ 11114 h 534"/>
                  <a:gd name="T22" fmla="*/ 3170 w 585"/>
                  <a:gd name="T23" fmla="*/ 6768 h 534"/>
                  <a:gd name="T24" fmla="*/ 3914 w 585"/>
                  <a:gd name="T25" fmla="*/ 5823 h 534"/>
                  <a:gd name="T26" fmla="*/ 5345 w 585"/>
                  <a:gd name="T27" fmla="*/ 6055 h 534"/>
                  <a:gd name="T28" fmla="*/ 4809 w 585"/>
                  <a:gd name="T29" fmla="*/ 7819 h 534"/>
                  <a:gd name="T30" fmla="*/ 4910 w 585"/>
                  <a:gd name="T31" fmla="*/ 10088 h 534"/>
                  <a:gd name="T32" fmla="*/ 13167 w 585"/>
                  <a:gd name="T33" fmla="*/ 12338 h 534"/>
                  <a:gd name="T34" fmla="*/ 11610 w 585"/>
                  <a:gd name="T35" fmla="*/ 10907 h 534"/>
                  <a:gd name="T36" fmla="*/ 10866 w 585"/>
                  <a:gd name="T37" fmla="*/ 8815 h 534"/>
                  <a:gd name="T38" fmla="*/ 10123 w 585"/>
                  <a:gd name="T39" fmla="*/ 6899 h 534"/>
                  <a:gd name="T40" fmla="*/ 11761 w 585"/>
                  <a:gd name="T41" fmla="*/ 6540 h 534"/>
                  <a:gd name="T42" fmla="*/ 10406 w 585"/>
                  <a:gd name="T43" fmla="*/ 5696 h 534"/>
                  <a:gd name="T44" fmla="*/ 11225 w 585"/>
                  <a:gd name="T45" fmla="*/ 5772 h 534"/>
                  <a:gd name="T46" fmla="*/ 11200 w 585"/>
                  <a:gd name="T47" fmla="*/ 5337 h 534"/>
                  <a:gd name="T48" fmla="*/ 9612 w 585"/>
                  <a:gd name="T49" fmla="*/ 5388 h 534"/>
                  <a:gd name="T50" fmla="*/ 9127 w 585"/>
                  <a:gd name="T51" fmla="*/ 8764 h 534"/>
                  <a:gd name="T52" fmla="*/ 8874 w 585"/>
                  <a:gd name="T53" fmla="*/ 5873 h 534"/>
                  <a:gd name="T54" fmla="*/ 8464 w 585"/>
                  <a:gd name="T55" fmla="*/ 4650 h 534"/>
                  <a:gd name="T56" fmla="*/ 8874 w 585"/>
                  <a:gd name="T57" fmla="*/ 3472 h 534"/>
                  <a:gd name="T58" fmla="*/ 8667 w 585"/>
                  <a:gd name="T59" fmla="*/ 2527 h 534"/>
                  <a:gd name="T60" fmla="*/ 8464 w 585"/>
                  <a:gd name="T61" fmla="*/ 1582 h 534"/>
                  <a:gd name="T62" fmla="*/ 9435 w 585"/>
                  <a:gd name="T63" fmla="*/ 2633 h 534"/>
                  <a:gd name="T64" fmla="*/ 10608 w 585"/>
                  <a:gd name="T65" fmla="*/ 1203 h 534"/>
                  <a:gd name="T66" fmla="*/ 10457 w 585"/>
                  <a:gd name="T67" fmla="*/ 2426 h 534"/>
                  <a:gd name="T68" fmla="*/ 10254 w 585"/>
                  <a:gd name="T69" fmla="*/ 3321 h 534"/>
                  <a:gd name="T70" fmla="*/ 10254 w 585"/>
                  <a:gd name="T71" fmla="*/ 4625 h 534"/>
                  <a:gd name="T72" fmla="*/ 14264 w 585"/>
                  <a:gd name="T73" fmla="*/ 4625 h 534"/>
                  <a:gd name="T74" fmla="*/ 14163 w 585"/>
                  <a:gd name="T75" fmla="*/ 1941 h 534"/>
                  <a:gd name="T76" fmla="*/ 6366 w 585"/>
                  <a:gd name="T77" fmla="*/ 1764 h 534"/>
                  <a:gd name="T78" fmla="*/ 7494 w 585"/>
                  <a:gd name="T79" fmla="*/ 2376 h 534"/>
                  <a:gd name="T80" fmla="*/ 4374 w 585"/>
                  <a:gd name="T81" fmla="*/ 4984 h 534"/>
                  <a:gd name="T82" fmla="*/ 1765 w 585"/>
                  <a:gd name="T83" fmla="*/ 2502 h 534"/>
                  <a:gd name="T84" fmla="*/ 4884 w 585"/>
                  <a:gd name="T85" fmla="*/ 2709 h 534"/>
                  <a:gd name="T86" fmla="*/ 5623 w 585"/>
                  <a:gd name="T87" fmla="*/ 2684 h 534"/>
                  <a:gd name="T88" fmla="*/ 7721 w 585"/>
                  <a:gd name="T89" fmla="*/ 3093 h 534"/>
                  <a:gd name="T90" fmla="*/ 7059 w 585"/>
                  <a:gd name="T91" fmla="*/ 6540 h 534"/>
                  <a:gd name="T92" fmla="*/ 6649 w 585"/>
                  <a:gd name="T93" fmla="*/ 3498 h 534"/>
                  <a:gd name="T94" fmla="*/ 4374 w 585"/>
                  <a:gd name="T95" fmla="*/ 4984 h 534"/>
                  <a:gd name="T96" fmla="*/ 5704 w 585"/>
                  <a:gd name="T97" fmla="*/ 5747 h 534"/>
                  <a:gd name="T98" fmla="*/ 6315 w 585"/>
                  <a:gd name="T99" fmla="*/ 4038 h 534"/>
                  <a:gd name="T100" fmla="*/ 8333 w 585"/>
                  <a:gd name="T101" fmla="*/ 7460 h 534"/>
                  <a:gd name="T102" fmla="*/ 5496 w 585"/>
                  <a:gd name="T103" fmla="*/ 8198 h 534"/>
                  <a:gd name="T104" fmla="*/ 7898 w 585"/>
                  <a:gd name="T105" fmla="*/ 7076 h 534"/>
                  <a:gd name="T106" fmla="*/ 8131 w 585"/>
                  <a:gd name="T107" fmla="*/ 3396 h 534"/>
                  <a:gd name="T108" fmla="*/ 8004 w 585"/>
                  <a:gd name="T109" fmla="*/ 5443 h 534"/>
                  <a:gd name="T110" fmla="*/ 7645 w 585"/>
                  <a:gd name="T111" fmla="*/ 3680 h 534"/>
                  <a:gd name="T112" fmla="*/ 12965 w 585"/>
                  <a:gd name="T113" fmla="*/ 4574 h 534"/>
                  <a:gd name="T114" fmla="*/ 11786 w 585"/>
                  <a:gd name="T115" fmla="*/ 4139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69" name="Freeform 237">
                <a:extLst>
                  <a:ext uri="{FF2B5EF4-FFF2-40B4-BE49-F238E27FC236}">
                    <a16:creationId xmlns:a16="http://schemas.microsoft.com/office/drawing/2014/main" id="{F9C791FD-0084-A1B2-66CB-008B0C5B3E61}"/>
                  </a:ext>
                </a:extLst>
              </p:cNvPr>
              <p:cNvSpPr>
                <a:spLocks/>
              </p:cNvSpPr>
              <p:nvPr/>
            </p:nvSpPr>
            <p:spPr bwMode="auto">
              <a:xfrm>
                <a:off x="3621" y="1287"/>
                <a:ext cx="238" cy="283"/>
              </a:xfrm>
              <a:custGeom>
                <a:avLst/>
                <a:gdLst>
                  <a:gd name="T0" fmla="*/ 1028 w 47"/>
                  <a:gd name="T1" fmla="*/ 384 h 56"/>
                  <a:gd name="T2" fmla="*/ 694 w 47"/>
                  <a:gd name="T3" fmla="*/ 1430 h 56"/>
                  <a:gd name="T4" fmla="*/ 1028 w 47"/>
                  <a:gd name="T5" fmla="*/ 384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0" name="Freeform 238">
                <a:extLst>
                  <a:ext uri="{FF2B5EF4-FFF2-40B4-BE49-F238E27FC236}">
                    <a16:creationId xmlns:a16="http://schemas.microsoft.com/office/drawing/2014/main" id="{3B572A50-8077-5800-5B83-C3B201CE4493}"/>
                  </a:ext>
                </a:extLst>
              </p:cNvPr>
              <p:cNvSpPr>
                <a:spLocks/>
              </p:cNvSpPr>
              <p:nvPr/>
            </p:nvSpPr>
            <p:spPr bwMode="auto">
              <a:xfrm>
                <a:off x="3403" y="1403"/>
                <a:ext cx="208" cy="379"/>
              </a:xfrm>
              <a:custGeom>
                <a:avLst/>
                <a:gdLst>
                  <a:gd name="T0" fmla="*/ 487 w 41"/>
                  <a:gd name="T1" fmla="*/ 687 h 75"/>
                  <a:gd name="T2" fmla="*/ 309 w 41"/>
                  <a:gd name="T3" fmla="*/ 1764 h 75"/>
                  <a:gd name="T4" fmla="*/ 1030 w 41"/>
                  <a:gd name="T5" fmla="*/ 1147 h 75"/>
                  <a:gd name="T6" fmla="*/ 954 w 41"/>
                  <a:gd name="T7" fmla="*/ 611 h 75"/>
                  <a:gd name="T8" fmla="*/ 487 w 41"/>
                  <a:gd name="T9" fmla="*/ 687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1" name="Freeform 239">
                <a:extLst>
                  <a:ext uri="{FF2B5EF4-FFF2-40B4-BE49-F238E27FC236}">
                    <a16:creationId xmlns:a16="http://schemas.microsoft.com/office/drawing/2014/main" id="{16BDEC70-C6C9-8BF1-653D-FBA1BED11FE6}"/>
                  </a:ext>
                </a:extLst>
              </p:cNvPr>
              <p:cNvSpPr>
                <a:spLocks/>
              </p:cNvSpPr>
              <p:nvPr/>
            </p:nvSpPr>
            <p:spPr bwMode="auto">
              <a:xfrm>
                <a:off x="3272" y="645"/>
                <a:ext cx="683" cy="318"/>
              </a:xfrm>
              <a:custGeom>
                <a:avLst/>
                <a:gdLst>
                  <a:gd name="T0" fmla="*/ 2869 w 135"/>
                  <a:gd name="T1" fmla="*/ 101 h 63"/>
                  <a:gd name="T2" fmla="*/ 612 w 135"/>
                  <a:gd name="T3" fmla="*/ 101 h 63"/>
                  <a:gd name="T4" fmla="*/ 51 w 135"/>
                  <a:gd name="T5" fmla="*/ 636 h 63"/>
                  <a:gd name="T6" fmla="*/ 1538 w 135"/>
                  <a:gd name="T7" fmla="*/ 1479 h 63"/>
                  <a:gd name="T8" fmla="*/ 2459 w 135"/>
                  <a:gd name="T9" fmla="*/ 1378 h 63"/>
                  <a:gd name="T10" fmla="*/ 2894 w 135"/>
                  <a:gd name="T11" fmla="*/ 1353 h 63"/>
                  <a:gd name="T12" fmla="*/ 2869 w 135"/>
                  <a:gd name="T13" fmla="*/ 101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2" name="Freeform 240">
                <a:extLst>
                  <a:ext uri="{FF2B5EF4-FFF2-40B4-BE49-F238E27FC236}">
                    <a16:creationId xmlns:a16="http://schemas.microsoft.com/office/drawing/2014/main" id="{92296FFD-D30F-6D3E-45F0-ABF358F04235}"/>
                  </a:ext>
                </a:extLst>
              </p:cNvPr>
              <p:cNvSpPr>
                <a:spLocks/>
              </p:cNvSpPr>
              <p:nvPr/>
            </p:nvSpPr>
            <p:spPr bwMode="auto">
              <a:xfrm>
                <a:off x="4046" y="1545"/>
                <a:ext cx="490" cy="515"/>
              </a:xfrm>
              <a:custGeom>
                <a:avLst/>
                <a:gdLst>
                  <a:gd name="T0" fmla="*/ 1707 w 97"/>
                  <a:gd name="T1" fmla="*/ 126 h 102"/>
                  <a:gd name="T2" fmla="*/ 793 w 97"/>
                  <a:gd name="T3" fmla="*/ 126 h 102"/>
                  <a:gd name="T4" fmla="*/ 308 w 97"/>
                  <a:gd name="T5" fmla="*/ 1454 h 102"/>
                  <a:gd name="T6" fmla="*/ 2016 w 97"/>
                  <a:gd name="T7" fmla="*/ 1580 h 102"/>
                  <a:gd name="T8" fmla="*/ 1707 w 97"/>
                  <a:gd name="T9" fmla="*/ 12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3" name="Freeform 241">
                <a:extLst>
                  <a:ext uri="{FF2B5EF4-FFF2-40B4-BE49-F238E27FC236}">
                    <a16:creationId xmlns:a16="http://schemas.microsoft.com/office/drawing/2014/main" id="{255CB3AF-53E9-C887-E61C-310DD3A09B93}"/>
                  </a:ext>
                </a:extLst>
              </p:cNvPr>
              <p:cNvSpPr>
                <a:spLocks/>
              </p:cNvSpPr>
              <p:nvPr/>
            </p:nvSpPr>
            <p:spPr bwMode="auto">
              <a:xfrm>
                <a:off x="5173" y="1024"/>
                <a:ext cx="501" cy="96"/>
              </a:xfrm>
              <a:custGeom>
                <a:avLst/>
                <a:gdLst>
                  <a:gd name="T0" fmla="*/ 385 w 99"/>
                  <a:gd name="T1" fmla="*/ 0 h 19"/>
                  <a:gd name="T2" fmla="*/ 1022 w 99"/>
                  <a:gd name="T3" fmla="*/ 384 h 19"/>
                  <a:gd name="T4" fmla="*/ 385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4" name="Freeform 242">
                <a:extLst>
                  <a:ext uri="{FF2B5EF4-FFF2-40B4-BE49-F238E27FC236}">
                    <a16:creationId xmlns:a16="http://schemas.microsoft.com/office/drawing/2014/main" id="{6D49F199-7EFB-0FAC-0278-18A2A793A8BC}"/>
                  </a:ext>
                </a:extLst>
              </p:cNvPr>
              <p:cNvSpPr>
                <a:spLocks/>
              </p:cNvSpPr>
              <p:nvPr/>
            </p:nvSpPr>
            <p:spPr bwMode="auto">
              <a:xfrm>
                <a:off x="5340" y="1004"/>
                <a:ext cx="385" cy="237"/>
              </a:xfrm>
              <a:custGeom>
                <a:avLst/>
                <a:gdLst>
                  <a:gd name="T0" fmla="*/ 537 w 76"/>
                  <a:gd name="T1" fmla="*/ 943 h 47"/>
                  <a:gd name="T2" fmla="*/ 1798 w 76"/>
                  <a:gd name="T3" fmla="*/ 434 h 47"/>
                  <a:gd name="T4" fmla="*/ 1231 w 76"/>
                  <a:gd name="T5" fmla="*/ 76 h 47"/>
                  <a:gd name="T6" fmla="*/ 486 w 76"/>
                  <a:gd name="T7" fmla="*/ 812 h 47"/>
                  <a:gd name="T8" fmla="*/ 537 w 76"/>
                  <a:gd name="T9" fmla="*/ 943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5" name="Freeform 243">
                <a:extLst>
                  <a:ext uri="{FF2B5EF4-FFF2-40B4-BE49-F238E27FC236}">
                    <a16:creationId xmlns:a16="http://schemas.microsoft.com/office/drawing/2014/main" id="{D04B0613-96D9-BC11-0C54-EFD12D63664F}"/>
                  </a:ext>
                </a:extLst>
              </p:cNvPr>
              <p:cNvSpPr>
                <a:spLocks/>
              </p:cNvSpPr>
              <p:nvPr/>
            </p:nvSpPr>
            <p:spPr bwMode="auto">
              <a:xfrm>
                <a:off x="5325" y="1201"/>
                <a:ext cx="415" cy="187"/>
              </a:xfrm>
              <a:custGeom>
                <a:avLst/>
                <a:gdLst>
                  <a:gd name="T0" fmla="*/ 1842 w 82"/>
                  <a:gd name="T1" fmla="*/ 152 h 37"/>
                  <a:gd name="T2" fmla="*/ 612 w 82"/>
                  <a:gd name="T3" fmla="*/ 435 h 37"/>
                  <a:gd name="T4" fmla="*/ 435 w 82"/>
                  <a:gd name="T5" fmla="*/ 662 h 37"/>
                  <a:gd name="T6" fmla="*/ 1948 w 82"/>
                  <a:gd name="T7" fmla="*/ 586 h 37"/>
                  <a:gd name="T8" fmla="*/ 2100 w 82"/>
                  <a:gd name="T9" fmla="*/ 510 h 37"/>
                  <a:gd name="T10" fmla="*/ 2100 w 82"/>
                  <a:gd name="T11" fmla="*/ 0 h 37"/>
                  <a:gd name="T12" fmla="*/ 1842 w 82"/>
                  <a:gd name="T13" fmla="*/ 152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6" name="Freeform 244">
                <a:extLst>
                  <a:ext uri="{FF2B5EF4-FFF2-40B4-BE49-F238E27FC236}">
                    <a16:creationId xmlns:a16="http://schemas.microsoft.com/office/drawing/2014/main" id="{5A67C1EE-13EC-9143-4061-9C0BBC892B7F}"/>
                  </a:ext>
                </a:extLst>
              </p:cNvPr>
              <p:cNvSpPr>
                <a:spLocks/>
              </p:cNvSpPr>
              <p:nvPr/>
            </p:nvSpPr>
            <p:spPr bwMode="auto">
              <a:xfrm>
                <a:off x="5001" y="1378"/>
                <a:ext cx="698" cy="167"/>
              </a:xfrm>
              <a:custGeom>
                <a:avLst/>
                <a:gdLst>
                  <a:gd name="T0" fmla="*/ 536 w 138"/>
                  <a:gd name="T1" fmla="*/ 25 h 33"/>
                  <a:gd name="T2" fmla="*/ 202 w 138"/>
                  <a:gd name="T3" fmla="*/ 359 h 33"/>
                  <a:gd name="T4" fmla="*/ 1457 w 138"/>
                  <a:gd name="T5" fmla="*/ 562 h 33"/>
                  <a:gd name="T6" fmla="*/ 2994 w 138"/>
                  <a:gd name="T7" fmla="*/ 587 h 33"/>
                  <a:gd name="T8" fmla="*/ 2918 w 138"/>
                  <a:gd name="T9" fmla="*/ 202 h 33"/>
                  <a:gd name="T10" fmla="*/ 2099 w 138"/>
                  <a:gd name="T11" fmla="*/ 76 h 33"/>
                  <a:gd name="T12" fmla="*/ 536 w 138"/>
                  <a:gd name="T13" fmla="*/ 2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7" name="Freeform 245">
                <a:extLst>
                  <a:ext uri="{FF2B5EF4-FFF2-40B4-BE49-F238E27FC236}">
                    <a16:creationId xmlns:a16="http://schemas.microsoft.com/office/drawing/2014/main" id="{9F623180-AEB1-0519-3D66-C77FB0BF83CE}"/>
                  </a:ext>
                </a:extLst>
              </p:cNvPr>
              <p:cNvSpPr>
                <a:spLocks/>
              </p:cNvSpPr>
              <p:nvPr/>
            </p:nvSpPr>
            <p:spPr bwMode="auto">
              <a:xfrm>
                <a:off x="5077" y="1540"/>
                <a:ext cx="567" cy="146"/>
              </a:xfrm>
              <a:custGeom>
                <a:avLst/>
                <a:gdLst>
                  <a:gd name="T0" fmla="*/ 2511 w 112"/>
                  <a:gd name="T1" fmla="*/ 483 h 29"/>
                  <a:gd name="T2" fmla="*/ 2638 w 112"/>
                  <a:gd name="T3" fmla="*/ 101 h 29"/>
                  <a:gd name="T4" fmla="*/ 1898 w 112"/>
                  <a:gd name="T5" fmla="*/ 252 h 29"/>
                  <a:gd name="T6" fmla="*/ 921 w 112"/>
                  <a:gd name="T7" fmla="*/ 151 h 29"/>
                  <a:gd name="T8" fmla="*/ 51 w 112"/>
                  <a:gd name="T9" fmla="*/ 101 h 29"/>
                  <a:gd name="T10" fmla="*/ 2511 w 112"/>
                  <a:gd name="T11" fmla="*/ 483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8" name="Freeform 246">
                <a:extLst>
                  <a:ext uri="{FF2B5EF4-FFF2-40B4-BE49-F238E27FC236}">
                    <a16:creationId xmlns:a16="http://schemas.microsoft.com/office/drawing/2014/main" id="{7CE802D2-2768-B986-7E5B-E8F7A4E7315C}"/>
                  </a:ext>
                </a:extLst>
              </p:cNvPr>
              <p:cNvSpPr>
                <a:spLocks/>
              </p:cNvSpPr>
              <p:nvPr/>
            </p:nvSpPr>
            <p:spPr bwMode="auto">
              <a:xfrm>
                <a:off x="5042" y="1656"/>
                <a:ext cx="581" cy="480"/>
              </a:xfrm>
              <a:custGeom>
                <a:avLst/>
                <a:gdLst>
                  <a:gd name="T0" fmla="*/ 76 w 115"/>
                  <a:gd name="T1" fmla="*/ 1354 h 95"/>
                  <a:gd name="T2" fmla="*/ 662 w 115"/>
                  <a:gd name="T3" fmla="*/ 1379 h 95"/>
                  <a:gd name="T4" fmla="*/ 1278 w 115"/>
                  <a:gd name="T5" fmla="*/ 1965 h 95"/>
                  <a:gd name="T6" fmla="*/ 1506 w 115"/>
                  <a:gd name="T7" fmla="*/ 2142 h 95"/>
                  <a:gd name="T8" fmla="*/ 2066 w 115"/>
                  <a:gd name="T9" fmla="*/ 1329 h 95"/>
                  <a:gd name="T10" fmla="*/ 2834 w 115"/>
                  <a:gd name="T11" fmla="*/ 1329 h 95"/>
                  <a:gd name="T12" fmla="*/ 2016 w 115"/>
                  <a:gd name="T13" fmla="*/ 687 h 95"/>
                  <a:gd name="T14" fmla="*/ 945 w 115"/>
                  <a:gd name="T15" fmla="*/ 409 h 95"/>
                  <a:gd name="T16" fmla="*/ 308 w 115"/>
                  <a:gd name="T17" fmla="*/ 1046 h 95"/>
                  <a:gd name="T18" fmla="*/ 76 w 115"/>
                  <a:gd name="T19" fmla="*/ 1354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9" name="Freeform 247">
                <a:extLst>
                  <a:ext uri="{FF2B5EF4-FFF2-40B4-BE49-F238E27FC236}">
                    <a16:creationId xmlns:a16="http://schemas.microsoft.com/office/drawing/2014/main" id="{593DD07E-D438-B776-4A6A-D6C64F84E019}"/>
                  </a:ext>
                </a:extLst>
              </p:cNvPr>
              <p:cNvSpPr>
                <a:spLocks/>
              </p:cNvSpPr>
              <p:nvPr/>
            </p:nvSpPr>
            <p:spPr bwMode="auto">
              <a:xfrm>
                <a:off x="5421" y="1464"/>
                <a:ext cx="329" cy="854"/>
              </a:xfrm>
              <a:custGeom>
                <a:avLst/>
                <a:gdLst>
                  <a:gd name="T0" fmla="*/ 1306 w 65"/>
                  <a:gd name="T1" fmla="*/ 1021 h 169"/>
                  <a:gd name="T2" fmla="*/ 562 w 65"/>
                  <a:gd name="T3" fmla="*/ 1253 h 169"/>
                  <a:gd name="T4" fmla="*/ 562 w 65"/>
                  <a:gd name="T5" fmla="*/ 1506 h 169"/>
                  <a:gd name="T6" fmla="*/ 1281 w 65"/>
                  <a:gd name="T7" fmla="*/ 2299 h 169"/>
                  <a:gd name="T8" fmla="*/ 871 w 65"/>
                  <a:gd name="T9" fmla="*/ 3012 h 169"/>
                  <a:gd name="T10" fmla="*/ 0 w 65"/>
                  <a:gd name="T11" fmla="*/ 3780 h 169"/>
                  <a:gd name="T12" fmla="*/ 435 w 65"/>
                  <a:gd name="T13" fmla="*/ 3957 h 169"/>
                  <a:gd name="T14" fmla="*/ 1205 w 65"/>
                  <a:gd name="T15" fmla="*/ 4240 h 169"/>
                  <a:gd name="T16" fmla="*/ 1615 w 65"/>
                  <a:gd name="T17" fmla="*/ 4139 h 169"/>
                  <a:gd name="T18" fmla="*/ 1665 w 65"/>
                  <a:gd name="T19" fmla="*/ 0 h 169"/>
                  <a:gd name="T20" fmla="*/ 1306 w 65"/>
                  <a:gd name="T21" fmla="*/ 1021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sp>
        <p:nvSpPr>
          <p:cNvPr id="187640" name="Rectangle 248">
            <a:extLst>
              <a:ext uri="{FF2B5EF4-FFF2-40B4-BE49-F238E27FC236}">
                <a16:creationId xmlns:a16="http://schemas.microsoft.com/office/drawing/2014/main" id="{794D7A8C-4BE7-8EE3-83ED-834B899CE31B}"/>
              </a:ext>
            </a:extLst>
          </p:cNvPr>
          <p:cNvSpPr>
            <a:spLocks noGrp="1" noRot="1" noChangeArrowheads="1"/>
          </p:cNvSpPr>
          <p:nvPr>
            <p:ph type="title"/>
          </p:nvPr>
        </p:nvSpPr>
        <p:spPr bwMode="auto">
          <a:xfrm>
            <a:off x="1476375" y="73025"/>
            <a:ext cx="7056438" cy="1143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87641" name="Rectangle 249">
            <a:extLst>
              <a:ext uri="{FF2B5EF4-FFF2-40B4-BE49-F238E27FC236}">
                <a16:creationId xmlns:a16="http://schemas.microsoft.com/office/drawing/2014/main" id="{712020AE-9C64-9B4B-CF8D-AE08BC3BEAD0}"/>
              </a:ext>
            </a:extLst>
          </p:cNvPr>
          <p:cNvSpPr>
            <a:spLocks noGrp="1" noRot="1" noChangeArrowheads="1"/>
          </p:cNvSpPr>
          <p:nvPr>
            <p:ph type="body" idx="1"/>
          </p:nvPr>
        </p:nvSpPr>
        <p:spPr bwMode="auto">
          <a:xfrm>
            <a:off x="609600" y="1773238"/>
            <a:ext cx="8153400" cy="432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7642" name="Rectangle 250">
            <a:extLst>
              <a:ext uri="{FF2B5EF4-FFF2-40B4-BE49-F238E27FC236}">
                <a16:creationId xmlns:a16="http://schemas.microsoft.com/office/drawing/2014/main" id="{38A2D641-45FC-F520-BF11-25ABF556FA29}"/>
              </a:ext>
            </a:extLst>
          </p:cNvPr>
          <p:cNvSpPr>
            <a:spLocks noGrp="1" noChangeArrowheads="1"/>
          </p:cNvSpPr>
          <p:nvPr>
            <p:ph type="dt" sz="half" idx="2"/>
          </p:nvPr>
        </p:nvSpPr>
        <p:spPr bwMode="auto">
          <a:xfrm>
            <a:off x="29845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zh-CN" altLang="zh-CN"/>
              <a:t>2009-4-7</a:t>
            </a:r>
          </a:p>
        </p:txBody>
      </p:sp>
      <p:sp>
        <p:nvSpPr>
          <p:cNvPr id="187643" name="Rectangle 251">
            <a:extLst>
              <a:ext uri="{FF2B5EF4-FFF2-40B4-BE49-F238E27FC236}">
                <a16:creationId xmlns:a16="http://schemas.microsoft.com/office/drawing/2014/main" id="{E5A7F491-A394-3F5E-C4B8-0C91CEE102D0}"/>
              </a:ext>
            </a:extLst>
          </p:cNvPr>
          <p:cNvSpPr>
            <a:spLocks noGrp="1" noChangeArrowheads="1"/>
          </p:cNvSpPr>
          <p:nvPr>
            <p:ph type="ftr" sz="quarter" idx="3"/>
          </p:nvPr>
        </p:nvSpPr>
        <p:spPr bwMode="auto">
          <a:xfrm>
            <a:off x="3121025"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187644" name="Rectangle 252">
            <a:extLst>
              <a:ext uri="{FF2B5EF4-FFF2-40B4-BE49-F238E27FC236}">
                <a16:creationId xmlns:a16="http://schemas.microsoft.com/office/drawing/2014/main" id="{B0A6EF44-DD71-A484-BF88-6E71068FEA90}"/>
              </a:ext>
            </a:extLst>
          </p:cNvPr>
          <p:cNvSpPr>
            <a:spLocks noGrp="1" noChangeArrowheads="1"/>
          </p:cNvSpPr>
          <p:nvPr>
            <p:ph type="sldNum" sz="quarter" idx="4"/>
          </p:nvPr>
        </p:nvSpPr>
        <p:spPr bwMode="auto">
          <a:xfrm>
            <a:off x="65500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055F3446-DE0A-244C-8142-2F71FE445ABE}" type="slidenum">
              <a:rPr lang="en-US" altLang="zh-CN"/>
              <a:pPr/>
              <a:t>‹#›</a:t>
            </a:fld>
            <a:endParaRPr lang="en-US" altLang="zh-CN"/>
          </a:p>
        </p:txBody>
      </p:sp>
      <p:sp>
        <p:nvSpPr>
          <p:cNvPr id="2063" name="WordArt 253">
            <a:extLst>
              <a:ext uri="{FF2B5EF4-FFF2-40B4-BE49-F238E27FC236}">
                <a16:creationId xmlns:a16="http://schemas.microsoft.com/office/drawing/2014/main" id="{70AF907D-A9C5-85CA-F87A-CD36B7F633CB}"/>
              </a:ext>
            </a:extLst>
          </p:cNvPr>
          <p:cNvSpPr>
            <a:spLocks noChangeArrowheads="1" noChangeShapeType="1" noTextEdit="1"/>
          </p:cNvSpPr>
          <p:nvPr/>
        </p:nvSpPr>
        <p:spPr bwMode="auto">
          <a:xfrm>
            <a:off x="323850" y="1341438"/>
            <a:ext cx="8820150" cy="215900"/>
          </a:xfrm>
          <a:prstGeom prst="rect">
            <a:avLst/>
          </a:prstGeom>
        </p:spPr>
        <p:txBody>
          <a:bodyPr wrap="none" fromWordArt="1">
            <a:prstTxWarp prst="textWave4">
              <a:avLst>
                <a:gd name="adj1" fmla="val 6500"/>
                <a:gd name="adj2" fmla="val 0"/>
              </a:avLst>
            </a:prstTxWarp>
          </a:bodyPr>
          <a:lstStyle/>
          <a:p>
            <a:pPr algn="ctr"/>
            <a:r>
              <a:rPr lang="en" altLang="zh-CN"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rPr>
              <a:t>School of Software,Yunnan University</a:t>
            </a:r>
            <a:endParaRPr lang="zh-CN" altLang="en-US"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endParaRPr>
          </a:p>
        </p:txBody>
      </p:sp>
      <p:graphicFrame>
        <p:nvGraphicFramePr>
          <p:cNvPr id="2064" name="Object 254">
            <a:extLst>
              <a:ext uri="{FF2B5EF4-FFF2-40B4-BE49-F238E27FC236}">
                <a16:creationId xmlns:a16="http://schemas.microsoft.com/office/drawing/2014/main" id="{E261A334-40CE-F690-40B2-6739FF6AF646}"/>
              </a:ext>
            </a:extLst>
          </p:cNvPr>
          <p:cNvGraphicFramePr>
            <a:graphicFrameLocks noChangeAspect="1"/>
          </p:cNvGraphicFramePr>
          <p:nvPr/>
        </p:nvGraphicFramePr>
        <p:xfrm>
          <a:off x="0" y="0"/>
          <a:ext cx="1371600" cy="1327150"/>
        </p:xfrm>
        <a:graphic>
          <a:graphicData uri="http://schemas.openxmlformats.org/presentationml/2006/ole">
            <mc:AlternateContent xmlns:mc="http://schemas.openxmlformats.org/markup-compatibility/2006">
              <mc:Choice xmlns:v="urn:schemas-microsoft-com:vml" Requires="v">
                <p:oleObj name="位图图像" r:id="rId17" imgW="603250" imgH="584200" progId="Paint.Picture">
                  <p:embed/>
                </p:oleObj>
              </mc:Choice>
              <mc:Fallback>
                <p:oleObj name="位图图像" r:id="rId17" imgW="603250" imgH="584200" progId="Paint.Picture">
                  <p:embed/>
                  <p:pic>
                    <p:nvPicPr>
                      <p:cNvPr id="0" name="Object 254"/>
                      <p:cNvPicPr>
                        <a:picLocks noChangeAspect="1" noChangeArrowheads="1"/>
                      </p:cNvPicPr>
                      <p:nvPr/>
                    </p:nvPicPr>
                    <p:blipFill>
                      <a:blip r:embed="rId18">
                        <a:clrChange>
                          <a:clrFrom>
                            <a:srgbClr val="FFFFFF"/>
                          </a:clrFrom>
                          <a:clrTo>
                            <a:srgbClr val="FFFFFF">
                              <a:alpha val="0"/>
                            </a:srgbClr>
                          </a:clrTo>
                        </a:clrChange>
                        <a:lum bright="-12000" contrast="30000"/>
                        <a:extLst>
                          <a:ext uri="{28A0092B-C50C-407E-A947-70E740481C1C}">
                            <a14:useLocalDpi xmlns:a14="http://schemas.microsoft.com/office/drawing/2010/main" val="0"/>
                          </a:ext>
                        </a:extLst>
                      </a:blip>
                      <a:srcRect/>
                      <a:stretch>
                        <a:fillRect/>
                      </a:stretch>
                    </p:blipFill>
                    <p:spPr bwMode="auto">
                      <a:xfrm>
                        <a:off x="0" y="0"/>
                        <a:ext cx="137160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73"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Lst>
  <p:transition spd="med">
    <p:random/>
    <p:sndAc>
      <p:stSnd>
        <p:snd r:embed="rId16" name="camera.wav"/>
      </p:stSnd>
    </p:sndAc>
  </p:transition>
  <p:hf hdr="0" ftr="0"/>
  <p:txStyles>
    <p:titleStyle>
      <a:lvl1pPr algn="l" rtl="0" eaLnBrk="0" fontAlgn="base" hangingPunct="0">
        <a:spcBef>
          <a:spcPct val="0"/>
        </a:spcBef>
        <a:spcAft>
          <a:spcPct val="0"/>
        </a:spcAft>
        <a:defRPr sz="4400" b="1" kern="12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b="1"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b="1" kern="1200">
          <a:solidFill>
            <a:srgbClr val="0033CC"/>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lr>
          <a:schemeClr val="hlink"/>
        </a:buClr>
        <a:buSzPct val="95000"/>
        <a:buFont typeface="Wingdings 2" pitchFamily="2" charset="2"/>
        <a:buChar char="¡"/>
        <a:defRPr sz="2400" b="1" kern="1200">
          <a:solidFill>
            <a:srgbClr val="660033"/>
          </a:solidFill>
          <a:effectLst>
            <a:outerShdw blurRad="38100" dist="38100" dir="2700000" algn="tl">
              <a:srgbClr val="C0C0C0"/>
            </a:outerShdw>
          </a:effectLst>
          <a:latin typeface="+mn-lt"/>
          <a:ea typeface="幼圆" panose="02010509060101010101" pitchFamily="49" charset="-122"/>
          <a:cs typeface="+mn-cs"/>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b="1" kern="1200">
          <a:solidFill>
            <a:schemeClr val="hlink"/>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lr>
          <a:schemeClr val="hlink"/>
        </a:buClr>
        <a:buFont typeface="Wingdings 2" pitchFamily="2" charset="2"/>
        <a:buChar char="¡"/>
        <a:defRPr sz="2000" b="1" kern="1200">
          <a:solidFill>
            <a:srgbClr val="FF0000"/>
          </a:solidFill>
          <a:latin typeface="+mn-lt"/>
          <a:ea typeface="楷体_GB2312"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F634427-95F8-8AC4-E6BE-96F9349F911A}"/>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9993BD14-1DAB-84F2-E212-69F2CA896E33}"/>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0468" name="Rectangle 4">
            <a:extLst>
              <a:ext uri="{FF2B5EF4-FFF2-40B4-BE49-F238E27FC236}">
                <a16:creationId xmlns:a16="http://schemas.microsoft.com/office/drawing/2014/main" id="{5A0E7D62-3E49-3C5A-9E9D-4E1F8FB400E0}"/>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zh-CN" altLang="en-US"/>
              <a:t>2003年9月28日</a:t>
            </a:r>
            <a:endParaRPr lang="en-US" altLang="zh-CN"/>
          </a:p>
        </p:txBody>
      </p:sp>
      <p:sp>
        <p:nvSpPr>
          <p:cNvPr id="190469" name="Rectangle 5">
            <a:extLst>
              <a:ext uri="{FF2B5EF4-FFF2-40B4-BE49-F238E27FC236}">
                <a16:creationId xmlns:a16="http://schemas.microsoft.com/office/drawing/2014/main" id="{6E82E981-451F-5508-6946-69400EED2BA9}"/>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190470" name="Rectangle 6">
            <a:extLst>
              <a:ext uri="{FF2B5EF4-FFF2-40B4-BE49-F238E27FC236}">
                <a16:creationId xmlns:a16="http://schemas.microsoft.com/office/drawing/2014/main" id="{3743437B-CF60-F764-303C-E6E146CF5794}"/>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293BDAB9-0FBA-664A-AC76-397138E93FB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ransition spd="med">
    <p:random/>
    <p:sndAc>
      <p:stSnd>
        <p:snd r:embed="rId13" name="camera.wav"/>
      </p:stSnd>
    </p:sndAc>
  </p:transition>
  <p:hf hdr="0" ft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3.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audio" Target="../media/audio1.wav"/><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8.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3.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audio" Target="../media/audio1.wav"/><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audio" Target="../media/audio1.wav"/><Relationship Id="rId1" Type="http://schemas.openxmlformats.org/officeDocument/2006/relationships/slideLayout" Target="../slideLayouts/slideLayout23.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audio" Target="../media/audio1.wav"/><Relationship Id="rId1" Type="http://schemas.openxmlformats.org/officeDocument/2006/relationships/slideLayout" Target="../slideLayouts/slideLayout23.xml"/><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8.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image" Target="../media/image3.png"/><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audio" Target="../media/audio1.wav"/><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9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1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5.xml"/></Relationships>
</file>

<file path=ppt/slides/_rels/slide1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5E8DAB7B-6C30-4A71-9C95-CCBFB66F523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57EB595-E6A2-0B4F-AB41-0A4130239C09}" type="slidenum">
              <a:rPr lang="en-US" altLang="zh-CN">
                <a:latin typeface="Arial" panose="020B0604020202020204" pitchFamily="34" charset="0"/>
              </a:rPr>
              <a:pPr/>
              <a:t>1</a:t>
            </a:fld>
            <a:endParaRPr lang="en-US" altLang="zh-CN">
              <a:latin typeface="Arial" panose="020B0604020202020204" pitchFamily="34" charset="0"/>
            </a:endParaRPr>
          </a:p>
        </p:txBody>
      </p:sp>
      <p:sp>
        <p:nvSpPr>
          <p:cNvPr id="37890" name="Rectangle 2">
            <a:extLst>
              <a:ext uri="{FF2B5EF4-FFF2-40B4-BE49-F238E27FC236}">
                <a16:creationId xmlns:a16="http://schemas.microsoft.com/office/drawing/2014/main" id="{C42A0A0F-849B-01B1-C0B4-F6D3B4597A24}"/>
              </a:ext>
            </a:extLst>
          </p:cNvPr>
          <p:cNvSpPr>
            <a:spLocks noGrp="1" noRot="1" noChangeArrowheads="1"/>
          </p:cNvSpPr>
          <p:nvPr>
            <p:ph type="title"/>
          </p:nvPr>
        </p:nvSpPr>
        <p:spPr>
          <a:xfrm>
            <a:off x="2252663" y="160338"/>
            <a:ext cx="5997575" cy="1049337"/>
          </a:xfrm>
        </p:spPr>
        <p:txBody>
          <a:bodyPr/>
          <a:lstStyle/>
          <a:p>
            <a:pPr eaLnBrk="1" hangingPunct="1"/>
            <a:r>
              <a:rPr lang="zh-CN" altLang="en-US" sz="4800" dirty="0"/>
              <a:t>操作系统原理</a:t>
            </a:r>
          </a:p>
        </p:txBody>
      </p:sp>
      <p:sp>
        <p:nvSpPr>
          <p:cNvPr id="37893" name="Rectangle 5">
            <a:extLst>
              <a:ext uri="{FF2B5EF4-FFF2-40B4-BE49-F238E27FC236}">
                <a16:creationId xmlns:a16="http://schemas.microsoft.com/office/drawing/2014/main" id="{36FD8495-B47E-3541-71D5-AB11C0A8F045}"/>
              </a:ext>
            </a:extLst>
          </p:cNvPr>
          <p:cNvSpPr>
            <a:spLocks noChangeArrowheads="1"/>
          </p:cNvSpPr>
          <p:nvPr/>
        </p:nvSpPr>
        <p:spPr bwMode="auto">
          <a:xfrm>
            <a:off x="1258888" y="3141663"/>
            <a:ext cx="6985000" cy="2579687"/>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spcBef>
                <a:spcPct val="20000"/>
              </a:spcBef>
            </a:pPr>
            <a:endParaRPr lang="en-US" altLang="zh-CN" sz="3200" dirty="0">
              <a:solidFill>
                <a:srgbClr val="9900FF"/>
              </a:solidFill>
              <a:latin typeface="Arial" panose="020B0604020202020204" pitchFamily="34" charset="0"/>
            </a:endParaRPr>
          </a:p>
          <a:p>
            <a:pPr algn="ctr" eaLnBrk="1" hangingPunct="1">
              <a:spcBef>
                <a:spcPct val="20000"/>
              </a:spcBef>
            </a:pP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任课教师</a:t>
            </a:r>
            <a:r>
              <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a:t>
            </a: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康洪炜</a:t>
            </a:r>
          </a:p>
          <a:p>
            <a:pPr algn="ctr" eaLnBrk="1" hangingPunct="1">
              <a:spcBef>
                <a:spcPct val="20000"/>
              </a:spcBef>
            </a:pP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    </a:t>
            </a:r>
            <a:r>
              <a:rPr lang="en-US" altLang="zh-CN" sz="3600" b="1" dirty="0" err="1">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E-mail:hwkang@ynu.edu.cn</a:t>
            </a:r>
            <a:endPar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endParaRPr>
          </a:p>
          <a:p>
            <a:pPr algn="ctr" eaLnBrk="1" hangingPunct="1">
              <a:spcBef>
                <a:spcPct val="20000"/>
              </a:spcBef>
            </a:pPr>
            <a:r>
              <a:rPr lang="en-US" altLang="zh-CN" sz="3600" b="1">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2023</a:t>
            </a:r>
            <a:r>
              <a:rPr lang="zh-CN" altLang="en-US" sz="3600" b="1">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年</a:t>
            </a:r>
            <a:r>
              <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3</a:t>
            </a: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月</a:t>
            </a:r>
            <a:endParaRPr lang="zh-CN" altLang="en-US" sz="3200" b="1" dirty="0">
              <a:solidFill>
                <a:srgbClr val="0033CC"/>
              </a:solidFill>
              <a:effectLst>
                <a:outerShdw blurRad="38100" dist="38100" dir="2700000" algn="tl">
                  <a:srgbClr val="C0C0C0"/>
                </a:outerShdw>
              </a:effectLst>
              <a:latin typeface="Arial" panose="020B0604020202020204" pitchFamily="34" charset="0"/>
              <a:ea typeface="隶书" pitchFamily="49" charset="-122"/>
            </a:endParaRPr>
          </a:p>
        </p:txBody>
      </p:sp>
      <p:sp>
        <p:nvSpPr>
          <p:cNvPr id="6150" name="WordArt 6">
            <a:extLst>
              <a:ext uri="{FF2B5EF4-FFF2-40B4-BE49-F238E27FC236}">
                <a16:creationId xmlns:a16="http://schemas.microsoft.com/office/drawing/2014/main" id="{EE766EEC-329D-C0D6-9F71-7FE5CE65E37B}"/>
              </a:ext>
            </a:extLst>
          </p:cNvPr>
          <p:cNvSpPr>
            <a:spLocks noChangeArrowheads="1" noChangeShapeType="1" noTextEdit="1"/>
          </p:cNvSpPr>
          <p:nvPr/>
        </p:nvSpPr>
        <p:spPr bwMode="auto">
          <a:xfrm>
            <a:off x="2771775" y="2492375"/>
            <a:ext cx="3657600" cy="2160588"/>
          </a:xfrm>
          <a:prstGeom prst="rect">
            <a:avLst/>
          </a:prstGeom>
        </p:spPr>
        <p:txBody>
          <a:bodyPr spcFirstLastPara="1" wrap="none" fromWordArt="1">
            <a:prstTxWarp prst="textArchUp">
              <a:avLst>
                <a:gd name="adj" fmla="val 10800000"/>
              </a:avLst>
            </a:prstTxWarp>
          </a:bodyPr>
          <a:lstStyle/>
          <a:p>
            <a:pPr algn="ctr"/>
            <a:r>
              <a:rPr lang="zh-CN" altLang="en-US" sz="3600" kern="10">
                <a:ln w="9525">
                  <a:solidFill>
                    <a:srgbClr val="FF0000"/>
                  </a:solidFill>
                  <a:round/>
                  <a:headEnd/>
                  <a:tailEnd/>
                </a:ln>
                <a:solidFill>
                  <a:srgbClr val="FF0000"/>
                </a:solidFill>
                <a:latin typeface="华文彩云" panose="02010800040101010101" pitchFamily="2" charset="-122"/>
                <a:ea typeface="华文彩云" panose="02010800040101010101" pitchFamily="2" charset="-122"/>
              </a:rPr>
              <a:t>云南大学软件学院</a:t>
            </a:r>
          </a:p>
        </p:txBody>
      </p:sp>
    </p:spTree>
  </p:cSld>
  <p:clrMapOvr>
    <a:masterClrMapping/>
  </p:clrMapOvr>
  <p:transition spd="med">
    <p:random/>
    <p:sndAc>
      <p:stSnd>
        <p:snd r:embed="rId3"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DC147CE-1DC3-5C7A-09D6-C21B2A238BE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6F8B74B-2C75-3C46-89DF-A488455F75E9}" type="slidenum">
              <a:rPr lang="en-US" altLang="zh-CN">
                <a:latin typeface="Arial" panose="020B0604020202020204" pitchFamily="34" charset="0"/>
              </a:rPr>
              <a:pPr/>
              <a:t>2</a:t>
            </a:fld>
            <a:endParaRPr lang="en-US" altLang="zh-CN">
              <a:latin typeface="Arial" panose="020B0604020202020204" pitchFamily="34" charset="0"/>
            </a:endParaRPr>
          </a:p>
        </p:txBody>
      </p:sp>
      <p:sp>
        <p:nvSpPr>
          <p:cNvPr id="442370" name="Rectangle 2">
            <a:extLst>
              <a:ext uri="{FF2B5EF4-FFF2-40B4-BE49-F238E27FC236}">
                <a16:creationId xmlns:a16="http://schemas.microsoft.com/office/drawing/2014/main" id="{F6D0BBA4-CC3C-DF03-15A0-CA4E79CB6B2E}"/>
              </a:ext>
            </a:extLst>
          </p:cNvPr>
          <p:cNvSpPr>
            <a:spLocks noGrp="1" noRot="1" noChangeArrowheads="1"/>
          </p:cNvSpPr>
          <p:nvPr>
            <p:ph type="title"/>
          </p:nvPr>
        </p:nvSpPr>
        <p:spPr/>
        <p:txBody>
          <a:bodyPr/>
          <a:lstStyle/>
          <a:p>
            <a:pPr eaLnBrk="1" hangingPunct="1"/>
            <a:r>
              <a:rPr lang="zh-CN" altLang="en-US" dirty="0"/>
              <a:t>第五章   文件系统</a:t>
            </a:r>
          </a:p>
        </p:txBody>
      </p:sp>
      <p:sp>
        <p:nvSpPr>
          <p:cNvPr id="442371" name="Text Box 3">
            <a:extLst>
              <a:ext uri="{FF2B5EF4-FFF2-40B4-BE49-F238E27FC236}">
                <a16:creationId xmlns:a16="http://schemas.microsoft.com/office/drawing/2014/main" id="{FF8C87E7-7E2E-86DF-76F5-5DA508BA2466}"/>
              </a:ext>
            </a:extLst>
          </p:cNvPr>
          <p:cNvSpPr txBox="1">
            <a:spLocks noGrp="1" noChangeArrowheads="1"/>
          </p:cNvSpPr>
          <p:nvPr>
            <p:ph type="body" idx="1"/>
          </p:nvPr>
        </p:nvSpPr>
        <p:spPr>
          <a:xfrm>
            <a:off x="1331913" y="1916113"/>
            <a:ext cx="6192837" cy="4114800"/>
          </a:xfrm>
          <a:extLs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a:lstStyle/>
          <a:p>
            <a:pPr eaLnBrk="1" hangingPunct="1">
              <a:buFont typeface="Wingdings" pitchFamily="2" charset="2"/>
              <a:buNone/>
            </a:pPr>
            <a:r>
              <a:rPr lang="en-US" altLang="zh-CN" sz="2800" dirty="0"/>
              <a:t>5.1 </a:t>
            </a:r>
            <a:r>
              <a:rPr lang="zh-CN" altLang="en-US" sz="2800" dirty="0"/>
              <a:t>文件系统的概念</a:t>
            </a:r>
          </a:p>
          <a:p>
            <a:pPr eaLnBrk="1" hangingPunct="1">
              <a:buFont typeface="Wingdings" pitchFamily="2" charset="2"/>
              <a:buNone/>
            </a:pPr>
            <a:r>
              <a:rPr lang="en-US" altLang="zh-CN" sz="2800" dirty="0"/>
              <a:t>5.2 </a:t>
            </a:r>
            <a:r>
              <a:rPr lang="zh-CN" altLang="en-US" sz="2800" dirty="0"/>
              <a:t>文件的逻辑结构与存取方法</a:t>
            </a:r>
          </a:p>
          <a:p>
            <a:pPr eaLnBrk="1" hangingPunct="1">
              <a:buFont typeface="Wingdings" pitchFamily="2" charset="2"/>
              <a:buNone/>
            </a:pPr>
            <a:r>
              <a:rPr lang="en-US" altLang="zh-CN" sz="2800" dirty="0"/>
              <a:t>5.3 </a:t>
            </a:r>
            <a:r>
              <a:rPr lang="zh-CN" altLang="en-US" sz="2800" dirty="0"/>
              <a:t>文件的物理结构与存储设备</a:t>
            </a:r>
          </a:p>
          <a:p>
            <a:pPr eaLnBrk="1" hangingPunct="1">
              <a:buFont typeface="Wingdings" pitchFamily="2" charset="2"/>
              <a:buNone/>
            </a:pPr>
            <a:r>
              <a:rPr lang="en-US" altLang="zh-CN" sz="2800" dirty="0"/>
              <a:t>5.4 </a:t>
            </a:r>
            <a:r>
              <a:rPr lang="zh-CN" altLang="en-US" sz="2800" dirty="0"/>
              <a:t>文件存储空间管理</a:t>
            </a:r>
          </a:p>
          <a:p>
            <a:pPr eaLnBrk="1" hangingPunct="1">
              <a:buFont typeface="Wingdings" pitchFamily="2" charset="2"/>
              <a:buNone/>
            </a:pPr>
            <a:r>
              <a:rPr lang="en-US" altLang="zh-CN" sz="2800" dirty="0"/>
              <a:t>5.5 </a:t>
            </a:r>
            <a:r>
              <a:rPr lang="zh-CN" altLang="en-US" sz="2800" dirty="0"/>
              <a:t>文件目录管理</a:t>
            </a:r>
          </a:p>
          <a:p>
            <a:pPr eaLnBrk="1" hangingPunct="1">
              <a:buFont typeface="Wingdings" pitchFamily="2" charset="2"/>
              <a:buNone/>
            </a:pPr>
            <a:r>
              <a:rPr lang="en-US" altLang="zh-CN" sz="2800" dirty="0"/>
              <a:t>5.6 </a:t>
            </a:r>
            <a:r>
              <a:rPr lang="zh-CN" altLang="en-US" sz="2800" dirty="0"/>
              <a:t>文件存取控制</a:t>
            </a:r>
          </a:p>
          <a:p>
            <a:pPr eaLnBrk="1" hangingPunct="1">
              <a:buFont typeface="Wingdings" pitchFamily="2" charset="2"/>
              <a:buNone/>
            </a:pPr>
            <a:r>
              <a:rPr lang="en-US" altLang="zh-CN" sz="2800" dirty="0"/>
              <a:t>5.7 </a:t>
            </a:r>
            <a:r>
              <a:rPr lang="zh-CN" altLang="en-US" sz="2800" dirty="0"/>
              <a:t>文件的使用</a:t>
            </a:r>
          </a:p>
          <a:p>
            <a:pPr eaLnBrk="1" hangingPunct="1">
              <a:buFont typeface="Wingdings" pitchFamily="2" charset="2"/>
              <a:buNone/>
            </a:pPr>
            <a:r>
              <a:rPr lang="en-US" altLang="zh-CN" sz="2800" dirty="0"/>
              <a:t>5.8 </a:t>
            </a:r>
            <a:r>
              <a:rPr lang="zh-CN" altLang="en-US" sz="2800" dirty="0"/>
              <a:t>文件系统的层次模型</a:t>
            </a:r>
          </a:p>
        </p:txBody>
      </p:sp>
    </p:spTree>
  </p:cSld>
  <p:clrMapOvr>
    <a:masterClrMapping/>
  </p:clrMapOvr>
  <p:transition spd="med">
    <p:random/>
    <p:sndAc>
      <p:stSnd>
        <p:snd r:embed="rId2"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4774A4E-0112-2EEB-2C3C-09970793E20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9FAE28E-672C-8D43-BC00-A8FC508A88DE}" type="slidenum">
              <a:rPr lang="en-US" altLang="zh-CN">
                <a:latin typeface="Arial" panose="020B0604020202020204" pitchFamily="34" charset="0"/>
              </a:rPr>
              <a:pPr/>
              <a:t>3</a:t>
            </a:fld>
            <a:endParaRPr lang="en-US" altLang="zh-CN">
              <a:latin typeface="Arial" panose="020B0604020202020204" pitchFamily="34" charset="0"/>
            </a:endParaRPr>
          </a:p>
        </p:txBody>
      </p:sp>
      <p:sp>
        <p:nvSpPr>
          <p:cNvPr id="443394" name="Rectangle 2">
            <a:extLst>
              <a:ext uri="{FF2B5EF4-FFF2-40B4-BE49-F238E27FC236}">
                <a16:creationId xmlns:a16="http://schemas.microsoft.com/office/drawing/2014/main" id="{8855487D-368A-00D7-DE93-DCD2FD3D9AD6}"/>
              </a:ext>
            </a:extLst>
          </p:cNvPr>
          <p:cNvSpPr>
            <a:spLocks noGrp="1" noRot="1" noChangeArrowheads="1"/>
          </p:cNvSpPr>
          <p:nvPr>
            <p:ph type="title"/>
          </p:nvPr>
        </p:nvSpPr>
        <p:spPr/>
        <p:txBody>
          <a:bodyPr/>
          <a:lstStyle/>
          <a:p>
            <a:pPr eaLnBrk="1" hangingPunct="1"/>
            <a:r>
              <a:rPr lang="zh-CN" altLang="en-US" dirty="0"/>
              <a:t>第五章 文件系统</a:t>
            </a:r>
            <a:r>
              <a:rPr lang="en-US" altLang="zh-CN" dirty="0"/>
              <a:t>—</a:t>
            </a:r>
            <a:r>
              <a:rPr lang="zh-CN" altLang="en-US" dirty="0"/>
              <a:t>引言</a:t>
            </a:r>
          </a:p>
        </p:txBody>
      </p:sp>
      <p:graphicFrame>
        <p:nvGraphicFramePr>
          <p:cNvPr id="9221" name="Object 3">
            <a:extLst>
              <a:ext uri="{FF2B5EF4-FFF2-40B4-BE49-F238E27FC236}">
                <a16:creationId xmlns:a16="http://schemas.microsoft.com/office/drawing/2014/main" id="{145EA4F8-3089-0EC9-0D89-ECD6260C66CD}"/>
              </a:ext>
            </a:extLst>
          </p:cNvPr>
          <p:cNvGraphicFramePr>
            <a:graphicFrameLocks noChangeAspect="1"/>
          </p:cNvGraphicFramePr>
          <p:nvPr/>
        </p:nvGraphicFramePr>
        <p:xfrm>
          <a:off x="539750" y="2205038"/>
          <a:ext cx="7456488" cy="3600450"/>
        </p:xfrm>
        <a:graphic>
          <a:graphicData uri="http://schemas.openxmlformats.org/presentationml/2006/ole">
            <mc:AlternateContent xmlns:mc="http://schemas.openxmlformats.org/markup-compatibility/2006">
              <mc:Choice xmlns:v="urn:schemas-microsoft-com:vml" Requires="v">
                <p:oleObj name="BMP 图象" r:id="rId3" imgW="3206750" imgH="895350" progId="Paint.Picture">
                  <p:embed/>
                </p:oleObj>
              </mc:Choice>
              <mc:Fallback>
                <p:oleObj name="BMP 图象" r:id="rId3" imgW="3206750" imgH="89535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205038"/>
                        <a:ext cx="7456488" cy="3600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B168A5B-97B5-DBE9-05E0-6B24319D0C1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7FE6FBD-617E-0C4A-9FE5-277CA2549A1D}" type="slidenum">
              <a:rPr lang="en-US" altLang="zh-CN">
                <a:latin typeface="Arial" panose="020B0604020202020204" pitchFamily="34" charset="0"/>
              </a:rPr>
              <a:pPr/>
              <a:t>4</a:t>
            </a:fld>
            <a:endParaRPr lang="en-US" altLang="zh-CN">
              <a:latin typeface="Arial" panose="020B0604020202020204" pitchFamily="34" charset="0"/>
            </a:endParaRPr>
          </a:p>
        </p:txBody>
      </p:sp>
      <p:sp>
        <p:nvSpPr>
          <p:cNvPr id="444418" name="Rectangle 2">
            <a:extLst>
              <a:ext uri="{FF2B5EF4-FFF2-40B4-BE49-F238E27FC236}">
                <a16:creationId xmlns:a16="http://schemas.microsoft.com/office/drawing/2014/main" id="{C92738E5-3FE8-86B2-BA5A-A9C4D8B0A4AF}"/>
              </a:ext>
            </a:extLst>
          </p:cNvPr>
          <p:cNvSpPr>
            <a:spLocks noGrp="1" noRot="1" noChangeArrowheads="1"/>
          </p:cNvSpPr>
          <p:nvPr>
            <p:ph type="title"/>
          </p:nvPr>
        </p:nvSpPr>
        <p:spPr/>
        <p:txBody>
          <a:bodyPr/>
          <a:lstStyle/>
          <a:p>
            <a:pPr eaLnBrk="1" hangingPunct="1"/>
            <a:r>
              <a:rPr lang="zh-CN" altLang="en-US" dirty="0"/>
              <a:t>第五章 文件系统</a:t>
            </a:r>
            <a:r>
              <a:rPr lang="en-US" altLang="zh-CN" dirty="0"/>
              <a:t>—</a:t>
            </a:r>
            <a:r>
              <a:rPr lang="zh-CN" altLang="en-US" dirty="0"/>
              <a:t>引言</a:t>
            </a:r>
          </a:p>
        </p:txBody>
      </p:sp>
      <p:sp>
        <p:nvSpPr>
          <p:cNvPr id="444419" name="Rectangle 3">
            <a:extLst>
              <a:ext uri="{FF2B5EF4-FFF2-40B4-BE49-F238E27FC236}">
                <a16:creationId xmlns:a16="http://schemas.microsoft.com/office/drawing/2014/main" id="{9FA3C0B2-B7D0-EE66-90D9-AA9B6A5E232C}"/>
              </a:ext>
            </a:extLst>
          </p:cNvPr>
          <p:cNvSpPr>
            <a:spLocks noGrp="1" noRot="1" noChangeArrowheads="1"/>
          </p:cNvSpPr>
          <p:nvPr>
            <p:ph type="body" idx="1"/>
          </p:nvPr>
        </p:nvSpPr>
        <p:spPr/>
        <p:txBody>
          <a:bodyPr/>
          <a:lstStyle/>
          <a:p>
            <a:pPr eaLnBrk="1" hangingPunct="1"/>
            <a:r>
              <a:rPr lang="zh-CN" altLang="en-US"/>
              <a:t>文件系统是计算机组织、存取和保存信息的重要手段。</a:t>
            </a:r>
          </a:p>
          <a:p>
            <a:pPr eaLnBrk="1" hangingPunct="1"/>
            <a:r>
              <a:rPr lang="zh-CN" altLang="en-US"/>
              <a:t>本章主要讨论文件的</a:t>
            </a:r>
            <a:r>
              <a:rPr lang="zh-CN" altLang="en-US">
                <a:solidFill>
                  <a:schemeClr val="hlink"/>
                </a:solidFill>
              </a:rPr>
              <a:t>组织结构</a:t>
            </a:r>
            <a:r>
              <a:rPr lang="zh-CN" altLang="en-US"/>
              <a:t>、</a:t>
            </a:r>
            <a:r>
              <a:rPr lang="zh-CN" altLang="en-US">
                <a:solidFill>
                  <a:schemeClr val="hlink"/>
                </a:solidFill>
              </a:rPr>
              <a:t>存取结构</a:t>
            </a:r>
            <a:r>
              <a:rPr lang="zh-CN" altLang="en-US"/>
              <a:t>、</a:t>
            </a:r>
            <a:r>
              <a:rPr lang="zh-CN" altLang="en-US">
                <a:solidFill>
                  <a:schemeClr val="hlink"/>
                </a:solidFill>
              </a:rPr>
              <a:t>保护</a:t>
            </a:r>
            <a:r>
              <a:rPr lang="zh-CN" altLang="en-US"/>
              <a:t>以及</a:t>
            </a:r>
            <a:r>
              <a:rPr lang="zh-CN" altLang="en-US">
                <a:solidFill>
                  <a:schemeClr val="hlink"/>
                </a:solidFill>
              </a:rPr>
              <a:t>文件系统空间管理</a:t>
            </a:r>
            <a:r>
              <a:rPr lang="zh-CN" altLang="en-US"/>
              <a:t>等问题。</a:t>
            </a:r>
          </a:p>
        </p:txBody>
      </p:sp>
    </p:spTree>
  </p:cSld>
  <p:clrMapOvr>
    <a:masterClrMapping/>
  </p:clrMapOvr>
  <p:transition spd="med">
    <p:random/>
    <p:sndAc>
      <p:stSnd>
        <p:snd r:embed="rId2"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a:extLst>
              <a:ext uri="{FF2B5EF4-FFF2-40B4-BE49-F238E27FC236}">
                <a16:creationId xmlns:a16="http://schemas.microsoft.com/office/drawing/2014/main" id="{C17F9F36-3EB8-E091-004E-2C1819BD416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EE825C3-5BA1-CC41-9224-CEE053DAC2E6}" type="slidenum">
              <a:rPr lang="en-US" altLang="zh-CN">
                <a:latin typeface="Arial" panose="020B0604020202020204" pitchFamily="34" charset="0"/>
              </a:rPr>
              <a:pPr/>
              <a:t>5</a:t>
            </a:fld>
            <a:endParaRPr lang="en-US" altLang="zh-CN">
              <a:latin typeface="Arial" panose="020B0604020202020204" pitchFamily="34" charset="0"/>
            </a:endParaRPr>
          </a:p>
        </p:txBody>
      </p:sp>
      <p:sp>
        <p:nvSpPr>
          <p:cNvPr id="445442" name="Rectangle 2">
            <a:extLst>
              <a:ext uri="{FF2B5EF4-FFF2-40B4-BE49-F238E27FC236}">
                <a16:creationId xmlns:a16="http://schemas.microsoft.com/office/drawing/2014/main" id="{3041E19B-A36E-1A46-0EE9-E1DFFEBD4B7D}"/>
              </a:ext>
            </a:extLst>
          </p:cNvPr>
          <p:cNvSpPr>
            <a:spLocks noGrp="1" noRot="1" noChangeArrowheads="1"/>
          </p:cNvSpPr>
          <p:nvPr>
            <p:ph type="title"/>
          </p:nvPr>
        </p:nvSpPr>
        <p:spPr/>
        <p:txBody>
          <a:bodyPr/>
          <a:lstStyle/>
          <a:p>
            <a:pPr eaLnBrk="1" hangingPunct="1"/>
            <a:r>
              <a:rPr lang="en-US" altLang="zh-CN" dirty="0"/>
              <a:t>5.1 </a:t>
            </a:r>
            <a:r>
              <a:rPr lang="zh-CN" altLang="en-US" dirty="0"/>
              <a:t>文件系统的概念</a:t>
            </a:r>
          </a:p>
        </p:txBody>
      </p:sp>
      <p:sp>
        <p:nvSpPr>
          <p:cNvPr id="11269" name="Text Box 3">
            <a:extLst>
              <a:ext uri="{FF2B5EF4-FFF2-40B4-BE49-F238E27FC236}">
                <a16:creationId xmlns:a16="http://schemas.microsoft.com/office/drawing/2014/main" id="{9A80B45A-6DF7-7EF2-EECF-B6CB615BB333}"/>
              </a:ext>
            </a:extLst>
          </p:cNvPr>
          <p:cNvSpPr txBox="1">
            <a:spLocks noChangeArrowheads="1"/>
          </p:cNvSpPr>
          <p:nvPr/>
        </p:nvSpPr>
        <p:spPr bwMode="auto">
          <a:xfrm>
            <a:off x="3924300" y="2540000"/>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硬件资源</a:t>
            </a:r>
          </a:p>
        </p:txBody>
      </p:sp>
      <p:sp>
        <p:nvSpPr>
          <p:cNvPr id="11270" name="Text Box 4">
            <a:extLst>
              <a:ext uri="{FF2B5EF4-FFF2-40B4-BE49-F238E27FC236}">
                <a16:creationId xmlns:a16="http://schemas.microsoft.com/office/drawing/2014/main" id="{C0A31ADE-46CF-52BC-C742-B7E79111DFE6}"/>
              </a:ext>
            </a:extLst>
          </p:cNvPr>
          <p:cNvSpPr txBox="1">
            <a:spLocks noChangeArrowheads="1"/>
          </p:cNvSpPr>
          <p:nvPr/>
        </p:nvSpPr>
        <p:spPr bwMode="auto">
          <a:xfrm>
            <a:off x="3924300" y="4843463"/>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软件资源</a:t>
            </a:r>
          </a:p>
        </p:txBody>
      </p:sp>
      <p:sp>
        <p:nvSpPr>
          <p:cNvPr id="11271" name="Text Box 5">
            <a:extLst>
              <a:ext uri="{FF2B5EF4-FFF2-40B4-BE49-F238E27FC236}">
                <a16:creationId xmlns:a16="http://schemas.microsoft.com/office/drawing/2014/main" id="{03C84E57-DC1A-EC9D-034D-54146D205360}"/>
              </a:ext>
            </a:extLst>
          </p:cNvPr>
          <p:cNvSpPr txBox="1">
            <a:spLocks noChangeArrowheads="1"/>
          </p:cNvSpPr>
          <p:nvPr/>
        </p:nvSpPr>
        <p:spPr bwMode="auto">
          <a:xfrm>
            <a:off x="5940425" y="2060575"/>
            <a:ext cx="79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CPU</a:t>
            </a:r>
          </a:p>
        </p:txBody>
      </p:sp>
      <p:sp>
        <p:nvSpPr>
          <p:cNvPr id="11272" name="Text Box 6">
            <a:extLst>
              <a:ext uri="{FF2B5EF4-FFF2-40B4-BE49-F238E27FC236}">
                <a16:creationId xmlns:a16="http://schemas.microsoft.com/office/drawing/2014/main" id="{2CB341FF-94DA-B174-15DF-5602204F4F1C}"/>
              </a:ext>
            </a:extLst>
          </p:cNvPr>
          <p:cNvSpPr txBox="1">
            <a:spLocks noChangeArrowheads="1"/>
          </p:cNvSpPr>
          <p:nvPr/>
        </p:nvSpPr>
        <p:spPr bwMode="auto">
          <a:xfrm>
            <a:off x="5867400" y="2565400"/>
            <a:ext cx="1223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存储器</a:t>
            </a:r>
          </a:p>
        </p:txBody>
      </p:sp>
      <p:sp>
        <p:nvSpPr>
          <p:cNvPr id="11273" name="Text Box 7">
            <a:extLst>
              <a:ext uri="{FF2B5EF4-FFF2-40B4-BE49-F238E27FC236}">
                <a16:creationId xmlns:a16="http://schemas.microsoft.com/office/drawing/2014/main" id="{FF8919C5-F44A-C8F9-C3D7-248C9AADC74D}"/>
              </a:ext>
            </a:extLst>
          </p:cNvPr>
          <p:cNvSpPr txBox="1">
            <a:spLocks noChangeArrowheads="1"/>
          </p:cNvSpPr>
          <p:nvPr/>
        </p:nvSpPr>
        <p:spPr bwMode="auto">
          <a:xfrm>
            <a:off x="5940425" y="2997200"/>
            <a:ext cx="1008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设备</a:t>
            </a:r>
          </a:p>
        </p:txBody>
      </p:sp>
      <p:sp>
        <p:nvSpPr>
          <p:cNvPr id="11274" name="Text Box 8">
            <a:extLst>
              <a:ext uri="{FF2B5EF4-FFF2-40B4-BE49-F238E27FC236}">
                <a16:creationId xmlns:a16="http://schemas.microsoft.com/office/drawing/2014/main" id="{B2F9D10A-979C-359E-1FD7-295F13C5054A}"/>
              </a:ext>
            </a:extLst>
          </p:cNvPr>
          <p:cNvSpPr txBox="1">
            <a:spLocks noChangeArrowheads="1"/>
          </p:cNvSpPr>
          <p:nvPr/>
        </p:nvSpPr>
        <p:spPr bwMode="auto">
          <a:xfrm>
            <a:off x="5940425" y="4005263"/>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系统程序</a:t>
            </a:r>
          </a:p>
        </p:txBody>
      </p:sp>
      <p:sp>
        <p:nvSpPr>
          <p:cNvPr id="11275" name="Text Box 9">
            <a:extLst>
              <a:ext uri="{FF2B5EF4-FFF2-40B4-BE49-F238E27FC236}">
                <a16:creationId xmlns:a16="http://schemas.microsoft.com/office/drawing/2014/main" id="{8D751790-2EEF-8B1A-C77B-E54C06DDD7E3}"/>
              </a:ext>
            </a:extLst>
          </p:cNvPr>
          <p:cNvSpPr txBox="1">
            <a:spLocks noChangeArrowheads="1"/>
          </p:cNvSpPr>
          <p:nvPr/>
        </p:nvSpPr>
        <p:spPr bwMode="auto">
          <a:xfrm>
            <a:off x="5940425" y="4581525"/>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系统应用程序</a:t>
            </a:r>
          </a:p>
        </p:txBody>
      </p:sp>
      <p:sp>
        <p:nvSpPr>
          <p:cNvPr id="11276" name="Text Box 10">
            <a:extLst>
              <a:ext uri="{FF2B5EF4-FFF2-40B4-BE49-F238E27FC236}">
                <a16:creationId xmlns:a16="http://schemas.microsoft.com/office/drawing/2014/main" id="{1423B52F-19A1-E0F8-6DB9-BEFAB07B16CA}"/>
              </a:ext>
            </a:extLst>
          </p:cNvPr>
          <p:cNvSpPr txBox="1">
            <a:spLocks noChangeArrowheads="1"/>
          </p:cNvSpPr>
          <p:nvPr/>
        </p:nvSpPr>
        <p:spPr bwMode="auto">
          <a:xfrm>
            <a:off x="6011863" y="5157788"/>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库函数</a:t>
            </a:r>
          </a:p>
        </p:txBody>
      </p:sp>
      <p:sp>
        <p:nvSpPr>
          <p:cNvPr id="11277" name="Text Box 11">
            <a:extLst>
              <a:ext uri="{FF2B5EF4-FFF2-40B4-BE49-F238E27FC236}">
                <a16:creationId xmlns:a16="http://schemas.microsoft.com/office/drawing/2014/main" id="{F454186F-C065-EF3C-B423-12CF3D600DA3}"/>
              </a:ext>
            </a:extLst>
          </p:cNvPr>
          <p:cNvSpPr txBox="1">
            <a:spLocks noChangeArrowheads="1"/>
          </p:cNvSpPr>
          <p:nvPr/>
        </p:nvSpPr>
        <p:spPr bwMode="auto">
          <a:xfrm>
            <a:off x="6011863" y="5661025"/>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用户应用程序</a:t>
            </a:r>
          </a:p>
        </p:txBody>
      </p:sp>
      <p:sp>
        <p:nvSpPr>
          <p:cNvPr id="11278" name="Text Box 12">
            <a:extLst>
              <a:ext uri="{FF2B5EF4-FFF2-40B4-BE49-F238E27FC236}">
                <a16:creationId xmlns:a16="http://schemas.microsoft.com/office/drawing/2014/main" id="{BB9F6E80-BD66-6A5F-93F9-6E59165401C2}"/>
              </a:ext>
            </a:extLst>
          </p:cNvPr>
          <p:cNvSpPr txBox="1">
            <a:spLocks noChangeArrowheads="1"/>
          </p:cNvSpPr>
          <p:nvPr/>
        </p:nvSpPr>
        <p:spPr bwMode="auto">
          <a:xfrm>
            <a:off x="250825" y="3573463"/>
            <a:ext cx="30257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操作系统对计算机资源的管理</a:t>
            </a:r>
          </a:p>
        </p:txBody>
      </p:sp>
      <p:sp>
        <p:nvSpPr>
          <p:cNvPr id="11279" name="AutoShape 13">
            <a:extLst>
              <a:ext uri="{FF2B5EF4-FFF2-40B4-BE49-F238E27FC236}">
                <a16:creationId xmlns:a16="http://schemas.microsoft.com/office/drawing/2014/main" id="{7E647EFC-1F72-59A6-A12B-3CC04CCC1FFF}"/>
              </a:ext>
            </a:extLst>
          </p:cNvPr>
          <p:cNvSpPr>
            <a:spLocks/>
          </p:cNvSpPr>
          <p:nvPr/>
        </p:nvSpPr>
        <p:spPr bwMode="auto">
          <a:xfrm>
            <a:off x="3492500" y="2781300"/>
            <a:ext cx="142875" cy="2376488"/>
          </a:xfrm>
          <a:prstGeom prst="leftBrace">
            <a:avLst>
              <a:gd name="adj1" fmla="val 138611"/>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1280" name="AutoShape 14">
            <a:extLst>
              <a:ext uri="{FF2B5EF4-FFF2-40B4-BE49-F238E27FC236}">
                <a16:creationId xmlns:a16="http://schemas.microsoft.com/office/drawing/2014/main" id="{0A0880AD-4E38-1196-8FB4-8EE9DC7AE426}"/>
              </a:ext>
            </a:extLst>
          </p:cNvPr>
          <p:cNvSpPr>
            <a:spLocks/>
          </p:cNvSpPr>
          <p:nvPr/>
        </p:nvSpPr>
        <p:spPr bwMode="auto">
          <a:xfrm>
            <a:off x="5580063" y="2205038"/>
            <a:ext cx="144462" cy="1222375"/>
          </a:xfrm>
          <a:prstGeom prst="leftBrace">
            <a:avLst>
              <a:gd name="adj1" fmla="val 7051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1281" name="AutoShape 15">
            <a:extLst>
              <a:ext uri="{FF2B5EF4-FFF2-40B4-BE49-F238E27FC236}">
                <a16:creationId xmlns:a16="http://schemas.microsoft.com/office/drawing/2014/main" id="{E8DC6241-9CC8-9888-E457-B481FA3AE35E}"/>
              </a:ext>
            </a:extLst>
          </p:cNvPr>
          <p:cNvSpPr>
            <a:spLocks/>
          </p:cNvSpPr>
          <p:nvPr/>
        </p:nvSpPr>
        <p:spPr bwMode="auto">
          <a:xfrm>
            <a:off x="5580063" y="4149725"/>
            <a:ext cx="144462" cy="1943100"/>
          </a:xfrm>
          <a:prstGeom prst="leftBrace">
            <a:avLst>
              <a:gd name="adj1" fmla="val 112088"/>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45456" name="Rectangle 16">
            <a:extLst>
              <a:ext uri="{FF2B5EF4-FFF2-40B4-BE49-F238E27FC236}">
                <a16:creationId xmlns:a16="http://schemas.microsoft.com/office/drawing/2014/main" id="{6A97F543-AEA5-6697-349C-CF3282481D2C}"/>
              </a:ext>
            </a:extLst>
          </p:cNvPr>
          <p:cNvSpPr>
            <a:spLocks noChangeArrowheads="1"/>
          </p:cNvSpPr>
          <p:nvPr/>
        </p:nvSpPr>
        <p:spPr bwMode="auto">
          <a:xfrm>
            <a:off x="250825" y="1916113"/>
            <a:ext cx="360045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3200" b="1">
                <a:solidFill>
                  <a:schemeClr val="hlink"/>
                </a:solidFill>
                <a:effectLst>
                  <a:outerShdw blurRad="38100" dist="38100" dir="2700000" algn="tl">
                    <a:srgbClr val="C0C0C0"/>
                  </a:outerShdw>
                </a:effectLst>
                <a:latin typeface="隶书" pitchFamily="49" charset="-122"/>
                <a:ea typeface="隶书" pitchFamily="49" charset="-122"/>
              </a:rPr>
              <a:t>1.</a:t>
            </a:r>
            <a:r>
              <a:rPr lang="zh-CN" altLang="en-US" sz="3200" b="1">
                <a:solidFill>
                  <a:schemeClr val="hlink"/>
                </a:solidFill>
                <a:effectLst>
                  <a:outerShdw blurRad="38100" dist="38100" dir="2700000" algn="tl">
                    <a:srgbClr val="C0C0C0"/>
                  </a:outerShdw>
                </a:effectLst>
                <a:latin typeface="隶书" pitchFamily="49" charset="-122"/>
                <a:ea typeface="隶书" pitchFamily="49" charset="-122"/>
              </a:rPr>
              <a:t>文件系统的引入</a:t>
            </a:r>
          </a:p>
        </p:txBody>
      </p:sp>
    </p:spTree>
  </p:cSld>
  <p:clrMapOvr>
    <a:masterClrMapping/>
  </p:clrMapOvr>
  <p:transition spd="med">
    <p:random/>
    <p:sndAc>
      <p:stSnd>
        <p:snd r:embed="rId2"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155351B-E52C-72C2-BB0C-AFB11CA0948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D4E293D-5505-1342-8EFC-A78C8A202433}" type="slidenum">
              <a:rPr lang="en-US" altLang="zh-CN">
                <a:latin typeface="Arial" panose="020B0604020202020204" pitchFamily="34" charset="0"/>
              </a:rPr>
              <a:pPr/>
              <a:t>6</a:t>
            </a:fld>
            <a:endParaRPr lang="en-US" altLang="zh-CN">
              <a:latin typeface="Arial" panose="020B0604020202020204" pitchFamily="34" charset="0"/>
            </a:endParaRPr>
          </a:p>
        </p:txBody>
      </p:sp>
      <p:sp>
        <p:nvSpPr>
          <p:cNvPr id="446466" name="Rectangle 2">
            <a:extLst>
              <a:ext uri="{FF2B5EF4-FFF2-40B4-BE49-F238E27FC236}">
                <a16:creationId xmlns:a16="http://schemas.microsoft.com/office/drawing/2014/main" id="{8B4DE5C6-6A40-F335-727B-706D0822B504}"/>
              </a:ext>
            </a:extLst>
          </p:cNvPr>
          <p:cNvSpPr>
            <a:spLocks noGrp="1" noRot="1" noChangeArrowheads="1"/>
          </p:cNvSpPr>
          <p:nvPr>
            <p:ph type="title"/>
          </p:nvPr>
        </p:nvSpPr>
        <p:spPr/>
        <p:txBody>
          <a:bodyPr/>
          <a:lstStyle/>
          <a:p>
            <a:pPr eaLnBrk="1" hangingPunct="1"/>
            <a:r>
              <a:rPr lang="en-US" altLang="zh-CN" dirty="0"/>
              <a:t>5.1.1 </a:t>
            </a:r>
            <a:r>
              <a:rPr lang="zh-CN" altLang="en-US" dirty="0"/>
              <a:t>文件系统的引入</a:t>
            </a:r>
          </a:p>
        </p:txBody>
      </p:sp>
      <p:sp>
        <p:nvSpPr>
          <p:cNvPr id="446467" name="Rectangle 3">
            <a:extLst>
              <a:ext uri="{FF2B5EF4-FFF2-40B4-BE49-F238E27FC236}">
                <a16:creationId xmlns:a16="http://schemas.microsoft.com/office/drawing/2014/main" id="{33CA3D98-D704-7FFC-5B08-C0B0ED0710A2}"/>
              </a:ext>
            </a:extLst>
          </p:cNvPr>
          <p:cNvSpPr>
            <a:spLocks noGrp="1" noRot="1" noChangeArrowheads="1"/>
          </p:cNvSpPr>
          <p:nvPr>
            <p:ph type="body" idx="1"/>
          </p:nvPr>
        </p:nvSpPr>
        <p:spPr/>
        <p:txBody>
          <a:bodyPr/>
          <a:lstStyle/>
          <a:p>
            <a:pPr eaLnBrk="1" hangingPunct="1">
              <a:lnSpc>
                <a:spcPct val="90000"/>
              </a:lnSpc>
            </a:pPr>
            <a:r>
              <a:rPr lang="zh-CN" altLang="en-US">
                <a:solidFill>
                  <a:schemeClr val="hlink"/>
                </a:solidFill>
              </a:rPr>
              <a:t>问题的提出</a:t>
            </a:r>
            <a:r>
              <a:rPr lang="zh-CN" altLang="en-US"/>
              <a:t>：</a:t>
            </a:r>
          </a:p>
          <a:p>
            <a:pPr eaLnBrk="1" hangingPunct="1">
              <a:lnSpc>
                <a:spcPct val="90000"/>
              </a:lnSpc>
              <a:buFont typeface="Wingdings" pitchFamily="2" charset="2"/>
              <a:buNone/>
            </a:pPr>
            <a:r>
              <a:rPr lang="zh-CN" altLang="en-US"/>
              <a:t>        怎样对软件资源</a:t>
            </a:r>
            <a:r>
              <a:rPr lang="en-US" altLang="zh-CN"/>
              <a:t>(</a:t>
            </a:r>
            <a:r>
              <a:rPr lang="zh-CN" altLang="en-US"/>
              <a:t>各种程序和数据</a:t>
            </a:r>
            <a:r>
              <a:rPr lang="en-US" altLang="zh-CN"/>
              <a:t>)</a:t>
            </a:r>
            <a:r>
              <a:rPr lang="zh-CN" altLang="en-US"/>
              <a:t>进行透明地存放，使用户能够方便、快捷、有效地使用它们？</a:t>
            </a:r>
          </a:p>
          <a:p>
            <a:pPr eaLnBrk="1" hangingPunct="1">
              <a:lnSpc>
                <a:spcPct val="90000"/>
              </a:lnSpc>
            </a:pPr>
            <a:r>
              <a:rPr lang="zh-CN" altLang="en-US">
                <a:solidFill>
                  <a:schemeClr val="hlink"/>
                </a:solidFill>
              </a:rPr>
              <a:t>物质基础：</a:t>
            </a:r>
          </a:p>
          <a:p>
            <a:pPr eaLnBrk="1" hangingPunct="1">
              <a:lnSpc>
                <a:spcPct val="90000"/>
              </a:lnSpc>
              <a:buFont typeface="Wingdings" pitchFamily="2" charset="2"/>
              <a:buNone/>
            </a:pPr>
            <a:r>
              <a:rPr lang="zh-CN" altLang="en-US"/>
              <a:t>       大容量直接存取的磁盘存储器和顺序存取的磁带存储器的出现为解决上述问题提供了物质基础。</a:t>
            </a:r>
          </a:p>
        </p:txBody>
      </p:sp>
    </p:spTree>
  </p:cSld>
  <p:clrMapOvr>
    <a:masterClrMapping/>
  </p:clrMapOvr>
  <p:transition spd="med">
    <p:random/>
    <p:sndAc>
      <p:stSnd>
        <p:snd r:embed="rId2"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7D29E30-C59F-D327-EEDF-5AD169BBD85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2EDF4FC-8CE1-B14A-8454-CB53A55BBAFF}" type="slidenum">
              <a:rPr lang="en-US" altLang="zh-CN">
                <a:latin typeface="Arial" panose="020B0604020202020204" pitchFamily="34" charset="0"/>
              </a:rPr>
              <a:pPr/>
              <a:t>7</a:t>
            </a:fld>
            <a:endParaRPr lang="en-US" altLang="zh-CN">
              <a:latin typeface="Arial" panose="020B0604020202020204" pitchFamily="34" charset="0"/>
            </a:endParaRPr>
          </a:p>
        </p:txBody>
      </p:sp>
      <p:sp>
        <p:nvSpPr>
          <p:cNvPr id="447490" name="Rectangle 2">
            <a:extLst>
              <a:ext uri="{FF2B5EF4-FFF2-40B4-BE49-F238E27FC236}">
                <a16:creationId xmlns:a16="http://schemas.microsoft.com/office/drawing/2014/main" id="{5BC17173-B78E-379D-849F-C1C4B6E4567E}"/>
              </a:ext>
            </a:extLst>
          </p:cNvPr>
          <p:cNvSpPr>
            <a:spLocks noGrp="1" noRot="1" noChangeArrowheads="1"/>
          </p:cNvSpPr>
          <p:nvPr>
            <p:ph type="title"/>
          </p:nvPr>
        </p:nvSpPr>
        <p:spPr/>
        <p:txBody>
          <a:bodyPr/>
          <a:lstStyle/>
          <a:p>
            <a:pPr eaLnBrk="1" hangingPunct="1">
              <a:defRPr/>
            </a:pPr>
            <a:r>
              <a:rPr lang="en-US" altLang="zh-CN"/>
              <a:t> 1.</a:t>
            </a:r>
            <a:r>
              <a:rPr lang="zh-CN" altLang="en-US"/>
              <a:t>文件的概念</a:t>
            </a:r>
          </a:p>
        </p:txBody>
      </p:sp>
      <p:sp>
        <p:nvSpPr>
          <p:cNvPr id="447491" name="Rectangle 3">
            <a:extLst>
              <a:ext uri="{FF2B5EF4-FFF2-40B4-BE49-F238E27FC236}">
                <a16:creationId xmlns:a16="http://schemas.microsoft.com/office/drawing/2014/main" id="{82B7965D-3B40-D34E-48CC-54FF9E91C84B}"/>
              </a:ext>
            </a:extLst>
          </p:cNvPr>
          <p:cNvSpPr>
            <a:spLocks noGrp="1" noRot="1" noChangeArrowheads="1"/>
          </p:cNvSpPr>
          <p:nvPr>
            <p:ph type="body" idx="1"/>
          </p:nvPr>
        </p:nvSpPr>
        <p:spPr/>
        <p:txBody>
          <a:bodyPr/>
          <a:lstStyle/>
          <a:p>
            <a:pPr eaLnBrk="1" hangingPunct="1">
              <a:lnSpc>
                <a:spcPct val="90000"/>
              </a:lnSpc>
            </a:pPr>
            <a:r>
              <a:rPr lang="zh-CN" altLang="en-US" b="0">
                <a:solidFill>
                  <a:schemeClr val="hlink"/>
                </a:solidFill>
                <a:latin typeface="Times New Roman" panose="02020603050405020304" pitchFamily="18" charset="0"/>
              </a:rPr>
              <a:t>从用户的角度：</a:t>
            </a:r>
          </a:p>
          <a:p>
            <a:pPr eaLnBrk="1" hangingPunct="1">
              <a:lnSpc>
                <a:spcPct val="90000"/>
              </a:lnSpc>
              <a:buFont typeface="Wingdings" pitchFamily="2" charset="2"/>
              <a:buNone/>
            </a:pPr>
            <a:r>
              <a:rPr lang="zh-CN" altLang="en-US" b="0">
                <a:latin typeface="Times New Roman" panose="02020603050405020304" pitchFamily="18" charset="0"/>
              </a:rPr>
              <a:t>         文件是存贮在某种介质上的（如磁盘、磁带等）并具有文件名的一组有序信息的集合。</a:t>
            </a:r>
          </a:p>
          <a:p>
            <a:pPr eaLnBrk="1" hangingPunct="1">
              <a:lnSpc>
                <a:spcPct val="90000"/>
              </a:lnSpc>
            </a:pPr>
            <a:r>
              <a:rPr lang="zh-CN" altLang="en-US" b="0">
                <a:solidFill>
                  <a:schemeClr val="hlink"/>
                </a:solidFill>
                <a:latin typeface="Times New Roman" panose="02020603050405020304" pitchFamily="18" charset="0"/>
              </a:rPr>
              <a:t>从系统的角度：</a:t>
            </a:r>
          </a:p>
          <a:p>
            <a:pPr eaLnBrk="1" hangingPunct="1">
              <a:lnSpc>
                <a:spcPct val="90000"/>
              </a:lnSpc>
              <a:buFont typeface="Wingdings" pitchFamily="2" charset="2"/>
              <a:buNone/>
            </a:pPr>
            <a:r>
              <a:rPr lang="zh-CN" altLang="en-US" b="0">
                <a:latin typeface="Times New Roman" panose="02020603050405020304" pitchFamily="18" charset="0"/>
              </a:rPr>
              <a:t>          文件是一组赋名的相关联</a:t>
            </a:r>
            <a:r>
              <a:rPr lang="zh-CN" altLang="en-US" b="0">
                <a:solidFill>
                  <a:schemeClr val="hlink"/>
                </a:solidFill>
                <a:latin typeface="Times New Roman" panose="02020603050405020304" pitchFamily="18" charset="0"/>
              </a:rPr>
              <a:t>字符流的集合</a:t>
            </a:r>
            <a:r>
              <a:rPr lang="zh-CN" altLang="en-US" b="0">
                <a:latin typeface="Times New Roman" panose="02020603050405020304" pitchFamily="18" charset="0"/>
              </a:rPr>
              <a:t>，或者是</a:t>
            </a:r>
            <a:r>
              <a:rPr lang="zh-CN" altLang="en-US" b="0">
                <a:solidFill>
                  <a:schemeClr val="hlink"/>
                </a:solidFill>
                <a:latin typeface="Times New Roman" panose="02020603050405020304" pitchFamily="18" charset="0"/>
              </a:rPr>
              <a:t>相关联记录</a:t>
            </a:r>
            <a:r>
              <a:rPr lang="en-US" altLang="zh-CN" b="0">
                <a:latin typeface="Times New Roman" panose="02020603050405020304" pitchFamily="18" charset="0"/>
              </a:rPr>
              <a:t>(</a:t>
            </a:r>
            <a:r>
              <a:rPr lang="zh-CN" altLang="en-US" b="0">
                <a:latin typeface="Times New Roman" panose="02020603050405020304" pitchFamily="18" charset="0"/>
              </a:rPr>
              <a:t>一个有意义的信息单位</a:t>
            </a:r>
            <a:r>
              <a:rPr lang="en-US" altLang="zh-CN" b="0">
                <a:latin typeface="Times New Roman" panose="02020603050405020304" pitchFamily="18" charset="0"/>
              </a:rPr>
              <a:t>)</a:t>
            </a:r>
            <a:r>
              <a:rPr lang="zh-CN" altLang="en-US" b="0">
                <a:latin typeface="Times New Roman" panose="02020603050405020304" pitchFamily="18" charset="0"/>
              </a:rPr>
              <a:t>的集合。</a:t>
            </a:r>
          </a:p>
        </p:txBody>
      </p:sp>
    </p:spTree>
  </p:cSld>
  <p:clrMapOvr>
    <a:masterClrMapping/>
  </p:clrMapOvr>
  <p:transition spd="med">
    <p:random/>
    <p:sndAc>
      <p:stSnd>
        <p:snd r:embed="rId2"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CDD3447-0AA5-7A94-B7B6-E8CDDFC5CB6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E2F25FC-7A41-704B-8EBC-8B6D42B5E286}" type="slidenum">
              <a:rPr lang="en-US" altLang="zh-CN">
                <a:latin typeface="Arial" panose="020B0604020202020204" pitchFamily="34" charset="0"/>
              </a:rPr>
              <a:pPr/>
              <a:t>8</a:t>
            </a:fld>
            <a:endParaRPr lang="en-US" altLang="zh-CN">
              <a:latin typeface="Arial" panose="020B0604020202020204" pitchFamily="34" charset="0"/>
            </a:endParaRPr>
          </a:p>
        </p:txBody>
      </p:sp>
      <p:sp>
        <p:nvSpPr>
          <p:cNvPr id="448514" name="Rectangle 2">
            <a:extLst>
              <a:ext uri="{FF2B5EF4-FFF2-40B4-BE49-F238E27FC236}">
                <a16:creationId xmlns:a16="http://schemas.microsoft.com/office/drawing/2014/main" id="{D9E2421B-B15C-F1B8-BFE6-7913BFFA8DC8}"/>
              </a:ext>
            </a:extLst>
          </p:cNvPr>
          <p:cNvSpPr>
            <a:spLocks noGrp="1" noRot="1" noChangeArrowheads="1"/>
          </p:cNvSpPr>
          <p:nvPr>
            <p:ph type="title"/>
          </p:nvPr>
        </p:nvSpPr>
        <p:spPr/>
        <p:txBody>
          <a:bodyPr/>
          <a:lstStyle/>
          <a:p>
            <a:pPr eaLnBrk="1" hangingPunct="1">
              <a:defRPr/>
            </a:pPr>
            <a:r>
              <a:rPr lang="en-US" altLang="zh-CN"/>
              <a:t>1.</a:t>
            </a:r>
            <a:r>
              <a:rPr lang="zh-CN" altLang="en-US"/>
              <a:t>文件的概念</a:t>
            </a:r>
            <a:r>
              <a:rPr lang="en-US" altLang="zh-CN"/>
              <a:t>—</a:t>
            </a:r>
            <a:r>
              <a:rPr lang="zh-CN" altLang="en-US"/>
              <a:t>文件形式</a:t>
            </a:r>
          </a:p>
        </p:txBody>
      </p:sp>
      <p:sp>
        <p:nvSpPr>
          <p:cNvPr id="448515" name="Rectangle 3">
            <a:extLst>
              <a:ext uri="{FF2B5EF4-FFF2-40B4-BE49-F238E27FC236}">
                <a16:creationId xmlns:a16="http://schemas.microsoft.com/office/drawing/2014/main" id="{9C25455B-E24E-62F3-2A72-DAE63ED847C4}"/>
              </a:ext>
            </a:extLst>
          </p:cNvPr>
          <p:cNvSpPr>
            <a:spLocks noGrp="1" noRot="1" noChangeArrowheads="1"/>
          </p:cNvSpPr>
          <p:nvPr>
            <p:ph type="body" idx="1"/>
          </p:nvPr>
        </p:nvSpPr>
        <p:spPr/>
        <p:txBody>
          <a:bodyPr/>
          <a:lstStyle/>
          <a:p>
            <a:pPr eaLnBrk="1" hangingPunct="1"/>
            <a:r>
              <a:rPr lang="zh-CN" altLang="en-US"/>
              <a:t>文件形式：</a:t>
            </a:r>
          </a:p>
          <a:p>
            <a:pPr lvl="1" eaLnBrk="1" hangingPunct="1"/>
            <a:r>
              <a:rPr lang="zh-CN" altLang="en-US"/>
              <a:t>流式文件：又称为无结构文件，以字符流的形式存放信息。</a:t>
            </a:r>
          </a:p>
          <a:p>
            <a:pPr lvl="1" eaLnBrk="1" hangingPunct="1">
              <a:buFont typeface="Wingdings" pitchFamily="2" charset="2"/>
              <a:buNone/>
            </a:pPr>
            <a:r>
              <a:rPr lang="zh-CN" altLang="en-US"/>
              <a:t>   如：源程序、目标代码等。</a:t>
            </a:r>
          </a:p>
          <a:p>
            <a:pPr lvl="1" eaLnBrk="1" hangingPunct="1"/>
            <a:r>
              <a:rPr lang="zh-CN" altLang="en-US"/>
              <a:t>记录式文件：由相关联的记录组成，记录是文件存取的基本信息单位。</a:t>
            </a:r>
          </a:p>
          <a:p>
            <a:pPr lvl="1" eaLnBrk="1" hangingPunct="1">
              <a:buFont typeface="Wingdings" pitchFamily="2" charset="2"/>
              <a:buNone/>
            </a:pPr>
            <a:r>
              <a:rPr lang="zh-CN" altLang="en-US"/>
              <a:t>   如：人事档案文件、交易记录文件等。</a:t>
            </a:r>
          </a:p>
        </p:txBody>
      </p:sp>
    </p:spTree>
  </p:cSld>
  <p:clrMapOvr>
    <a:masterClrMapping/>
  </p:clrMapOvr>
  <p:transition spd="med">
    <p:random/>
    <p:sndAc>
      <p:stSnd>
        <p:snd r:embed="rId2"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4BA0B40-912C-B20B-D7EF-C3A534368FB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FC39FAE-8D9E-B248-8FC8-F6410EAAA024}" type="slidenum">
              <a:rPr lang="en-US" altLang="zh-CN">
                <a:latin typeface="Arial" panose="020B0604020202020204" pitchFamily="34" charset="0"/>
              </a:rPr>
              <a:pPr/>
              <a:t>9</a:t>
            </a:fld>
            <a:endParaRPr lang="en-US" altLang="zh-CN">
              <a:latin typeface="Arial" panose="020B0604020202020204" pitchFamily="34" charset="0"/>
            </a:endParaRPr>
          </a:p>
        </p:txBody>
      </p:sp>
      <p:sp>
        <p:nvSpPr>
          <p:cNvPr id="449538" name="Rectangle 2">
            <a:extLst>
              <a:ext uri="{FF2B5EF4-FFF2-40B4-BE49-F238E27FC236}">
                <a16:creationId xmlns:a16="http://schemas.microsoft.com/office/drawing/2014/main" id="{98260BFC-11A5-AD14-50EA-454A7E3C9935}"/>
              </a:ext>
            </a:extLst>
          </p:cNvPr>
          <p:cNvSpPr>
            <a:spLocks noGrp="1" noRot="1" noChangeArrowheads="1"/>
          </p:cNvSpPr>
          <p:nvPr>
            <p:ph type="title"/>
          </p:nvPr>
        </p:nvSpPr>
        <p:spPr/>
        <p:txBody>
          <a:bodyPr/>
          <a:lstStyle/>
          <a:p>
            <a:pPr eaLnBrk="1" hangingPunct="1">
              <a:defRPr/>
            </a:pPr>
            <a:r>
              <a:rPr lang="en-US" altLang="zh-CN"/>
              <a:t>1.</a:t>
            </a:r>
            <a:r>
              <a:rPr lang="zh-CN" altLang="en-US"/>
              <a:t>文件的概念</a:t>
            </a:r>
            <a:r>
              <a:rPr lang="en-US" altLang="zh-CN"/>
              <a:t>—</a:t>
            </a:r>
            <a:r>
              <a:rPr lang="zh-CN" altLang="en-US"/>
              <a:t>文件名</a:t>
            </a:r>
          </a:p>
        </p:txBody>
      </p:sp>
      <p:sp>
        <p:nvSpPr>
          <p:cNvPr id="449539" name="Rectangle 3">
            <a:extLst>
              <a:ext uri="{FF2B5EF4-FFF2-40B4-BE49-F238E27FC236}">
                <a16:creationId xmlns:a16="http://schemas.microsoft.com/office/drawing/2014/main" id="{8541BCFD-64CD-0F24-CCA6-05834713BEB7}"/>
              </a:ext>
            </a:extLst>
          </p:cNvPr>
          <p:cNvSpPr>
            <a:spLocks noGrp="1" noRot="1" noChangeArrowheads="1"/>
          </p:cNvSpPr>
          <p:nvPr>
            <p:ph type="body" idx="1"/>
          </p:nvPr>
        </p:nvSpPr>
        <p:spPr>
          <a:xfrm>
            <a:off x="457200" y="1905000"/>
            <a:ext cx="8229600" cy="4260850"/>
          </a:xfrm>
        </p:spPr>
        <p:txBody>
          <a:bodyPr/>
          <a:lstStyle/>
          <a:p>
            <a:pPr algn="just" eaLnBrk="1" hangingPunct="1">
              <a:lnSpc>
                <a:spcPct val="90000"/>
              </a:lnSpc>
            </a:pPr>
            <a:r>
              <a:rPr lang="zh-CN" altLang="en-US" sz="2800">
                <a:solidFill>
                  <a:srgbClr val="FF0000"/>
                </a:solidFill>
              </a:rPr>
              <a:t>文件名</a:t>
            </a:r>
          </a:p>
          <a:p>
            <a:pPr lvl="1" algn="just" eaLnBrk="1" hangingPunct="1">
              <a:lnSpc>
                <a:spcPct val="90000"/>
              </a:lnSpc>
            </a:pPr>
            <a:r>
              <a:rPr lang="zh-CN" altLang="en-US" sz="2400"/>
              <a:t>根据文件的定义，每个文件必须有一个</a:t>
            </a:r>
            <a:r>
              <a:rPr lang="zh-CN" altLang="en-US" sz="2400">
                <a:solidFill>
                  <a:srgbClr val="FF0000"/>
                </a:solidFill>
              </a:rPr>
              <a:t>唯一的文件名</a:t>
            </a:r>
            <a:r>
              <a:rPr lang="zh-CN" altLang="en-US" sz="2400"/>
              <a:t>，</a:t>
            </a:r>
          </a:p>
          <a:p>
            <a:pPr lvl="1" algn="just" eaLnBrk="1" hangingPunct="1">
              <a:lnSpc>
                <a:spcPct val="90000"/>
              </a:lnSpc>
            </a:pPr>
            <a:r>
              <a:rPr lang="zh-CN" altLang="en-US" sz="2400"/>
              <a:t>不论是系统管理，还是用户使用文件都使用文件名。</a:t>
            </a:r>
          </a:p>
          <a:p>
            <a:pPr lvl="1" algn="just" eaLnBrk="1" hangingPunct="1">
              <a:lnSpc>
                <a:spcPct val="90000"/>
              </a:lnSpc>
            </a:pPr>
            <a:r>
              <a:rPr lang="zh-CN" altLang="en-US" sz="2400"/>
              <a:t>文件名是一个有限长度的字符串。</a:t>
            </a:r>
          </a:p>
          <a:p>
            <a:pPr lvl="1" algn="just" eaLnBrk="1" hangingPunct="1">
              <a:lnSpc>
                <a:spcPct val="90000"/>
              </a:lnSpc>
            </a:pPr>
            <a:r>
              <a:rPr lang="en-US" altLang="zh-CN" sz="2400"/>
              <a:t>DOS</a:t>
            </a:r>
            <a:r>
              <a:rPr lang="zh-CN" altLang="en-US" sz="2400"/>
              <a:t>、</a:t>
            </a:r>
            <a:r>
              <a:rPr lang="en-US" altLang="zh-CN" sz="2400"/>
              <a:t>WINDOWS</a:t>
            </a:r>
            <a:r>
              <a:rPr lang="zh-CN" altLang="en-US" sz="2400"/>
              <a:t>系统中文件名：</a:t>
            </a:r>
          </a:p>
          <a:p>
            <a:pPr algn="just" eaLnBrk="1" hangingPunct="1">
              <a:lnSpc>
                <a:spcPct val="90000"/>
              </a:lnSpc>
              <a:buFont typeface="Wingdings" pitchFamily="2" charset="2"/>
              <a:buNone/>
            </a:pPr>
            <a:r>
              <a:rPr lang="zh-CN" altLang="en-US" sz="2800"/>
              <a:t>   	 	</a:t>
            </a:r>
            <a:r>
              <a:rPr lang="zh-CN" altLang="en-US" sz="2800">
                <a:solidFill>
                  <a:srgbClr val="FF0000"/>
                </a:solidFill>
              </a:rPr>
              <a:t>文件名 </a:t>
            </a:r>
            <a:r>
              <a:rPr lang="en-US" altLang="zh-CN" sz="2800">
                <a:solidFill>
                  <a:srgbClr val="FF0000"/>
                </a:solidFill>
                <a:latin typeface="华文中宋" panose="02010600040101010101" pitchFamily="2" charset="-122"/>
              </a:rPr>
              <a:t>·</a:t>
            </a:r>
            <a:r>
              <a:rPr lang="en-US" altLang="zh-CN" sz="2800">
                <a:solidFill>
                  <a:srgbClr val="FF0000"/>
                </a:solidFill>
              </a:rPr>
              <a:t> [</a:t>
            </a:r>
            <a:r>
              <a:rPr lang="zh-CN" altLang="en-US" sz="2800">
                <a:solidFill>
                  <a:srgbClr val="FF0000"/>
                </a:solidFill>
              </a:rPr>
              <a:t>文件扩展名</a:t>
            </a:r>
            <a:r>
              <a:rPr lang="en-US" altLang="zh-CN" sz="2800">
                <a:solidFill>
                  <a:srgbClr val="FF0000"/>
                </a:solidFill>
              </a:rPr>
              <a:t>]</a:t>
            </a:r>
          </a:p>
          <a:p>
            <a:pPr algn="just" eaLnBrk="1" hangingPunct="1">
              <a:lnSpc>
                <a:spcPct val="90000"/>
              </a:lnSpc>
              <a:buFont typeface="Wingdings" pitchFamily="2" charset="2"/>
              <a:buNone/>
            </a:pPr>
            <a:r>
              <a:rPr lang="en-US" altLang="zh-CN" sz="2800"/>
              <a:t>    	</a:t>
            </a:r>
            <a:r>
              <a:rPr lang="zh-CN" altLang="en-US" sz="2400"/>
              <a:t>文件名是一个不大于</a:t>
            </a:r>
            <a:r>
              <a:rPr lang="en-US" altLang="zh-CN" sz="2400"/>
              <a:t>8</a:t>
            </a:r>
            <a:r>
              <a:rPr lang="zh-CN" altLang="en-US" sz="2400"/>
              <a:t>个字符的字符串，但</a:t>
            </a:r>
            <a:r>
              <a:rPr lang="en-US" altLang="zh-CN" sz="2400"/>
              <a:t>WINDOWS</a:t>
            </a:r>
            <a:r>
              <a:rPr lang="zh-CN" altLang="en-US" sz="2400"/>
              <a:t>系统中允许超长文件名，最多可有</a:t>
            </a:r>
            <a:r>
              <a:rPr lang="en-US" altLang="zh-CN" sz="2400"/>
              <a:t>256</a:t>
            </a:r>
            <a:r>
              <a:rPr lang="zh-CN" altLang="en-US" sz="2400"/>
              <a:t>个字符，不区分英文字母的大小写。</a:t>
            </a:r>
          </a:p>
        </p:txBody>
      </p:sp>
    </p:spTree>
  </p:cSld>
  <p:clrMapOvr>
    <a:masterClrMapping/>
  </p:clrMapOvr>
  <p:transition spd="med">
    <p:random/>
    <p:sndAc>
      <p:stSnd>
        <p:snd r:embed="rId2"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DA46550-1DD7-018F-B71D-199283B2418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835931E-AC8B-4F40-9386-830C254995A7}" type="slidenum">
              <a:rPr lang="en-US" altLang="zh-CN">
                <a:latin typeface="Arial" panose="020B0604020202020204" pitchFamily="34" charset="0"/>
              </a:rPr>
              <a:pPr/>
              <a:t>10</a:t>
            </a:fld>
            <a:endParaRPr lang="en-US" altLang="zh-CN">
              <a:latin typeface="Arial" panose="020B0604020202020204" pitchFamily="34" charset="0"/>
            </a:endParaRPr>
          </a:p>
        </p:txBody>
      </p:sp>
      <p:sp>
        <p:nvSpPr>
          <p:cNvPr id="450562" name="Rectangle 2">
            <a:extLst>
              <a:ext uri="{FF2B5EF4-FFF2-40B4-BE49-F238E27FC236}">
                <a16:creationId xmlns:a16="http://schemas.microsoft.com/office/drawing/2014/main" id="{6AF6C621-BB02-46B3-3C45-E71D388DAAB5}"/>
              </a:ext>
            </a:extLst>
          </p:cNvPr>
          <p:cNvSpPr>
            <a:spLocks noGrp="1" noRot="1" noChangeArrowheads="1"/>
          </p:cNvSpPr>
          <p:nvPr>
            <p:ph type="title"/>
          </p:nvPr>
        </p:nvSpPr>
        <p:spPr/>
        <p:txBody>
          <a:bodyPr/>
          <a:lstStyle/>
          <a:p>
            <a:pPr eaLnBrk="1" hangingPunct="1">
              <a:defRPr/>
            </a:pPr>
            <a:r>
              <a:rPr lang="en-US" altLang="zh-CN"/>
              <a:t>1.</a:t>
            </a:r>
            <a:r>
              <a:rPr lang="zh-CN" altLang="en-US"/>
              <a:t>文件的概念</a:t>
            </a:r>
            <a:r>
              <a:rPr lang="en-US" altLang="zh-CN"/>
              <a:t>—</a:t>
            </a:r>
            <a:r>
              <a:rPr lang="zh-CN" altLang="en-US"/>
              <a:t>文件名</a:t>
            </a:r>
          </a:p>
        </p:txBody>
      </p:sp>
      <p:sp>
        <p:nvSpPr>
          <p:cNvPr id="450563" name="Rectangle 3">
            <a:extLst>
              <a:ext uri="{FF2B5EF4-FFF2-40B4-BE49-F238E27FC236}">
                <a16:creationId xmlns:a16="http://schemas.microsoft.com/office/drawing/2014/main" id="{36CE49D4-2AC7-BFCF-D0ED-061F0E180019}"/>
              </a:ext>
            </a:extLst>
          </p:cNvPr>
          <p:cNvSpPr>
            <a:spLocks noGrp="1" noRot="1" noChangeArrowheads="1"/>
          </p:cNvSpPr>
          <p:nvPr>
            <p:ph type="body" idx="1"/>
          </p:nvPr>
        </p:nvSpPr>
        <p:spPr/>
        <p:txBody>
          <a:bodyPr/>
          <a:lstStyle/>
          <a:p>
            <a:pPr algn="just">
              <a:lnSpc>
                <a:spcPct val="90000"/>
              </a:lnSpc>
              <a:buClrTx/>
              <a:buFontTx/>
              <a:buNone/>
            </a:pPr>
            <a:r>
              <a:rPr lang="zh-CN" altLang="en-US" sz="2400">
                <a:solidFill>
                  <a:schemeClr val="hlink"/>
                </a:solidFill>
                <a:effectLst/>
                <a:latin typeface="华文中宋" panose="02010600040101010101" pitchFamily="2" charset="-122"/>
                <a:ea typeface="华文中宋" panose="02010600040101010101" pitchFamily="2" charset="-122"/>
              </a:rPr>
              <a:t>文件扩展名：</a:t>
            </a:r>
          </a:p>
          <a:p>
            <a:pPr algn="just">
              <a:lnSpc>
                <a:spcPct val="90000"/>
              </a:lnSpc>
              <a:buClrTx/>
              <a:buFontTx/>
              <a:buNone/>
            </a:pPr>
            <a:r>
              <a:rPr lang="zh-CN" altLang="en-US" sz="2400">
                <a:effectLst/>
                <a:latin typeface="华文中宋" panose="02010600040101010101" pitchFamily="2" charset="-122"/>
                <a:ea typeface="华文中宋" panose="02010600040101010101" pitchFamily="2" charset="-122"/>
              </a:rPr>
              <a:t>不大于</a:t>
            </a:r>
            <a:r>
              <a:rPr lang="en-US" altLang="zh-CN" sz="2400">
                <a:effectLst/>
                <a:latin typeface="华文中宋" panose="02010600040101010101" pitchFamily="2" charset="-122"/>
                <a:ea typeface="华文中宋" panose="02010600040101010101" pitchFamily="2" charset="-122"/>
              </a:rPr>
              <a:t>3</a:t>
            </a:r>
            <a:r>
              <a:rPr lang="zh-CN" altLang="en-US" sz="2400">
                <a:effectLst/>
                <a:latin typeface="华文中宋" panose="02010600040101010101" pitchFamily="2" charset="-122"/>
                <a:ea typeface="华文中宋" panose="02010600040101010101" pitchFamily="2" charset="-122"/>
              </a:rPr>
              <a:t>个字符，一般用来表示文件的类型。</a:t>
            </a:r>
          </a:p>
          <a:p>
            <a:pPr algn="just">
              <a:lnSpc>
                <a:spcPct val="90000"/>
              </a:lnSpc>
              <a:buClrTx/>
              <a:buFontTx/>
              <a:buNone/>
            </a:pPr>
            <a:r>
              <a:rPr lang="zh-CN" altLang="en-US" sz="2400">
                <a:effectLst/>
                <a:latin typeface="华文中宋" panose="02010600040101010101" pitchFamily="2" charset="-122"/>
                <a:ea typeface="华文中宋" panose="02010600040101010101" pitchFamily="2" charset="-122"/>
              </a:rPr>
              <a:t>例如：</a:t>
            </a:r>
          </a:p>
          <a:p>
            <a:pPr algn="just">
              <a:lnSpc>
                <a:spcPct val="90000"/>
              </a:lnSpc>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C    C</a:t>
            </a:r>
            <a:r>
              <a:rPr lang="zh-CN" altLang="en-US" sz="2400">
                <a:solidFill>
                  <a:schemeClr val="hlink"/>
                </a:solidFill>
                <a:effectLst/>
                <a:latin typeface="华文中宋" panose="02010600040101010101" pitchFamily="2" charset="-122"/>
                <a:ea typeface="华文中宋" panose="02010600040101010101" pitchFamily="2" charset="-122"/>
              </a:rPr>
              <a:t>语言源程序文件</a:t>
            </a:r>
          </a:p>
          <a:p>
            <a:pPr algn="just">
              <a:lnSpc>
                <a:spcPct val="90000"/>
              </a:lnSpc>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COM  </a:t>
            </a:r>
            <a:r>
              <a:rPr lang="zh-CN" altLang="en-US" sz="2400">
                <a:solidFill>
                  <a:schemeClr val="hlink"/>
                </a:solidFill>
                <a:effectLst/>
                <a:latin typeface="华文中宋" panose="02010600040101010101" pitchFamily="2" charset="-122"/>
                <a:ea typeface="华文中宋" panose="02010600040101010101" pitchFamily="2" charset="-122"/>
              </a:rPr>
              <a:t>可执行文件（小模式）</a:t>
            </a:r>
          </a:p>
          <a:p>
            <a:pPr algn="just">
              <a:lnSpc>
                <a:spcPct val="90000"/>
              </a:lnSpc>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EXE  </a:t>
            </a:r>
            <a:r>
              <a:rPr lang="zh-CN" altLang="en-US" sz="2400">
                <a:solidFill>
                  <a:schemeClr val="hlink"/>
                </a:solidFill>
                <a:effectLst/>
                <a:latin typeface="华文中宋" panose="02010600040101010101" pitchFamily="2" charset="-122"/>
                <a:ea typeface="华文中宋" panose="02010600040101010101" pitchFamily="2" charset="-122"/>
              </a:rPr>
              <a:t>可执行文件（大模式）</a:t>
            </a:r>
          </a:p>
          <a:p>
            <a:pPr algn="just">
              <a:lnSpc>
                <a:spcPct val="90000"/>
              </a:lnSpc>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BAT  </a:t>
            </a:r>
            <a:r>
              <a:rPr lang="zh-CN" altLang="en-US" sz="2400">
                <a:solidFill>
                  <a:schemeClr val="hlink"/>
                </a:solidFill>
                <a:effectLst/>
                <a:latin typeface="华文中宋" panose="02010600040101010101" pitchFamily="2" charset="-122"/>
                <a:ea typeface="华文中宋" panose="02010600040101010101" pitchFamily="2" charset="-122"/>
              </a:rPr>
              <a:t>批处理文件</a:t>
            </a:r>
          </a:p>
          <a:p>
            <a:pPr algn="just">
              <a:lnSpc>
                <a:spcPct val="90000"/>
              </a:lnSpc>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OBJ   </a:t>
            </a:r>
            <a:r>
              <a:rPr lang="zh-CN" altLang="en-US" sz="2400">
                <a:solidFill>
                  <a:schemeClr val="hlink"/>
                </a:solidFill>
                <a:effectLst/>
                <a:latin typeface="华文中宋" panose="02010600040101010101" pitchFamily="2" charset="-122"/>
                <a:ea typeface="华文中宋" panose="02010600040101010101" pitchFamily="2" charset="-122"/>
              </a:rPr>
              <a:t>目标文件</a:t>
            </a:r>
          </a:p>
          <a:p>
            <a:pPr algn="just">
              <a:lnSpc>
                <a:spcPct val="90000"/>
              </a:lnSpc>
              <a:buClrTx/>
              <a:buFontTx/>
              <a:buNone/>
            </a:pPr>
            <a:r>
              <a:rPr lang="en-US" altLang="zh-CN" sz="2400">
                <a:effectLst/>
                <a:latin typeface="华文中宋" panose="02010600040101010101" pitchFamily="2" charset="-122"/>
                <a:ea typeface="华文中宋" panose="02010600040101010101" pitchFamily="2" charset="-122"/>
              </a:rPr>
              <a:t>hust.txt   ll.c  ll.obj  ll.com  ll.exe  </a:t>
            </a:r>
          </a:p>
          <a:p>
            <a:pPr algn="just">
              <a:lnSpc>
                <a:spcPct val="90000"/>
              </a:lnSpc>
              <a:buClrTx/>
              <a:buFontTx/>
              <a:buNone/>
            </a:pPr>
            <a:r>
              <a:rPr lang="zh-CN" altLang="en-US" sz="2400">
                <a:effectLst/>
                <a:latin typeface="华文中宋" panose="02010600040101010101" pitchFamily="2" charset="-122"/>
                <a:ea typeface="华文中宋" panose="02010600040101010101" pitchFamily="2" charset="-122"/>
              </a:rPr>
              <a:t>操作系统讲义</a:t>
            </a:r>
            <a:r>
              <a:rPr lang="en-US" altLang="zh-CN" sz="2400">
                <a:effectLst/>
                <a:latin typeface="华文中宋" panose="02010600040101010101" pitchFamily="2" charset="-122"/>
                <a:ea typeface="华文中宋" panose="02010600040101010101" pitchFamily="2" charset="-122"/>
              </a:rPr>
              <a:t>.ppt</a:t>
            </a:r>
            <a:endParaRPr lang="en-US" altLang="zh-CN">
              <a:latin typeface="华文中宋" panose="02010600040101010101" pitchFamily="2" charset="-122"/>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36A6982-A17D-56E6-C13D-785D707D248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1A68DBE-8A26-7245-ACF1-FDB5697E88A5}" type="slidenum">
              <a:rPr lang="en-US" altLang="zh-CN">
                <a:latin typeface="Arial" panose="020B0604020202020204" pitchFamily="34" charset="0"/>
              </a:rPr>
              <a:pPr/>
              <a:t>11</a:t>
            </a:fld>
            <a:endParaRPr lang="en-US" altLang="zh-CN">
              <a:latin typeface="Arial" panose="020B0604020202020204" pitchFamily="34" charset="0"/>
            </a:endParaRPr>
          </a:p>
        </p:txBody>
      </p:sp>
      <p:sp>
        <p:nvSpPr>
          <p:cNvPr id="451586" name="Rectangle 2">
            <a:extLst>
              <a:ext uri="{FF2B5EF4-FFF2-40B4-BE49-F238E27FC236}">
                <a16:creationId xmlns:a16="http://schemas.microsoft.com/office/drawing/2014/main" id="{1A3109C9-6D84-7A52-C308-BA14C0450025}"/>
              </a:ext>
            </a:extLst>
          </p:cNvPr>
          <p:cNvSpPr>
            <a:spLocks noGrp="1" noRot="1" noChangeArrowheads="1"/>
          </p:cNvSpPr>
          <p:nvPr>
            <p:ph type="title"/>
          </p:nvPr>
        </p:nvSpPr>
        <p:spPr/>
        <p:txBody>
          <a:bodyPr/>
          <a:lstStyle/>
          <a:p>
            <a:pPr eaLnBrk="1" hangingPunct="1">
              <a:defRPr/>
            </a:pPr>
            <a:r>
              <a:rPr lang="en-US" altLang="zh-CN"/>
              <a:t>1.</a:t>
            </a:r>
            <a:r>
              <a:rPr lang="zh-CN" altLang="en-US"/>
              <a:t>文件的概念</a:t>
            </a:r>
            <a:r>
              <a:rPr lang="en-US" altLang="zh-CN"/>
              <a:t>—</a:t>
            </a:r>
            <a:r>
              <a:rPr lang="zh-CN" altLang="en-US"/>
              <a:t>文件名</a:t>
            </a:r>
          </a:p>
        </p:txBody>
      </p:sp>
      <p:sp>
        <p:nvSpPr>
          <p:cNvPr id="451587" name="Rectangle 3">
            <a:extLst>
              <a:ext uri="{FF2B5EF4-FFF2-40B4-BE49-F238E27FC236}">
                <a16:creationId xmlns:a16="http://schemas.microsoft.com/office/drawing/2014/main" id="{A70280E0-E810-8DD0-A36F-A9DC3F6C38CF}"/>
              </a:ext>
            </a:extLst>
          </p:cNvPr>
          <p:cNvSpPr>
            <a:spLocks noGrp="1" noRot="1" noChangeArrowheads="1"/>
          </p:cNvSpPr>
          <p:nvPr>
            <p:ph type="body" idx="1"/>
          </p:nvPr>
        </p:nvSpPr>
        <p:spPr>
          <a:xfrm>
            <a:off x="457200" y="1905000"/>
            <a:ext cx="8229600" cy="4619625"/>
          </a:xfrm>
        </p:spPr>
        <p:txBody>
          <a:bodyPr/>
          <a:lstStyle/>
          <a:p>
            <a:pPr algn="just" eaLnBrk="1" hangingPunct="1">
              <a:lnSpc>
                <a:spcPct val="80000"/>
              </a:lnSpc>
            </a:pPr>
            <a:r>
              <a:rPr lang="en-US" altLang="zh-CN" sz="2800">
                <a:solidFill>
                  <a:schemeClr val="hlink"/>
                </a:solidFill>
              </a:rPr>
              <a:t>UNIX</a:t>
            </a:r>
            <a:r>
              <a:rPr lang="zh-CN" altLang="en-US" sz="2800">
                <a:solidFill>
                  <a:schemeClr val="hlink"/>
                </a:solidFill>
              </a:rPr>
              <a:t>系统中的文件名：</a:t>
            </a:r>
          </a:p>
          <a:p>
            <a:pPr algn="just" eaLnBrk="1" hangingPunct="1">
              <a:lnSpc>
                <a:spcPct val="80000"/>
              </a:lnSpc>
              <a:buFont typeface="Wingdings" pitchFamily="2" charset="2"/>
              <a:buNone/>
            </a:pPr>
            <a:r>
              <a:rPr lang="zh-CN" altLang="en-US" sz="2400">
                <a:latin typeface="华文中宋" panose="02010600040101010101" pitchFamily="2" charset="-122"/>
                <a:ea typeface="华文中宋" panose="02010600040101010101" pitchFamily="2" charset="-122"/>
              </a:rPr>
              <a:t>文件名是一个不大于</a:t>
            </a:r>
            <a:r>
              <a:rPr lang="en-US" altLang="zh-CN" sz="2400">
                <a:latin typeface="华文中宋" panose="02010600040101010101" pitchFamily="2" charset="-122"/>
                <a:ea typeface="华文中宋" panose="02010600040101010101" pitchFamily="2" charset="-122"/>
              </a:rPr>
              <a:t>14</a:t>
            </a:r>
            <a:r>
              <a:rPr lang="zh-CN" altLang="en-US" sz="2400">
                <a:latin typeface="华文中宋" panose="02010600040101010101" pitchFamily="2" charset="-122"/>
                <a:ea typeface="华文中宋" panose="02010600040101010101" pitchFamily="2" charset="-122"/>
              </a:rPr>
              <a:t>个字符的字符串。并且区分英文</a:t>
            </a:r>
          </a:p>
          <a:p>
            <a:pPr algn="just" eaLnBrk="1" hangingPunct="1">
              <a:lnSpc>
                <a:spcPct val="80000"/>
              </a:lnSpc>
              <a:buFont typeface="Wingdings" pitchFamily="2" charset="2"/>
              <a:buNone/>
            </a:pPr>
            <a:r>
              <a:rPr lang="zh-CN" altLang="en-US" sz="2400">
                <a:latin typeface="华文中宋" panose="02010600040101010101" pitchFamily="2" charset="-122"/>
                <a:ea typeface="华文中宋" panose="02010600040101010101" pitchFamily="2" charset="-122"/>
              </a:rPr>
              <a:t>字母的大小写。</a:t>
            </a:r>
          </a:p>
          <a:p>
            <a:pPr algn="just" eaLnBrk="1" hangingPunct="1">
              <a:lnSpc>
                <a:spcPct val="80000"/>
              </a:lnSpc>
              <a:buFont typeface="Wingdings" pitchFamily="2" charset="2"/>
              <a:buNone/>
            </a:pPr>
            <a:r>
              <a:rPr lang="zh-CN" altLang="en-US" sz="2400"/>
              <a:t>例如：</a:t>
            </a:r>
            <a:r>
              <a:rPr lang="en-US" altLang="zh-CN" sz="2400"/>
              <a:t>unix   linux ll.c      a .out      aa     AA </a:t>
            </a:r>
          </a:p>
          <a:p>
            <a:pPr algn="just" eaLnBrk="1" hangingPunct="1">
              <a:lnSpc>
                <a:spcPct val="80000"/>
              </a:lnSpc>
            </a:pPr>
            <a:r>
              <a:rPr lang="zh-CN" altLang="en-US" sz="2800">
                <a:solidFill>
                  <a:schemeClr val="hlink"/>
                </a:solidFill>
              </a:rPr>
              <a:t>注意：</a:t>
            </a:r>
            <a:r>
              <a:rPr lang="zh-CN" altLang="en-US" sz="2800">
                <a:solidFill>
                  <a:srgbClr val="FF3399"/>
                </a:solidFill>
              </a:rPr>
              <a:t>在</a:t>
            </a:r>
            <a:r>
              <a:rPr lang="en-US" altLang="zh-CN" sz="2800">
                <a:solidFill>
                  <a:srgbClr val="FF3399"/>
                </a:solidFill>
              </a:rPr>
              <a:t>UNIX</a:t>
            </a:r>
            <a:r>
              <a:rPr lang="zh-CN" altLang="en-US" sz="2800">
                <a:solidFill>
                  <a:srgbClr val="FF3399"/>
                </a:solidFill>
              </a:rPr>
              <a:t>系统中文件名就是一个字符串，没有文件名和文件扩展名之分</a:t>
            </a:r>
            <a:r>
              <a:rPr lang="zh-CN" altLang="en-US" sz="2800"/>
              <a:t>，文件的类型由用户命名时确定。</a:t>
            </a:r>
          </a:p>
          <a:p>
            <a:pPr algn="just" eaLnBrk="1" hangingPunct="1">
              <a:lnSpc>
                <a:spcPct val="80000"/>
              </a:lnSpc>
              <a:buFont typeface="Wingdings" pitchFamily="2" charset="2"/>
              <a:buNone/>
            </a:pPr>
            <a:r>
              <a:rPr lang="zh-CN" altLang="en-US" sz="2400">
                <a:latin typeface="隶书" pitchFamily="49" charset="-122"/>
              </a:rPr>
              <a:t>  例如：</a:t>
            </a:r>
            <a:r>
              <a:rPr lang="en-US" altLang="zh-CN" sz="2400">
                <a:solidFill>
                  <a:schemeClr val="hlink"/>
                </a:solidFill>
                <a:latin typeface="隶书" pitchFamily="49" charset="-122"/>
              </a:rPr>
              <a:t>li.c</a:t>
            </a:r>
            <a:r>
              <a:rPr lang="zh-CN" altLang="en-US" sz="2400">
                <a:solidFill>
                  <a:schemeClr val="hlink"/>
                </a:solidFill>
                <a:latin typeface="隶书" pitchFamily="49" charset="-122"/>
              </a:rPr>
              <a:t>，</a:t>
            </a:r>
            <a:r>
              <a:rPr lang="en-US" altLang="zh-CN" sz="2400">
                <a:solidFill>
                  <a:schemeClr val="hlink"/>
                </a:solidFill>
                <a:latin typeface="隶书" pitchFamily="49" charset="-122"/>
              </a:rPr>
              <a:t>UNIX</a:t>
            </a:r>
            <a:r>
              <a:rPr lang="zh-CN" altLang="en-US" sz="2400">
                <a:latin typeface="隶书" pitchFamily="49" charset="-122"/>
              </a:rPr>
              <a:t>系统认为这个文件名的长度是</a:t>
            </a:r>
            <a:r>
              <a:rPr lang="en-US" altLang="zh-CN" sz="2400">
                <a:latin typeface="隶书" pitchFamily="49" charset="-122"/>
              </a:rPr>
              <a:t>4</a:t>
            </a:r>
            <a:r>
              <a:rPr lang="zh-CN" altLang="en-US" sz="2400">
                <a:latin typeface="隶书" pitchFamily="49" charset="-122"/>
              </a:rPr>
              <a:t>个字符。</a:t>
            </a:r>
          </a:p>
          <a:p>
            <a:pPr algn="just" eaLnBrk="1" hangingPunct="1">
              <a:lnSpc>
                <a:spcPct val="80000"/>
              </a:lnSpc>
            </a:pPr>
            <a:r>
              <a:rPr lang="zh-CN" altLang="en-US" sz="2400">
                <a:latin typeface="华文中宋" panose="02010600040101010101" pitchFamily="2" charset="-122"/>
                <a:ea typeface="华文中宋" panose="02010600040101010101" pitchFamily="2" charset="-122"/>
              </a:rPr>
              <a:t>而在</a:t>
            </a:r>
            <a:r>
              <a:rPr lang="en-US" altLang="zh-CN" sz="2400">
                <a:latin typeface="华文中宋" panose="02010600040101010101" pitchFamily="2" charset="-122"/>
                <a:ea typeface="华文中宋" panose="02010600040101010101" pitchFamily="2" charset="-122"/>
              </a:rPr>
              <a:t>DOS</a:t>
            </a: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WINDOWS</a:t>
            </a:r>
            <a:r>
              <a:rPr lang="zh-CN" altLang="en-US" sz="2400">
                <a:latin typeface="华文中宋" panose="02010600040101010101" pitchFamily="2" charset="-122"/>
                <a:ea typeface="华文中宋" panose="02010600040101010101" pitchFamily="2" charset="-122"/>
              </a:rPr>
              <a:t>系统中则解释这个文件名，</a:t>
            </a:r>
            <a:r>
              <a:rPr lang="en-US" altLang="zh-CN" sz="2400">
                <a:solidFill>
                  <a:schemeClr val="tx2"/>
                </a:solidFill>
                <a:latin typeface="华文中宋" panose="02010600040101010101" pitchFamily="2" charset="-122"/>
                <a:ea typeface="华文中宋" panose="02010600040101010101" pitchFamily="2" charset="-122"/>
              </a:rPr>
              <a:t>li</a:t>
            </a:r>
            <a:r>
              <a:rPr lang="zh-CN" altLang="en-US" sz="2400">
                <a:solidFill>
                  <a:schemeClr val="tx2"/>
                </a:solidFill>
                <a:latin typeface="华文中宋" panose="02010600040101010101" pitchFamily="2" charset="-122"/>
                <a:ea typeface="华文中宋" panose="02010600040101010101" pitchFamily="2" charset="-122"/>
              </a:rPr>
              <a:t>是文件名，</a:t>
            </a:r>
            <a:r>
              <a:rPr lang="en-US" altLang="zh-CN" sz="2400">
                <a:solidFill>
                  <a:schemeClr val="tx2"/>
                </a:solidFill>
                <a:latin typeface="华文中宋" panose="02010600040101010101" pitchFamily="2" charset="-122"/>
                <a:ea typeface="华文中宋" panose="02010600040101010101" pitchFamily="2" charset="-122"/>
              </a:rPr>
              <a:t>c</a:t>
            </a:r>
            <a:r>
              <a:rPr lang="zh-CN" altLang="en-US" sz="2400">
                <a:solidFill>
                  <a:schemeClr val="tx2"/>
                </a:solidFill>
                <a:latin typeface="华文中宋" panose="02010600040101010101" pitchFamily="2" charset="-122"/>
                <a:ea typeface="华文中宋" panose="02010600040101010101" pitchFamily="2" charset="-122"/>
              </a:rPr>
              <a:t>是文件扩展名，表示该文件是一个</a:t>
            </a:r>
            <a:r>
              <a:rPr lang="en-US" altLang="zh-CN" sz="2400">
                <a:solidFill>
                  <a:schemeClr val="tx2"/>
                </a:solidFill>
                <a:latin typeface="华文中宋" panose="02010600040101010101" pitchFamily="2" charset="-122"/>
                <a:ea typeface="华文中宋" panose="02010600040101010101" pitchFamily="2" charset="-122"/>
              </a:rPr>
              <a:t>C</a:t>
            </a:r>
            <a:r>
              <a:rPr lang="zh-CN" altLang="en-US" sz="2400">
                <a:solidFill>
                  <a:schemeClr val="tx2"/>
                </a:solidFill>
                <a:latin typeface="华文中宋" panose="02010600040101010101" pitchFamily="2" charset="-122"/>
                <a:ea typeface="华文中宋" panose="02010600040101010101" pitchFamily="2" charset="-122"/>
              </a:rPr>
              <a:t>语言的源程序文件，而</a:t>
            </a:r>
            <a:r>
              <a:rPr lang="en-US" altLang="zh-CN" sz="2400">
                <a:solidFill>
                  <a:schemeClr val="tx2"/>
                </a:solidFill>
                <a:latin typeface="华文中宋" panose="02010600040101010101" pitchFamily="2" charset="-122"/>
                <a:ea typeface="华文中宋" panose="02010600040101010101" pitchFamily="2" charset="-122"/>
              </a:rPr>
              <a:t>·</a:t>
            </a:r>
            <a:r>
              <a:rPr lang="zh-CN" altLang="en-US" sz="2400">
                <a:solidFill>
                  <a:schemeClr val="tx2"/>
                </a:solidFill>
                <a:latin typeface="华文中宋" panose="02010600040101010101" pitchFamily="2" charset="-122"/>
                <a:ea typeface="华文中宋" panose="02010600040101010101" pitchFamily="2" charset="-122"/>
              </a:rPr>
              <a:t>是文件名和文件扩展名的分隔符。</a:t>
            </a:r>
          </a:p>
          <a:p>
            <a:pPr eaLnBrk="1" hangingPunct="1">
              <a:lnSpc>
                <a:spcPct val="80000"/>
              </a:lnSpc>
            </a:pPr>
            <a:endParaRPr lang="en-US" altLang="zh-CN" sz="2000">
              <a:solidFill>
                <a:schemeClr val="tx2"/>
              </a:solidFill>
              <a:latin typeface="华文中宋" panose="02010600040101010101" pitchFamily="2" charset="-122"/>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0F0566F-81D9-CBC2-D3A6-B8072B0AEFF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9D94A05-7A9E-F241-B296-EDB4A000E1A6}" type="slidenum">
              <a:rPr lang="en-US" altLang="zh-CN">
                <a:latin typeface="Arial" panose="020B0604020202020204" pitchFamily="34" charset="0"/>
              </a:rPr>
              <a:pPr/>
              <a:t>12</a:t>
            </a:fld>
            <a:endParaRPr lang="en-US" altLang="zh-CN">
              <a:latin typeface="Arial" panose="020B0604020202020204" pitchFamily="34" charset="0"/>
            </a:endParaRPr>
          </a:p>
        </p:txBody>
      </p:sp>
      <p:sp>
        <p:nvSpPr>
          <p:cNvPr id="452610" name="Rectangle 2">
            <a:extLst>
              <a:ext uri="{FF2B5EF4-FFF2-40B4-BE49-F238E27FC236}">
                <a16:creationId xmlns:a16="http://schemas.microsoft.com/office/drawing/2014/main" id="{30F2148D-FA91-4606-BB41-2CF1E5C3BB3A}"/>
              </a:ext>
            </a:extLst>
          </p:cNvPr>
          <p:cNvSpPr>
            <a:spLocks noGrp="1" noRot="1" noChangeArrowheads="1"/>
          </p:cNvSpPr>
          <p:nvPr>
            <p:ph type="title"/>
          </p:nvPr>
        </p:nvSpPr>
        <p:spPr/>
        <p:txBody>
          <a:bodyPr/>
          <a:lstStyle/>
          <a:p>
            <a:pPr eaLnBrk="1" hangingPunct="1"/>
            <a:r>
              <a:rPr lang="en-US" altLang="zh-CN"/>
              <a:t>2.</a:t>
            </a:r>
            <a:r>
              <a:rPr lang="zh-CN" altLang="en-US"/>
              <a:t>文件系统的概念</a:t>
            </a:r>
          </a:p>
        </p:txBody>
      </p:sp>
      <p:sp>
        <p:nvSpPr>
          <p:cNvPr id="452611" name="Rectangle 3">
            <a:extLst>
              <a:ext uri="{FF2B5EF4-FFF2-40B4-BE49-F238E27FC236}">
                <a16:creationId xmlns:a16="http://schemas.microsoft.com/office/drawing/2014/main" id="{9028AF91-7ECF-20B5-060A-16726FD2DC64}"/>
              </a:ext>
            </a:extLst>
          </p:cNvPr>
          <p:cNvSpPr>
            <a:spLocks noGrp="1" noRot="1" noChangeArrowheads="1"/>
          </p:cNvSpPr>
          <p:nvPr>
            <p:ph type="body" idx="1"/>
          </p:nvPr>
        </p:nvSpPr>
        <p:spPr/>
        <p:txBody>
          <a:bodyPr/>
          <a:lstStyle/>
          <a:p>
            <a:pPr eaLnBrk="1" hangingPunct="1"/>
            <a:r>
              <a:rPr lang="zh-CN" altLang="en-US"/>
              <a:t>操作系统中与管理文件有关的软件和数据称为文件系统。</a:t>
            </a:r>
          </a:p>
          <a:p>
            <a:pPr eaLnBrk="1" hangingPunct="1"/>
            <a:r>
              <a:rPr lang="zh-CN" altLang="en-US"/>
              <a:t>从系统的角度看：文件系统是一个负责文件存储空间管理的机构。</a:t>
            </a:r>
          </a:p>
          <a:p>
            <a:pPr eaLnBrk="1" hangingPunct="1"/>
            <a:r>
              <a:rPr lang="zh-CN" altLang="en-US"/>
              <a:t>从用户的角度看：文件系统是用户在计算机上存储信息和使用信息的接口。</a:t>
            </a:r>
          </a:p>
        </p:txBody>
      </p:sp>
    </p:spTree>
  </p:cSld>
  <p:clrMapOvr>
    <a:masterClrMapping/>
  </p:clrMapOvr>
  <p:transition spd="med">
    <p:random/>
    <p:sndAc>
      <p:stSnd>
        <p:snd r:embed="rId2" name="camera.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2B17C93-0F85-1FEF-29EE-DB3F0FF3DA4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8E82ADC-4C5B-4C44-9A1D-EF002E52DB5A}" type="slidenum">
              <a:rPr lang="en-US" altLang="zh-CN">
                <a:latin typeface="Arial" panose="020B0604020202020204" pitchFamily="34" charset="0"/>
              </a:rPr>
              <a:pPr/>
              <a:t>13</a:t>
            </a:fld>
            <a:endParaRPr lang="en-US" altLang="zh-CN">
              <a:latin typeface="Arial" panose="020B0604020202020204" pitchFamily="34" charset="0"/>
            </a:endParaRPr>
          </a:p>
        </p:txBody>
      </p:sp>
      <p:sp>
        <p:nvSpPr>
          <p:cNvPr id="453634" name="Rectangle 2">
            <a:extLst>
              <a:ext uri="{FF2B5EF4-FFF2-40B4-BE49-F238E27FC236}">
                <a16:creationId xmlns:a16="http://schemas.microsoft.com/office/drawing/2014/main" id="{69E2C228-90B3-9E39-DC86-8E1253AE153C}"/>
              </a:ext>
            </a:extLst>
          </p:cNvPr>
          <p:cNvSpPr>
            <a:spLocks noGrp="1" noRot="1" noChangeArrowheads="1"/>
          </p:cNvSpPr>
          <p:nvPr>
            <p:ph type="title"/>
          </p:nvPr>
        </p:nvSpPr>
        <p:spPr/>
        <p:txBody>
          <a:bodyPr/>
          <a:lstStyle/>
          <a:p>
            <a:pPr eaLnBrk="1" hangingPunct="1"/>
            <a:r>
              <a:rPr lang="en-US" altLang="zh-CN"/>
              <a:t>2.</a:t>
            </a:r>
            <a:r>
              <a:rPr lang="zh-CN" altLang="en-US"/>
              <a:t>文件系统的概念</a:t>
            </a:r>
            <a:r>
              <a:rPr lang="en-US" altLang="zh-CN"/>
              <a:t>—</a:t>
            </a:r>
            <a:r>
              <a:rPr lang="zh-CN" altLang="en-US"/>
              <a:t>功能 </a:t>
            </a:r>
          </a:p>
        </p:txBody>
      </p:sp>
      <p:sp>
        <p:nvSpPr>
          <p:cNvPr id="453635" name="Rectangle 3">
            <a:extLst>
              <a:ext uri="{FF2B5EF4-FFF2-40B4-BE49-F238E27FC236}">
                <a16:creationId xmlns:a16="http://schemas.microsoft.com/office/drawing/2014/main" id="{DD50287D-FC8C-994C-C04A-63652C14BC44}"/>
              </a:ext>
            </a:extLst>
          </p:cNvPr>
          <p:cNvSpPr>
            <a:spLocks noGrp="1" noRot="1" noChangeArrowheads="1"/>
          </p:cNvSpPr>
          <p:nvPr>
            <p:ph type="body" idx="1"/>
          </p:nvPr>
        </p:nvSpPr>
        <p:spPr>
          <a:xfrm>
            <a:off x="468313" y="1773238"/>
            <a:ext cx="8218487" cy="4548187"/>
          </a:xfrm>
        </p:spPr>
        <p:txBody>
          <a:bodyPr/>
          <a:lstStyle/>
          <a:p>
            <a:pPr eaLnBrk="1" hangingPunct="1">
              <a:lnSpc>
                <a:spcPct val="90000"/>
              </a:lnSpc>
            </a:pPr>
            <a:r>
              <a:rPr lang="zh-CN" altLang="en-US"/>
              <a:t>文件系统的功能：</a:t>
            </a:r>
          </a:p>
          <a:p>
            <a:pPr lvl="1" eaLnBrk="1" hangingPunct="1">
              <a:lnSpc>
                <a:spcPct val="90000"/>
              </a:lnSpc>
            </a:pPr>
            <a:r>
              <a:rPr lang="zh-CN" altLang="en-US">
                <a:solidFill>
                  <a:schemeClr val="tx2"/>
                </a:solidFill>
              </a:rPr>
              <a:t>对磁盘空间进行统一的管理：</a:t>
            </a:r>
            <a:r>
              <a:rPr lang="zh-CN" altLang="en-US"/>
              <a:t>在用户创建文件时为其分配空闲区，在用户删除或修改某个文件时，回收和调整存储区。</a:t>
            </a:r>
          </a:p>
          <a:p>
            <a:pPr lvl="1" eaLnBrk="1" hangingPunct="1">
              <a:lnSpc>
                <a:spcPct val="90000"/>
              </a:lnSpc>
            </a:pPr>
            <a:r>
              <a:rPr lang="zh-CN" altLang="en-US">
                <a:solidFill>
                  <a:schemeClr val="tx2"/>
                </a:solidFill>
              </a:rPr>
              <a:t>对文件实现按名存取：</a:t>
            </a:r>
            <a:r>
              <a:rPr lang="zh-CN" altLang="en-US"/>
              <a:t>建立一个用户可见的逻辑结构，让用户按文件逻辑结构进行信息存取和加工。</a:t>
            </a:r>
          </a:p>
          <a:p>
            <a:pPr lvl="1" eaLnBrk="1" hangingPunct="1">
              <a:lnSpc>
                <a:spcPct val="90000"/>
              </a:lnSpc>
            </a:pPr>
            <a:r>
              <a:rPr lang="zh-CN" altLang="en-US">
                <a:solidFill>
                  <a:schemeClr val="tx2"/>
                </a:solidFill>
              </a:rPr>
              <a:t>建立文件的物理结构，便于存放和加工信息。</a:t>
            </a:r>
          </a:p>
          <a:p>
            <a:pPr lvl="1" eaLnBrk="1" hangingPunct="1">
              <a:lnSpc>
                <a:spcPct val="90000"/>
              </a:lnSpc>
            </a:pPr>
            <a:r>
              <a:rPr lang="zh-CN" altLang="en-US">
                <a:solidFill>
                  <a:schemeClr val="tx2"/>
                </a:solidFill>
              </a:rPr>
              <a:t>完成对存放在存储设备上的文件信息的查找。</a:t>
            </a:r>
          </a:p>
          <a:p>
            <a:pPr lvl="1" eaLnBrk="1" hangingPunct="1">
              <a:lnSpc>
                <a:spcPct val="90000"/>
              </a:lnSpc>
            </a:pPr>
            <a:r>
              <a:rPr lang="zh-CN" altLang="en-US">
                <a:solidFill>
                  <a:schemeClr val="tx2"/>
                </a:solidFill>
              </a:rPr>
              <a:t>提供文件的共享和保护功能。</a:t>
            </a:r>
          </a:p>
        </p:txBody>
      </p:sp>
    </p:spTree>
  </p:cSld>
  <p:clrMapOvr>
    <a:masterClrMapping/>
  </p:clrMapOvr>
  <p:transition spd="med">
    <p:random/>
    <p:sndAc>
      <p:stSnd>
        <p:snd r:embed="rId2"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5B537DF-3862-2208-7478-697B55611C2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F107AFA-25CD-8F4C-8092-6D9555D4C10C}" type="slidenum">
              <a:rPr lang="en-US" altLang="zh-CN">
                <a:latin typeface="Arial" panose="020B0604020202020204" pitchFamily="34" charset="0"/>
              </a:rPr>
              <a:pPr/>
              <a:t>14</a:t>
            </a:fld>
            <a:endParaRPr lang="en-US" altLang="zh-CN">
              <a:latin typeface="Arial" panose="020B0604020202020204" pitchFamily="34" charset="0"/>
            </a:endParaRPr>
          </a:p>
        </p:txBody>
      </p:sp>
      <p:sp>
        <p:nvSpPr>
          <p:cNvPr id="454658" name="Rectangle 2">
            <a:extLst>
              <a:ext uri="{FF2B5EF4-FFF2-40B4-BE49-F238E27FC236}">
                <a16:creationId xmlns:a16="http://schemas.microsoft.com/office/drawing/2014/main" id="{8E463146-C3A7-88B2-9B58-6E866ADDE20C}"/>
              </a:ext>
            </a:extLst>
          </p:cNvPr>
          <p:cNvSpPr>
            <a:spLocks noGrp="1" noRot="1" noChangeArrowheads="1"/>
          </p:cNvSpPr>
          <p:nvPr>
            <p:ph type="title"/>
          </p:nvPr>
        </p:nvSpPr>
        <p:spPr/>
        <p:txBody>
          <a:bodyPr/>
          <a:lstStyle/>
          <a:p>
            <a:pPr eaLnBrk="1" hangingPunct="1"/>
            <a:r>
              <a:rPr lang="en-US" altLang="zh-CN"/>
              <a:t>2.</a:t>
            </a:r>
            <a:r>
              <a:rPr lang="zh-CN" altLang="en-US"/>
              <a:t>文件系统的概念</a:t>
            </a:r>
            <a:r>
              <a:rPr lang="en-US" altLang="zh-CN"/>
              <a:t>—</a:t>
            </a:r>
            <a:r>
              <a:rPr lang="zh-CN" altLang="en-US"/>
              <a:t>特点</a:t>
            </a:r>
          </a:p>
        </p:txBody>
      </p:sp>
      <p:sp>
        <p:nvSpPr>
          <p:cNvPr id="454659" name="Rectangle 3">
            <a:extLst>
              <a:ext uri="{FF2B5EF4-FFF2-40B4-BE49-F238E27FC236}">
                <a16:creationId xmlns:a16="http://schemas.microsoft.com/office/drawing/2014/main" id="{4F2318AF-8C0F-38A0-0BCC-2004E9930CA4}"/>
              </a:ext>
            </a:extLst>
          </p:cNvPr>
          <p:cNvSpPr>
            <a:spLocks noGrp="1" noRot="1" noChangeArrowheads="1"/>
          </p:cNvSpPr>
          <p:nvPr>
            <p:ph type="body" idx="1"/>
          </p:nvPr>
        </p:nvSpPr>
        <p:spPr/>
        <p:txBody>
          <a:bodyPr/>
          <a:lstStyle/>
          <a:p>
            <a:pPr eaLnBrk="1" hangingPunct="1"/>
            <a:r>
              <a:rPr lang="zh-CN" altLang="en-US"/>
              <a:t>文件系统的特点：</a:t>
            </a:r>
          </a:p>
          <a:p>
            <a:pPr lvl="1" eaLnBrk="1" hangingPunct="1"/>
            <a:r>
              <a:rPr lang="zh-CN" altLang="en-US"/>
              <a:t>友好的用户接口，用户只对文件进行操作，而不管文件结构和存放的物理位置。</a:t>
            </a:r>
          </a:p>
          <a:p>
            <a:pPr lvl="1" eaLnBrk="1" hangingPunct="1"/>
            <a:r>
              <a:rPr lang="zh-CN" altLang="en-US"/>
              <a:t>对文件按名存取，对用户透明。</a:t>
            </a:r>
          </a:p>
          <a:p>
            <a:pPr lvl="1" eaLnBrk="1" hangingPunct="1"/>
            <a:r>
              <a:rPr lang="zh-CN" altLang="en-US"/>
              <a:t>某些文件可以被多个用户或进程共享。</a:t>
            </a:r>
          </a:p>
          <a:p>
            <a:pPr lvl="1" eaLnBrk="1" hangingPunct="1"/>
            <a:r>
              <a:rPr lang="zh-CN" altLang="en-US"/>
              <a:t>可存储大量信息。</a:t>
            </a:r>
          </a:p>
        </p:txBody>
      </p:sp>
    </p:spTree>
  </p:cSld>
  <p:clrMapOvr>
    <a:masterClrMapping/>
  </p:clrMapOvr>
  <p:transition spd="med">
    <p:random/>
    <p:sndAc>
      <p:stSnd>
        <p:snd r:embed="rId2"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10AAB62-2F0F-F649-E0F8-898BD8D1F84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9CE5FB2-824B-9443-B898-0F27491C88DD}" type="slidenum">
              <a:rPr lang="en-US" altLang="zh-CN">
                <a:latin typeface="Arial" panose="020B0604020202020204" pitchFamily="34" charset="0"/>
              </a:rPr>
              <a:pPr/>
              <a:t>15</a:t>
            </a:fld>
            <a:endParaRPr lang="en-US" altLang="zh-CN">
              <a:latin typeface="Arial" panose="020B0604020202020204" pitchFamily="34" charset="0"/>
            </a:endParaRPr>
          </a:p>
        </p:txBody>
      </p:sp>
      <p:sp>
        <p:nvSpPr>
          <p:cNvPr id="455682" name="Rectangle 2">
            <a:extLst>
              <a:ext uri="{FF2B5EF4-FFF2-40B4-BE49-F238E27FC236}">
                <a16:creationId xmlns:a16="http://schemas.microsoft.com/office/drawing/2014/main" id="{F5B1996B-7ED9-FD0A-F816-51E89F75E9BD}"/>
              </a:ext>
            </a:extLst>
          </p:cNvPr>
          <p:cNvSpPr>
            <a:spLocks noGrp="1" noRot="1" noChangeArrowheads="1"/>
          </p:cNvSpPr>
          <p:nvPr>
            <p:ph type="title"/>
          </p:nvPr>
        </p:nvSpPr>
        <p:spPr/>
        <p:txBody>
          <a:bodyPr/>
          <a:lstStyle/>
          <a:p>
            <a:pPr eaLnBrk="1" hangingPunct="1"/>
            <a:r>
              <a:rPr lang="en-US" altLang="zh-CN"/>
              <a:t>3.</a:t>
            </a:r>
            <a:r>
              <a:rPr lang="zh-CN" altLang="en-US"/>
              <a:t>文件的分类</a:t>
            </a:r>
          </a:p>
        </p:txBody>
      </p:sp>
      <p:sp>
        <p:nvSpPr>
          <p:cNvPr id="455683" name="Rectangle 3">
            <a:extLst>
              <a:ext uri="{FF2B5EF4-FFF2-40B4-BE49-F238E27FC236}">
                <a16:creationId xmlns:a16="http://schemas.microsoft.com/office/drawing/2014/main" id="{52FEEA93-53D7-8C56-3520-997788A3EFD8}"/>
              </a:ext>
            </a:extLst>
          </p:cNvPr>
          <p:cNvSpPr>
            <a:spLocks noGrp="1" noRot="1" noChangeArrowheads="1"/>
          </p:cNvSpPr>
          <p:nvPr>
            <p:ph type="body" idx="1"/>
          </p:nvPr>
        </p:nvSpPr>
        <p:spPr/>
        <p:txBody>
          <a:bodyPr/>
          <a:lstStyle/>
          <a:p>
            <a:pPr eaLnBrk="1" hangingPunct="1"/>
            <a:r>
              <a:rPr lang="zh-CN" altLang="en-US" sz="2800"/>
              <a:t>按照文件的性质和用途可分为三类：</a:t>
            </a:r>
          </a:p>
          <a:p>
            <a:pPr lvl="1" eaLnBrk="1" hangingPunct="1"/>
            <a:r>
              <a:rPr lang="zh-CN" altLang="en-US" sz="2400">
                <a:solidFill>
                  <a:schemeClr val="tx2"/>
                </a:solidFill>
              </a:rPr>
              <a:t>系统文件：</a:t>
            </a:r>
            <a:r>
              <a:rPr lang="zh-CN" altLang="en-US" sz="2400"/>
              <a:t>只允许用户通过系统调用来执行，不允许对其进行读写和修改。主要由</a:t>
            </a:r>
            <a:r>
              <a:rPr lang="en-US" altLang="zh-CN" sz="2400"/>
              <a:t>OS</a:t>
            </a:r>
            <a:r>
              <a:rPr lang="zh-CN" altLang="en-US" sz="2400"/>
              <a:t>内核和各种系统应用文件和数据组成。</a:t>
            </a:r>
          </a:p>
          <a:p>
            <a:pPr lvl="1" eaLnBrk="1" hangingPunct="1"/>
            <a:r>
              <a:rPr lang="zh-CN" altLang="en-US" sz="2400">
                <a:solidFill>
                  <a:schemeClr val="tx2"/>
                </a:solidFill>
              </a:rPr>
              <a:t>库文件：</a:t>
            </a:r>
            <a:r>
              <a:rPr lang="zh-CN" altLang="en-US" sz="2400"/>
              <a:t>允许用户进行读取、执行，但不允许修改。主要由各种标准子程序库组成。</a:t>
            </a:r>
          </a:p>
          <a:p>
            <a:pPr lvl="1" eaLnBrk="1" hangingPunct="1"/>
            <a:r>
              <a:rPr lang="zh-CN" altLang="en-US" sz="2400">
                <a:solidFill>
                  <a:schemeClr val="tx2"/>
                </a:solidFill>
              </a:rPr>
              <a:t>用户文件：</a:t>
            </a:r>
            <a:r>
              <a:rPr lang="zh-CN" altLang="en-US" sz="2400"/>
              <a:t>是用户委托系统保存的文件，只有文件的所有者或所有者授权的用户才能使用，主要由源程序、目标程序和用户数据库等组成。</a:t>
            </a:r>
          </a:p>
        </p:txBody>
      </p:sp>
    </p:spTree>
  </p:cSld>
  <p:clrMapOvr>
    <a:masterClrMapping/>
  </p:clrMapOvr>
  <p:transition spd="med">
    <p:random/>
    <p:sndAc>
      <p:stSnd>
        <p:snd r:embed="rId2"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247668C-3F74-F38C-35CD-6495DB812D0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5FD764A-1F40-3F4B-AB11-34B1FBC7751D}" type="slidenum">
              <a:rPr lang="en-US" altLang="zh-CN">
                <a:latin typeface="Arial" panose="020B0604020202020204" pitchFamily="34" charset="0"/>
              </a:rPr>
              <a:pPr/>
              <a:t>16</a:t>
            </a:fld>
            <a:endParaRPr lang="en-US" altLang="zh-CN">
              <a:latin typeface="Arial" panose="020B0604020202020204" pitchFamily="34" charset="0"/>
            </a:endParaRPr>
          </a:p>
        </p:txBody>
      </p:sp>
      <p:sp>
        <p:nvSpPr>
          <p:cNvPr id="456706" name="Rectangle 2">
            <a:extLst>
              <a:ext uri="{FF2B5EF4-FFF2-40B4-BE49-F238E27FC236}">
                <a16:creationId xmlns:a16="http://schemas.microsoft.com/office/drawing/2014/main" id="{3E5F7E80-2DC7-40A8-D76A-80F2D0427C24}"/>
              </a:ext>
            </a:extLst>
          </p:cNvPr>
          <p:cNvSpPr>
            <a:spLocks noGrp="1" noRot="1" noChangeArrowheads="1"/>
          </p:cNvSpPr>
          <p:nvPr>
            <p:ph type="title"/>
          </p:nvPr>
        </p:nvSpPr>
        <p:spPr/>
        <p:txBody>
          <a:bodyPr/>
          <a:lstStyle/>
          <a:p>
            <a:pPr eaLnBrk="1" hangingPunct="1"/>
            <a:r>
              <a:rPr lang="en-US" altLang="zh-CN"/>
              <a:t>3.</a:t>
            </a:r>
            <a:r>
              <a:rPr lang="zh-CN" altLang="en-US"/>
              <a:t>文件的分类（续）</a:t>
            </a:r>
          </a:p>
        </p:txBody>
      </p:sp>
      <p:sp>
        <p:nvSpPr>
          <p:cNvPr id="456707" name="Rectangle 3">
            <a:extLst>
              <a:ext uri="{FF2B5EF4-FFF2-40B4-BE49-F238E27FC236}">
                <a16:creationId xmlns:a16="http://schemas.microsoft.com/office/drawing/2014/main" id="{23788D92-272F-DD82-BD11-9320392826E0}"/>
              </a:ext>
            </a:extLst>
          </p:cNvPr>
          <p:cNvSpPr>
            <a:spLocks noGrp="1" noRot="1" noChangeArrowheads="1"/>
          </p:cNvSpPr>
          <p:nvPr>
            <p:ph type="body" idx="1"/>
          </p:nvPr>
        </p:nvSpPr>
        <p:spPr/>
        <p:txBody>
          <a:bodyPr/>
          <a:lstStyle/>
          <a:p>
            <a:pPr eaLnBrk="1" hangingPunct="1">
              <a:lnSpc>
                <a:spcPct val="90000"/>
              </a:lnSpc>
            </a:pPr>
            <a:r>
              <a:rPr lang="zh-CN" altLang="en-US" sz="2800"/>
              <a:t>按组织形式分为：</a:t>
            </a:r>
          </a:p>
          <a:p>
            <a:pPr lvl="1" eaLnBrk="1" hangingPunct="1">
              <a:lnSpc>
                <a:spcPct val="90000"/>
              </a:lnSpc>
            </a:pPr>
            <a:r>
              <a:rPr lang="zh-CN" altLang="en-US" sz="2400">
                <a:solidFill>
                  <a:schemeClr val="tx2"/>
                </a:solidFill>
              </a:rPr>
              <a:t>普通文件：</a:t>
            </a:r>
            <a:r>
              <a:rPr lang="zh-CN" altLang="en-US" sz="2400"/>
              <a:t>主要是指组织格式为系统中所规定的最一般格式的文件，如字符流文件。既包括系统文件，也包括用户文件和库文件、实用程序文件等。</a:t>
            </a:r>
          </a:p>
          <a:p>
            <a:pPr lvl="1" eaLnBrk="1" hangingPunct="1">
              <a:lnSpc>
                <a:spcPct val="90000"/>
              </a:lnSpc>
            </a:pPr>
            <a:r>
              <a:rPr lang="zh-CN" altLang="en-US" sz="2400">
                <a:solidFill>
                  <a:schemeClr val="tx2"/>
                </a:solidFill>
              </a:rPr>
              <a:t>目录文件：</a:t>
            </a:r>
            <a:r>
              <a:rPr lang="zh-CN" altLang="en-US" sz="2400"/>
              <a:t>是指由目录信息构成的特殊文件。该文件的内容不是各种程序和数据，而是用来检索普通文件的目录信息。</a:t>
            </a:r>
          </a:p>
          <a:p>
            <a:pPr lvl="1" eaLnBrk="1" hangingPunct="1">
              <a:lnSpc>
                <a:spcPct val="90000"/>
              </a:lnSpc>
            </a:pPr>
            <a:r>
              <a:rPr lang="zh-CN" altLang="en-US" sz="2400">
                <a:solidFill>
                  <a:schemeClr val="tx2"/>
                </a:solidFill>
              </a:rPr>
              <a:t>特殊文件：</a:t>
            </a:r>
            <a:r>
              <a:rPr lang="zh-CN" altLang="en-US" sz="2400"/>
              <a:t>在</a:t>
            </a:r>
            <a:r>
              <a:rPr lang="en-US" altLang="zh-CN" sz="2400"/>
              <a:t>NUIX</a:t>
            </a:r>
            <a:r>
              <a:rPr lang="zh-CN" altLang="en-US" sz="2400"/>
              <a:t>系统中，所有的</a:t>
            </a:r>
            <a:r>
              <a:rPr lang="en-US" altLang="zh-CN" sz="2400"/>
              <a:t>I/O</a:t>
            </a:r>
            <a:r>
              <a:rPr lang="zh-CN" altLang="en-US" sz="2400"/>
              <a:t>设备都被看作是特殊文件。在使用形式上与普通文件相同，但特殊文件的使用是和设备处理程序紧密相连的。系统必须把对特殊文件的操作转为对不同设备的操作。</a:t>
            </a:r>
          </a:p>
          <a:p>
            <a:pPr eaLnBrk="1" hangingPunct="1">
              <a:lnSpc>
                <a:spcPct val="90000"/>
              </a:lnSpc>
            </a:pPr>
            <a:endParaRPr lang="en-US" altLang="zh-CN" sz="2800"/>
          </a:p>
        </p:txBody>
      </p:sp>
    </p:spTree>
  </p:cSld>
  <p:clrMapOvr>
    <a:masterClrMapping/>
  </p:clrMapOvr>
  <p:transition spd="med">
    <p:random/>
    <p:sndAc>
      <p:stSnd>
        <p:snd r:embed="rId2"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1CBFF31-D6E8-52F5-63DD-46C76BE30C7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8E21EEA-C5D1-E646-9A4E-94E3294FD0FC}" type="slidenum">
              <a:rPr lang="en-US" altLang="zh-CN">
                <a:latin typeface="Arial" panose="020B0604020202020204" pitchFamily="34" charset="0"/>
              </a:rPr>
              <a:pPr/>
              <a:t>17</a:t>
            </a:fld>
            <a:endParaRPr lang="en-US" altLang="zh-CN">
              <a:latin typeface="Arial" panose="020B0604020202020204" pitchFamily="34" charset="0"/>
            </a:endParaRPr>
          </a:p>
        </p:txBody>
      </p:sp>
      <p:sp>
        <p:nvSpPr>
          <p:cNvPr id="457730" name="Rectangle 2">
            <a:extLst>
              <a:ext uri="{FF2B5EF4-FFF2-40B4-BE49-F238E27FC236}">
                <a16:creationId xmlns:a16="http://schemas.microsoft.com/office/drawing/2014/main" id="{06F3E28A-BAE9-31E1-0545-A33ADCA82053}"/>
              </a:ext>
            </a:extLst>
          </p:cNvPr>
          <p:cNvSpPr>
            <a:spLocks noGrp="1" noRot="1" noChangeArrowheads="1"/>
          </p:cNvSpPr>
          <p:nvPr>
            <p:ph type="title"/>
          </p:nvPr>
        </p:nvSpPr>
        <p:spPr/>
        <p:txBody>
          <a:bodyPr/>
          <a:lstStyle/>
          <a:p>
            <a:pPr eaLnBrk="1" hangingPunct="1"/>
            <a:r>
              <a:rPr lang="en-US" altLang="zh-CN"/>
              <a:t>3.</a:t>
            </a:r>
            <a:r>
              <a:rPr lang="zh-CN" altLang="en-US"/>
              <a:t>文件的分类（续）</a:t>
            </a:r>
          </a:p>
        </p:txBody>
      </p:sp>
      <p:sp>
        <p:nvSpPr>
          <p:cNvPr id="457731" name="Rectangle 3">
            <a:extLst>
              <a:ext uri="{FF2B5EF4-FFF2-40B4-BE49-F238E27FC236}">
                <a16:creationId xmlns:a16="http://schemas.microsoft.com/office/drawing/2014/main" id="{05A23F86-2AB0-CE59-FE4B-616672B1FFFE}"/>
              </a:ext>
            </a:extLst>
          </p:cNvPr>
          <p:cNvSpPr>
            <a:spLocks noGrp="1" noRot="1" noChangeArrowheads="1"/>
          </p:cNvSpPr>
          <p:nvPr>
            <p:ph type="body" idx="1"/>
          </p:nvPr>
        </p:nvSpPr>
        <p:spPr/>
        <p:txBody>
          <a:bodyPr/>
          <a:lstStyle/>
          <a:p>
            <a:pPr eaLnBrk="1" hangingPunct="1"/>
            <a:r>
              <a:rPr lang="zh-CN" altLang="en-US" sz="2800"/>
              <a:t>按文件的信息流向分为：</a:t>
            </a:r>
          </a:p>
          <a:p>
            <a:pPr lvl="1" eaLnBrk="1" hangingPunct="1"/>
            <a:r>
              <a:rPr lang="zh-CN" altLang="en-US" sz="2400"/>
              <a:t>输入文件</a:t>
            </a:r>
          </a:p>
          <a:p>
            <a:pPr lvl="1" eaLnBrk="1" hangingPunct="1"/>
            <a:r>
              <a:rPr lang="zh-CN" altLang="en-US" sz="2400"/>
              <a:t>输出文件</a:t>
            </a:r>
          </a:p>
          <a:p>
            <a:pPr lvl="1" eaLnBrk="1" hangingPunct="1"/>
            <a:r>
              <a:rPr lang="zh-CN" altLang="en-US" sz="2400"/>
              <a:t>输入</a:t>
            </a:r>
            <a:r>
              <a:rPr lang="en-US" altLang="zh-CN" sz="2400"/>
              <a:t>/</a:t>
            </a:r>
            <a:r>
              <a:rPr lang="zh-CN" altLang="en-US" sz="2400"/>
              <a:t>输出文件</a:t>
            </a:r>
          </a:p>
          <a:p>
            <a:pPr eaLnBrk="1" hangingPunct="1"/>
            <a:r>
              <a:rPr lang="zh-CN" altLang="en-US" sz="2800"/>
              <a:t>按文件的保护级别分为：</a:t>
            </a:r>
          </a:p>
          <a:p>
            <a:pPr lvl="1" eaLnBrk="1" hangingPunct="1"/>
            <a:r>
              <a:rPr lang="zh-CN" altLang="en-US" sz="2400"/>
              <a:t>只读文件</a:t>
            </a:r>
          </a:p>
          <a:p>
            <a:pPr lvl="1" eaLnBrk="1" hangingPunct="1"/>
            <a:r>
              <a:rPr lang="zh-CN" altLang="en-US" sz="2400"/>
              <a:t>读写文件</a:t>
            </a:r>
          </a:p>
          <a:p>
            <a:pPr lvl="1" eaLnBrk="1" hangingPunct="1"/>
            <a:r>
              <a:rPr lang="zh-CN" altLang="en-US" sz="2400"/>
              <a:t>可执行文件</a:t>
            </a:r>
          </a:p>
          <a:p>
            <a:pPr lvl="1" eaLnBrk="1" hangingPunct="1"/>
            <a:r>
              <a:rPr lang="zh-CN" altLang="en-US" sz="2400"/>
              <a:t>非保护文件</a:t>
            </a:r>
          </a:p>
        </p:txBody>
      </p:sp>
    </p:spTree>
  </p:cSld>
  <p:clrMapOvr>
    <a:masterClrMapping/>
  </p:clrMapOvr>
  <p:transition spd="med">
    <p:random/>
    <p:sndAc>
      <p:stSnd>
        <p:snd r:embed="rId2"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AE8BEA6-4E7D-C1A5-00EF-09D18C319C4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44DA10D-62ED-3C45-A270-DD9612CADFB0}" type="slidenum">
              <a:rPr lang="en-US" altLang="zh-CN">
                <a:latin typeface="Arial" panose="020B0604020202020204" pitchFamily="34" charset="0"/>
              </a:rPr>
              <a:pPr/>
              <a:t>18</a:t>
            </a:fld>
            <a:endParaRPr lang="en-US" altLang="zh-CN">
              <a:latin typeface="Arial" panose="020B0604020202020204" pitchFamily="34" charset="0"/>
            </a:endParaRPr>
          </a:p>
        </p:txBody>
      </p:sp>
      <p:sp>
        <p:nvSpPr>
          <p:cNvPr id="458754" name="Rectangle 2">
            <a:extLst>
              <a:ext uri="{FF2B5EF4-FFF2-40B4-BE49-F238E27FC236}">
                <a16:creationId xmlns:a16="http://schemas.microsoft.com/office/drawing/2014/main" id="{7794CFF1-B675-630E-5A36-C1B1C4896A3A}"/>
              </a:ext>
            </a:extLst>
          </p:cNvPr>
          <p:cNvSpPr>
            <a:spLocks noGrp="1" noRot="1" noChangeArrowheads="1"/>
          </p:cNvSpPr>
          <p:nvPr>
            <p:ph type="title"/>
          </p:nvPr>
        </p:nvSpPr>
        <p:spPr>
          <a:xfrm>
            <a:off x="1547813" y="0"/>
            <a:ext cx="7210425" cy="1384300"/>
          </a:xfrm>
        </p:spPr>
        <p:txBody>
          <a:bodyPr/>
          <a:lstStyle/>
          <a:p>
            <a:pPr eaLnBrk="1" hangingPunct="1"/>
            <a:r>
              <a:rPr lang="en-US" altLang="zh-CN" sz="4000" dirty="0"/>
              <a:t>5.2 </a:t>
            </a:r>
            <a:r>
              <a:rPr lang="zh-CN" altLang="en-US" sz="4000" dirty="0"/>
              <a:t>文件的逻辑结构与存取方法</a:t>
            </a:r>
            <a:br>
              <a:rPr lang="zh-CN" altLang="en-US" sz="4000" dirty="0"/>
            </a:br>
            <a:r>
              <a:rPr lang="zh-CN" altLang="en-US" sz="4000" dirty="0"/>
              <a:t> </a:t>
            </a:r>
            <a:r>
              <a:rPr lang="en-US" altLang="zh-CN" sz="4000" dirty="0"/>
              <a:t>5.2.1 </a:t>
            </a:r>
            <a:r>
              <a:rPr lang="zh-CN" altLang="en-US" sz="4000" dirty="0"/>
              <a:t>逻辑结构</a:t>
            </a:r>
          </a:p>
        </p:txBody>
      </p:sp>
      <p:sp>
        <p:nvSpPr>
          <p:cNvPr id="458755" name="Rectangle 3">
            <a:extLst>
              <a:ext uri="{FF2B5EF4-FFF2-40B4-BE49-F238E27FC236}">
                <a16:creationId xmlns:a16="http://schemas.microsoft.com/office/drawing/2014/main" id="{015740E6-318C-E5AF-CFC6-AB6D74BDE1D9}"/>
              </a:ext>
            </a:extLst>
          </p:cNvPr>
          <p:cNvSpPr>
            <a:spLocks noGrp="1" noRot="1" noChangeArrowheads="1"/>
          </p:cNvSpPr>
          <p:nvPr>
            <p:ph type="body" idx="1"/>
          </p:nvPr>
        </p:nvSpPr>
        <p:spPr/>
        <p:txBody>
          <a:bodyPr/>
          <a:lstStyle/>
          <a:p>
            <a:pPr eaLnBrk="1" hangingPunct="1"/>
            <a:r>
              <a:rPr lang="zh-CN" altLang="en-US"/>
              <a:t>文件的逻辑结构是用户可见结构。</a:t>
            </a:r>
          </a:p>
          <a:p>
            <a:pPr eaLnBrk="1" hangingPunct="1"/>
            <a:r>
              <a:rPr lang="zh-CN" altLang="en-US"/>
              <a:t>文件的逻辑结构分为：</a:t>
            </a:r>
          </a:p>
          <a:p>
            <a:pPr lvl="1" eaLnBrk="1" hangingPunct="1"/>
            <a:r>
              <a:rPr lang="zh-CN" altLang="en-US"/>
              <a:t>字符流式的无结构文件</a:t>
            </a:r>
          </a:p>
          <a:p>
            <a:pPr lvl="1" eaLnBrk="1" hangingPunct="1"/>
            <a:r>
              <a:rPr lang="zh-CN" altLang="en-US"/>
              <a:t>记录式的有结构文件</a:t>
            </a:r>
          </a:p>
          <a:p>
            <a:pPr eaLnBrk="1" hangingPunct="1"/>
            <a:endParaRPr lang="en-US" altLang="zh-CN"/>
          </a:p>
        </p:txBody>
      </p:sp>
    </p:spTree>
  </p:cSld>
  <p:clrMapOvr>
    <a:masterClrMapping/>
  </p:clrMapOvr>
  <p:transition spd="med">
    <p:random/>
    <p:sndAc>
      <p:stSnd>
        <p:snd r:embed="rId2" name="camera.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B0B8EA5-E7F6-EFAD-57EF-F084DFF59BD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7B06DFA-D80C-C246-8E9A-6DEEFFA5148F}" type="slidenum">
              <a:rPr lang="en-US" altLang="zh-CN">
                <a:latin typeface="Arial" panose="020B0604020202020204" pitchFamily="34" charset="0"/>
              </a:rPr>
              <a:pPr/>
              <a:t>19</a:t>
            </a:fld>
            <a:endParaRPr lang="en-US" altLang="zh-CN">
              <a:latin typeface="Arial" panose="020B0604020202020204" pitchFamily="34" charset="0"/>
            </a:endParaRPr>
          </a:p>
        </p:txBody>
      </p:sp>
      <p:sp>
        <p:nvSpPr>
          <p:cNvPr id="459778" name="Rectangle 2">
            <a:extLst>
              <a:ext uri="{FF2B5EF4-FFF2-40B4-BE49-F238E27FC236}">
                <a16:creationId xmlns:a16="http://schemas.microsoft.com/office/drawing/2014/main" id="{3F0F7126-3441-C29E-D4E6-6F793393BDDB}"/>
              </a:ext>
            </a:extLst>
          </p:cNvPr>
          <p:cNvSpPr>
            <a:spLocks noGrp="1" noRot="1" noChangeArrowheads="1"/>
          </p:cNvSpPr>
          <p:nvPr>
            <p:ph type="title"/>
          </p:nvPr>
        </p:nvSpPr>
        <p:spPr/>
        <p:txBody>
          <a:bodyPr/>
          <a:lstStyle/>
          <a:p>
            <a:pPr eaLnBrk="1" hangingPunct="1"/>
            <a:r>
              <a:rPr lang="en-US" altLang="zh-CN" dirty="0"/>
              <a:t>5.2.1 </a:t>
            </a:r>
            <a:r>
              <a:rPr lang="zh-CN" altLang="en-US" dirty="0"/>
              <a:t>逻辑结构</a:t>
            </a:r>
          </a:p>
        </p:txBody>
      </p:sp>
      <p:sp>
        <p:nvSpPr>
          <p:cNvPr id="459779" name="Rectangle 3">
            <a:extLst>
              <a:ext uri="{FF2B5EF4-FFF2-40B4-BE49-F238E27FC236}">
                <a16:creationId xmlns:a16="http://schemas.microsoft.com/office/drawing/2014/main" id="{BD3832DF-5DC6-3DA2-F857-89C6751BBBD7}"/>
              </a:ext>
            </a:extLst>
          </p:cNvPr>
          <p:cNvSpPr>
            <a:spLocks noGrp="1" noRot="1" noChangeArrowheads="1"/>
          </p:cNvSpPr>
          <p:nvPr>
            <p:ph type="body" idx="1"/>
          </p:nvPr>
        </p:nvSpPr>
        <p:spPr/>
        <p:txBody>
          <a:bodyPr/>
          <a:lstStyle/>
          <a:p>
            <a:pPr eaLnBrk="1" hangingPunct="1">
              <a:lnSpc>
                <a:spcPct val="90000"/>
              </a:lnSpc>
            </a:pPr>
            <a:r>
              <a:rPr lang="zh-CN" altLang="en-US"/>
              <a:t>选取文件的逻辑结构应遵循如下原则：</a:t>
            </a:r>
          </a:p>
          <a:p>
            <a:pPr lvl="1" eaLnBrk="1" hangingPunct="1">
              <a:lnSpc>
                <a:spcPct val="90000"/>
              </a:lnSpc>
            </a:pPr>
            <a:r>
              <a:rPr lang="zh-CN" altLang="en-US"/>
              <a:t>（</a:t>
            </a:r>
            <a:r>
              <a:rPr lang="en-US" altLang="zh-CN"/>
              <a:t>1</a:t>
            </a:r>
            <a:r>
              <a:rPr lang="zh-CN" altLang="en-US"/>
              <a:t>）当用户对文件信息进行修改操作时，给定的逻辑结构能尽量减少对已存储好的文件信息的变动。</a:t>
            </a:r>
          </a:p>
          <a:p>
            <a:pPr lvl="1" eaLnBrk="1" hangingPunct="1">
              <a:lnSpc>
                <a:spcPct val="90000"/>
              </a:lnSpc>
            </a:pPr>
            <a:r>
              <a:rPr lang="zh-CN" altLang="en-US"/>
              <a:t>（</a:t>
            </a:r>
            <a:r>
              <a:rPr lang="en-US" altLang="zh-CN"/>
              <a:t>2</a:t>
            </a:r>
            <a:r>
              <a:rPr lang="zh-CN" altLang="en-US"/>
              <a:t>）当用户需要对文件信息进行操作时，给定的逻辑结构应使文件系统在尽可能短的时间内查找到需要查找的记录或基本信息单位。</a:t>
            </a:r>
          </a:p>
          <a:p>
            <a:pPr lvl="1" eaLnBrk="1" hangingPunct="1">
              <a:lnSpc>
                <a:spcPct val="90000"/>
              </a:lnSpc>
            </a:pPr>
            <a:r>
              <a:rPr lang="zh-CN" altLang="en-US"/>
              <a:t>（</a:t>
            </a:r>
            <a:r>
              <a:rPr lang="en-US" altLang="zh-CN"/>
              <a:t>3</a:t>
            </a:r>
            <a:r>
              <a:rPr lang="zh-CN" altLang="en-US"/>
              <a:t>）应使文件信息占据最小的存储空间。</a:t>
            </a:r>
          </a:p>
          <a:p>
            <a:pPr lvl="1" eaLnBrk="1" hangingPunct="1">
              <a:lnSpc>
                <a:spcPct val="90000"/>
              </a:lnSpc>
            </a:pPr>
            <a:r>
              <a:rPr lang="zh-CN" altLang="en-US"/>
              <a:t>（</a:t>
            </a:r>
            <a:r>
              <a:rPr lang="en-US" altLang="zh-CN"/>
              <a:t>4</a:t>
            </a:r>
            <a:r>
              <a:rPr lang="zh-CN" altLang="en-US"/>
              <a:t>）应是便于用户进行操作的。</a:t>
            </a:r>
          </a:p>
        </p:txBody>
      </p:sp>
    </p:spTree>
  </p:cSld>
  <p:clrMapOvr>
    <a:masterClrMapping/>
  </p:clrMapOvr>
  <p:transition spd="med">
    <p:random/>
    <p:sndAc>
      <p:stSnd>
        <p:snd r:embed="rId2" name="camera.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1C43F8A-9D7E-DDFB-B93D-0F5F4CC01C6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C827B3B-0B6D-E64C-BE1B-95A4AF27531C}" type="slidenum">
              <a:rPr lang="en-US" altLang="zh-CN">
                <a:latin typeface="Arial" panose="020B0604020202020204" pitchFamily="34" charset="0"/>
              </a:rPr>
              <a:pPr/>
              <a:t>20</a:t>
            </a:fld>
            <a:endParaRPr lang="en-US" altLang="zh-CN">
              <a:latin typeface="Arial" panose="020B0604020202020204" pitchFamily="34" charset="0"/>
            </a:endParaRPr>
          </a:p>
        </p:txBody>
      </p:sp>
      <p:sp>
        <p:nvSpPr>
          <p:cNvPr id="460802" name="Rectangle 2">
            <a:extLst>
              <a:ext uri="{FF2B5EF4-FFF2-40B4-BE49-F238E27FC236}">
                <a16:creationId xmlns:a16="http://schemas.microsoft.com/office/drawing/2014/main" id="{411FC622-573D-9AAC-7994-64A3D018A31F}"/>
              </a:ext>
            </a:extLst>
          </p:cNvPr>
          <p:cNvSpPr>
            <a:spLocks noGrp="1" noRot="1" noChangeArrowheads="1"/>
          </p:cNvSpPr>
          <p:nvPr>
            <p:ph type="title"/>
          </p:nvPr>
        </p:nvSpPr>
        <p:spPr/>
        <p:txBody>
          <a:bodyPr/>
          <a:lstStyle/>
          <a:p>
            <a:pPr eaLnBrk="1" hangingPunct="1">
              <a:defRPr/>
            </a:pPr>
            <a:r>
              <a:rPr lang="en-US" altLang="zh-CN"/>
              <a:t>1.</a:t>
            </a:r>
            <a:r>
              <a:rPr lang="zh-CN" altLang="en-US"/>
              <a:t>流式文件的特点</a:t>
            </a:r>
          </a:p>
        </p:txBody>
      </p:sp>
      <p:sp>
        <p:nvSpPr>
          <p:cNvPr id="460803" name="Rectangle 3">
            <a:extLst>
              <a:ext uri="{FF2B5EF4-FFF2-40B4-BE49-F238E27FC236}">
                <a16:creationId xmlns:a16="http://schemas.microsoft.com/office/drawing/2014/main" id="{3A5AC267-BDAC-513C-A405-34D74967D1C6}"/>
              </a:ext>
            </a:extLst>
          </p:cNvPr>
          <p:cNvSpPr>
            <a:spLocks noGrp="1" noRot="1" noChangeArrowheads="1"/>
          </p:cNvSpPr>
          <p:nvPr>
            <p:ph type="body" idx="1"/>
          </p:nvPr>
        </p:nvSpPr>
        <p:spPr/>
        <p:txBody>
          <a:bodyPr/>
          <a:lstStyle/>
          <a:p>
            <a:pPr eaLnBrk="1" hangingPunct="1"/>
            <a:r>
              <a:rPr lang="zh-CN" altLang="en-US"/>
              <a:t>查找文件中的信息较困难</a:t>
            </a:r>
          </a:p>
          <a:p>
            <a:pPr eaLnBrk="1" hangingPunct="1"/>
            <a:r>
              <a:rPr lang="zh-CN" altLang="en-US"/>
              <a:t>管理简单</a:t>
            </a:r>
          </a:p>
          <a:p>
            <a:pPr eaLnBrk="1" hangingPunct="1"/>
            <a:r>
              <a:rPr lang="zh-CN" altLang="en-US"/>
              <a:t>操作方便</a:t>
            </a:r>
          </a:p>
          <a:p>
            <a:pPr eaLnBrk="1" hangingPunct="1"/>
            <a:r>
              <a:rPr lang="zh-CN" altLang="en-US"/>
              <a:t>适用于对基本信息单位操作不多的文件，如源程序、目标代码文件等。</a:t>
            </a:r>
          </a:p>
        </p:txBody>
      </p:sp>
    </p:spTree>
  </p:cSld>
  <p:clrMapOvr>
    <a:masterClrMapping/>
  </p:clrMapOvr>
  <p:transition spd="med">
    <p:random/>
    <p:sndAc>
      <p:stSnd>
        <p:snd r:embed="rId2" name="camera.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5A9E794-DC11-7A5D-2185-E330BDB97D9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F5343DA-5EBF-D143-B7D3-D17E2723A643}" type="slidenum">
              <a:rPr lang="en-US" altLang="zh-CN">
                <a:latin typeface="Arial" panose="020B0604020202020204" pitchFamily="34" charset="0"/>
              </a:rPr>
              <a:pPr/>
              <a:t>21</a:t>
            </a:fld>
            <a:endParaRPr lang="en-US" altLang="zh-CN">
              <a:latin typeface="Arial" panose="020B0604020202020204" pitchFamily="34" charset="0"/>
            </a:endParaRPr>
          </a:p>
        </p:txBody>
      </p:sp>
      <p:sp>
        <p:nvSpPr>
          <p:cNvPr id="461826" name="Rectangle 2">
            <a:extLst>
              <a:ext uri="{FF2B5EF4-FFF2-40B4-BE49-F238E27FC236}">
                <a16:creationId xmlns:a16="http://schemas.microsoft.com/office/drawing/2014/main" id="{B19A38B6-66AE-B5B8-350D-B4013FE27098}"/>
              </a:ext>
            </a:extLst>
          </p:cNvPr>
          <p:cNvSpPr>
            <a:spLocks noGrp="1" noRot="1" noChangeArrowheads="1"/>
          </p:cNvSpPr>
          <p:nvPr>
            <p:ph type="title"/>
          </p:nvPr>
        </p:nvSpPr>
        <p:spPr/>
        <p:txBody>
          <a:bodyPr/>
          <a:lstStyle/>
          <a:p>
            <a:pPr eaLnBrk="1" hangingPunct="1"/>
            <a:r>
              <a:rPr lang="en-US" altLang="zh-CN"/>
              <a:t>2. </a:t>
            </a:r>
            <a:r>
              <a:rPr lang="zh-CN" altLang="en-US"/>
              <a:t>记录式文件</a:t>
            </a:r>
          </a:p>
        </p:txBody>
      </p:sp>
      <p:sp>
        <p:nvSpPr>
          <p:cNvPr id="461827" name="Rectangle 3">
            <a:extLst>
              <a:ext uri="{FF2B5EF4-FFF2-40B4-BE49-F238E27FC236}">
                <a16:creationId xmlns:a16="http://schemas.microsoft.com/office/drawing/2014/main" id="{28E27F83-F022-3029-828D-89C5238A44CA}"/>
              </a:ext>
            </a:extLst>
          </p:cNvPr>
          <p:cNvSpPr>
            <a:spLocks noGrp="1" noRot="1" noChangeArrowheads="1"/>
          </p:cNvSpPr>
          <p:nvPr>
            <p:ph type="body" idx="1"/>
          </p:nvPr>
        </p:nvSpPr>
        <p:spPr/>
        <p:txBody>
          <a:bodyPr/>
          <a:lstStyle/>
          <a:p>
            <a:pPr eaLnBrk="1" hangingPunct="1"/>
            <a:r>
              <a:rPr lang="zh-CN" altLang="en-US"/>
              <a:t>记录式文件可以把文件中的记录按各种不同的方式排列，构成不同的逻辑结构，以便用户对文件中的记录进行</a:t>
            </a:r>
            <a:r>
              <a:rPr lang="zh-CN" altLang="en-US">
                <a:solidFill>
                  <a:schemeClr val="hlink"/>
                </a:solidFill>
              </a:rPr>
              <a:t>修改、追加、查找</a:t>
            </a:r>
            <a:r>
              <a:rPr lang="zh-CN" altLang="en-US">
                <a:solidFill>
                  <a:schemeClr val="tx2"/>
                </a:solidFill>
              </a:rPr>
              <a:t>和</a:t>
            </a:r>
            <a:r>
              <a:rPr lang="zh-CN" altLang="en-US">
                <a:solidFill>
                  <a:schemeClr val="hlink"/>
                </a:solidFill>
              </a:rPr>
              <a:t>管理</a:t>
            </a:r>
            <a:r>
              <a:rPr lang="zh-CN" altLang="en-US"/>
              <a:t>等操作。</a:t>
            </a:r>
          </a:p>
          <a:p>
            <a:pPr eaLnBrk="1" hangingPunct="1"/>
            <a:r>
              <a:rPr lang="zh-CN" altLang="en-US"/>
              <a:t>记录是一个具有特定意义的信息单位，它由该记录在文件中的逻辑地址（相对位置）与记录名所对应的一组</a:t>
            </a:r>
            <a:r>
              <a:rPr lang="zh-CN" altLang="en-US">
                <a:solidFill>
                  <a:schemeClr val="hlink"/>
                </a:solidFill>
              </a:rPr>
              <a:t>键</a:t>
            </a:r>
            <a:r>
              <a:rPr lang="zh-CN" altLang="en-US"/>
              <a:t>、</a:t>
            </a:r>
            <a:r>
              <a:rPr lang="zh-CN" altLang="en-US">
                <a:solidFill>
                  <a:schemeClr val="hlink"/>
                </a:solidFill>
              </a:rPr>
              <a:t>属性</a:t>
            </a:r>
            <a:r>
              <a:rPr lang="zh-CN" altLang="en-US"/>
              <a:t>及其</a:t>
            </a:r>
            <a:r>
              <a:rPr lang="zh-CN" altLang="en-US">
                <a:solidFill>
                  <a:schemeClr val="hlink"/>
                </a:solidFill>
              </a:rPr>
              <a:t>属性值</a:t>
            </a:r>
            <a:r>
              <a:rPr lang="zh-CN" altLang="en-US"/>
              <a:t>所组成。</a:t>
            </a:r>
          </a:p>
        </p:txBody>
      </p:sp>
    </p:spTree>
  </p:cSld>
  <p:clrMapOvr>
    <a:masterClrMapping/>
  </p:clrMapOvr>
  <p:transition spd="med">
    <p:random/>
    <p:sndAc>
      <p:stSnd>
        <p:snd r:embed="rId2"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a:extLst>
              <a:ext uri="{FF2B5EF4-FFF2-40B4-BE49-F238E27FC236}">
                <a16:creationId xmlns:a16="http://schemas.microsoft.com/office/drawing/2014/main" id="{497BA5EF-47FC-5018-3CC9-04ABBB19DE4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CB09CDA-A32F-7A47-B6B9-540ADE9F4CD0}" type="slidenum">
              <a:rPr lang="en-US" altLang="zh-CN">
                <a:latin typeface="Arial" panose="020B0604020202020204" pitchFamily="34" charset="0"/>
              </a:rPr>
              <a:pPr/>
              <a:t>22</a:t>
            </a:fld>
            <a:endParaRPr lang="en-US" altLang="zh-CN">
              <a:latin typeface="Arial" panose="020B0604020202020204" pitchFamily="34" charset="0"/>
            </a:endParaRPr>
          </a:p>
        </p:txBody>
      </p:sp>
      <p:sp>
        <p:nvSpPr>
          <p:cNvPr id="462850" name="Rectangle 2">
            <a:extLst>
              <a:ext uri="{FF2B5EF4-FFF2-40B4-BE49-F238E27FC236}">
                <a16:creationId xmlns:a16="http://schemas.microsoft.com/office/drawing/2014/main" id="{39FF9288-59D2-66F3-C3C9-E614BD3773D6}"/>
              </a:ext>
            </a:extLst>
          </p:cNvPr>
          <p:cNvSpPr>
            <a:spLocks noGrp="1" noRot="1" noChangeArrowheads="1"/>
          </p:cNvSpPr>
          <p:nvPr>
            <p:ph type="title"/>
          </p:nvPr>
        </p:nvSpPr>
        <p:spPr>
          <a:xfrm>
            <a:off x="1476375" y="73025"/>
            <a:ext cx="7056438" cy="628650"/>
          </a:xfrm>
        </p:spPr>
        <p:txBody>
          <a:bodyPr/>
          <a:lstStyle/>
          <a:p>
            <a:pPr eaLnBrk="1" hangingPunct="1"/>
            <a:r>
              <a:rPr lang="zh-CN" altLang="en-US" sz="4000"/>
              <a:t>记录组成示例</a:t>
            </a:r>
          </a:p>
        </p:txBody>
      </p:sp>
      <p:grpSp>
        <p:nvGrpSpPr>
          <p:cNvPr id="28677" name="Group 3">
            <a:extLst>
              <a:ext uri="{FF2B5EF4-FFF2-40B4-BE49-F238E27FC236}">
                <a16:creationId xmlns:a16="http://schemas.microsoft.com/office/drawing/2014/main" id="{6E30290A-21D0-5705-BE71-ADAD16B18091}"/>
              </a:ext>
            </a:extLst>
          </p:cNvPr>
          <p:cNvGrpSpPr>
            <a:grpSpLocks/>
          </p:cNvGrpSpPr>
          <p:nvPr/>
        </p:nvGrpSpPr>
        <p:grpSpPr bwMode="auto">
          <a:xfrm>
            <a:off x="755650" y="1557338"/>
            <a:ext cx="7272338" cy="3959225"/>
            <a:chOff x="476" y="1117"/>
            <a:chExt cx="4400" cy="2132"/>
          </a:xfrm>
        </p:grpSpPr>
        <p:sp>
          <p:nvSpPr>
            <p:cNvPr id="28678" name="Rectangle 4">
              <a:extLst>
                <a:ext uri="{FF2B5EF4-FFF2-40B4-BE49-F238E27FC236}">
                  <a16:creationId xmlns:a16="http://schemas.microsoft.com/office/drawing/2014/main" id="{F47095D1-8C58-E8C6-CC83-2AABD8D734E0}"/>
                </a:ext>
              </a:extLst>
            </p:cNvPr>
            <p:cNvSpPr>
              <a:spLocks noChangeArrowheads="1"/>
            </p:cNvSpPr>
            <p:nvPr/>
          </p:nvSpPr>
          <p:spPr bwMode="auto">
            <a:xfrm>
              <a:off x="1837" y="1480"/>
              <a:ext cx="2086" cy="3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400">
                  <a:latin typeface="华文中宋" panose="02010600040101010101" pitchFamily="2" charset="-122"/>
                  <a:ea typeface="华文中宋" panose="02010600040101010101" pitchFamily="2" charset="-122"/>
                </a:rPr>
                <a:t>姓名：</a:t>
              </a:r>
              <a:r>
                <a:rPr lang="en-US" altLang="zh-CN" sz="2400">
                  <a:latin typeface="华文中宋" panose="02010600040101010101" pitchFamily="2" charset="-122"/>
                  <a:ea typeface="华文中宋" panose="02010600040101010101" pitchFamily="2" charset="-122"/>
                </a:rPr>
                <a:t>A</a:t>
              </a:r>
            </a:p>
          </p:txBody>
        </p:sp>
        <p:sp>
          <p:nvSpPr>
            <p:cNvPr id="28679" name="Rectangle 5">
              <a:extLst>
                <a:ext uri="{FF2B5EF4-FFF2-40B4-BE49-F238E27FC236}">
                  <a16:creationId xmlns:a16="http://schemas.microsoft.com/office/drawing/2014/main" id="{7A58CDF4-BEB0-B9F9-BE98-A7FD26710122}"/>
                </a:ext>
              </a:extLst>
            </p:cNvPr>
            <p:cNvSpPr>
              <a:spLocks noChangeArrowheads="1"/>
            </p:cNvSpPr>
            <p:nvPr/>
          </p:nvSpPr>
          <p:spPr bwMode="auto">
            <a:xfrm>
              <a:off x="1837" y="1842"/>
              <a:ext cx="2086" cy="140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400">
                  <a:latin typeface="华文中宋" panose="02010600040101010101" pitchFamily="2" charset="-122"/>
                  <a:ea typeface="华文中宋" panose="02010600040101010101" pitchFamily="2" charset="-122"/>
                </a:rPr>
                <a:t>性别：男</a:t>
              </a:r>
            </a:p>
            <a:p>
              <a:pPr eaLnBrk="1" hangingPunct="1">
                <a:spcBef>
                  <a:spcPct val="0"/>
                </a:spcBef>
                <a:buClrTx/>
                <a:buFontTx/>
                <a:buNone/>
              </a:pPr>
              <a:r>
                <a:rPr lang="zh-CN" altLang="en-US" sz="2400">
                  <a:latin typeface="华文中宋" panose="02010600040101010101" pitchFamily="2" charset="-122"/>
                  <a:ea typeface="华文中宋" panose="02010600040101010101" pitchFamily="2" charset="-122"/>
                </a:rPr>
                <a:t>出生年月：</a:t>
              </a:r>
              <a:r>
                <a:rPr lang="en-US" altLang="zh-CN" sz="2400">
                  <a:latin typeface="华文中宋" panose="02010600040101010101" pitchFamily="2" charset="-122"/>
                  <a:ea typeface="华文中宋" panose="02010600040101010101" pitchFamily="2" charset="-122"/>
                </a:rPr>
                <a:t>1971</a:t>
              </a:r>
              <a:r>
                <a:rPr lang="zh-CN" altLang="en-US" sz="2400">
                  <a:latin typeface="华文中宋" panose="02010600040101010101" pitchFamily="2" charset="-122"/>
                  <a:ea typeface="华文中宋" panose="02010600040101010101" pitchFamily="2" charset="-122"/>
                </a:rPr>
                <a:t>年</a:t>
              </a:r>
              <a:r>
                <a:rPr lang="en-US" altLang="zh-CN" sz="2400">
                  <a:latin typeface="华文中宋" panose="02010600040101010101" pitchFamily="2" charset="-122"/>
                  <a:ea typeface="华文中宋" panose="02010600040101010101" pitchFamily="2" charset="-122"/>
                </a:rPr>
                <a:t>9</a:t>
              </a:r>
              <a:r>
                <a:rPr lang="zh-CN" altLang="en-US" sz="2400">
                  <a:latin typeface="华文中宋" panose="02010600040101010101" pitchFamily="2" charset="-122"/>
                  <a:ea typeface="华文中宋" panose="02010600040101010101" pitchFamily="2" charset="-122"/>
                </a:rPr>
                <a:t>月</a:t>
              </a:r>
            </a:p>
            <a:p>
              <a:pPr eaLnBrk="1" hangingPunct="1">
                <a:spcBef>
                  <a:spcPct val="0"/>
                </a:spcBef>
                <a:buClrTx/>
                <a:buFontTx/>
                <a:buNone/>
              </a:pPr>
              <a:r>
                <a:rPr lang="zh-CN" altLang="en-US" sz="2400">
                  <a:latin typeface="华文中宋" panose="02010600040101010101" pitchFamily="2" charset="-122"/>
                  <a:ea typeface="华文中宋" panose="02010600040101010101" pitchFamily="2" charset="-122"/>
                </a:rPr>
                <a:t>工资：</a:t>
              </a:r>
              <a:r>
                <a:rPr lang="en-US" altLang="zh-CN" sz="2400">
                  <a:latin typeface="华文中宋" panose="02010600040101010101" pitchFamily="2" charset="-122"/>
                  <a:ea typeface="华文中宋" panose="02010600040101010101" pitchFamily="2" charset="-122"/>
                </a:rPr>
                <a:t>77</a:t>
              </a:r>
              <a:r>
                <a:rPr lang="zh-CN" altLang="en-US" sz="2400">
                  <a:latin typeface="华文中宋" panose="02010600040101010101" pitchFamily="2" charset="-122"/>
                  <a:ea typeface="华文中宋" panose="02010600040101010101" pitchFamily="2" charset="-122"/>
                </a:rPr>
                <a:t>元</a:t>
              </a:r>
            </a:p>
            <a:p>
              <a:pPr eaLnBrk="1" hangingPunct="1">
                <a:spcBef>
                  <a:spcPct val="0"/>
                </a:spcBef>
                <a:buClrTx/>
                <a:buFontTx/>
                <a:buNone/>
              </a:pPr>
              <a:endParaRPr lang="zh-CN" altLang="en-US" sz="2400">
                <a:latin typeface="华文中宋" panose="02010600040101010101" pitchFamily="2" charset="-122"/>
                <a:ea typeface="华文中宋" panose="02010600040101010101" pitchFamily="2" charset="-122"/>
              </a:endParaRPr>
            </a:p>
            <a:p>
              <a:pPr eaLnBrk="1" hangingPunct="1">
                <a:spcBef>
                  <a:spcPct val="0"/>
                </a:spcBef>
                <a:buClrTx/>
                <a:buFontTx/>
                <a:buNone/>
              </a:pPr>
              <a:endParaRPr lang="en-US" altLang="zh-CN" sz="2400">
                <a:latin typeface="华文中宋" panose="02010600040101010101" pitchFamily="2" charset="-122"/>
                <a:ea typeface="华文中宋" panose="02010600040101010101" pitchFamily="2" charset="-122"/>
              </a:endParaRPr>
            </a:p>
          </p:txBody>
        </p:sp>
        <p:sp>
          <p:nvSpPr>
            <p:cNvPr id="28680" name="Text Box 6">
              <a:extLst>
                <a:ext uri="{FF2B5EF4-FFF2-40B4-BE49-F238E27FC236}">
                  <a16:creationId xmlns:a16="http://schemas.microsoft.com/office/drawing/2014/main" id="{D130707A-5917-E673-61B5-136633DDC488}"/>
                </a:ext>
              </a:extLst>
            </p:cNvPr>
            <p:cNvSpPr txBox="1">
              <a:spLocks noChangeArrowheads="1"/>
            </p:cNvSpPr>
            <p:nvPr/>
          </p:nvSpPr>
          <p:spPr bwMode="auto">
            <a:xfrm>
              <a:off x="1837" y="1117"/>
              <a:ext cx="907"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记录名</a:t>
              </a:r>
              <a:r>
                <a:rPr lang="en-US" altLang="zh-CN" sz="2400" b="0">
                  <a:latin typeface="Times New Roman" panose="02020603050405020304" pitchFamily="18" charset="0"/>
                  <a:ea typeface="华文中宋" panose="02010600040101010101" pitchFamily="2" charset="-122"/>
                </a:rPr>
                <a:t>R</a:t>
              </a:r>
            </a:p>
          </p:txBody>
        </p:sp>
        <p:sp>
          <p:nvSpPr>
            <p:cNvPr id="28681" name="Text Box 7">
              <a:extLst>
                <a:ext uri="{FF2B5EF4-FFF2-40B4-BE49-F238E27FC236}">
                  <a16:creationId xmlns:a16="http://schemas.microsoft.com/office/drawing/2014/main" id="{E3B1D339-B3BE-11B0-E3AB-28C081793F4C}"/>
                </a:ext>
              </a:extLst>
            </p:cNvPr>
            <p:cNvSpPr txBox="1">
              <a:spLocks noChangeArrowheads="1"/>
            </p:cNvSpPr>
            <p:nvPr/>
          </p:nvSpPr>
          <p:spPr bwMode="auto">
            <a:xfrm>
              <a:off x="930" y="1525"/>
              <a:ext cx="72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imes New Roman" panose="02020603050405020304" pitchFamily="18" charset="0"/>
                  <a:ea typeface="华文中宋" panose="02010600040101010101" pitchFamily="2" charset="-122"/>
                </a:rPr>
                <a:t>1296</a:t>
              </a:r>
              <a:r>
                <a:rPr lang="zh-CN" altLang="en-US" sz="2400" b="0">
                  <a:latin typeface="Times New Roman" panose="02020603050405020304" pitchFamily="18" charset="0"/>
                  <a:ea typeface="华文中宋" panose="02010600040101010101" pitchFamily="2" charset="-122"/>
                </a:rPr>
                <a:t>：</a:t>
              </a:r>
            </a:p>
          </p:txBody>
        </p:sp>
        <p:sp>
          <p:nvSpPr>
            <p:cNvPr id="28682" name="Text Box 8">
              <a:extLst>
                <a:ext uri="{FF2B5EF4-FFF2-40B4-BE49-F238E27FC236}">
                  <a16:creationId xmlns:a16="http://schemas.microsoft.com/office/drawing/2014/main" id="{E4D4C4E7-1FEB-A8D5-B738-B1805F828933}"/>
                </a:ext>
              </a:extLst>
            </p:cNvPr>
            <p:cNvSpPr txBox="1">
              <a:spLocks noChangeArrowheads="1"/>
            </p:cNvSpPr>
            <p:nvPr/>
          </p:nvSpPr>
          <p:spPr bwMode="auto">
            <a:xfrm>
              <a:off x="476" y="2099"/>
              <a:ext cx="907"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逻辑地址</a:t>
              </a:r>
              <a:endParaRPr lang="zh-CN" altLang="en-US" sz="2400" b="0">
                <a:latin typeface="Times New Roman" panose="02020603050405020304" pitchFamily="18" charset="0"/>
                <a:ea typeface="华文中宋" panose="02010600040101010101" pitchFamily="2" charset="-122"/>
              </a:endParaRPr>
            </a:p>
          </p:txBody>
        </p:sp>
        <p:sp>
          <p:nvSpPr>
            <p:cNvPr id="28683" name="Text Box 9">
              <a:extLst>
                <a:ext uri="{FF2B5EF4-FFF2-40B4-BE49-F238E27FC236}">
                  <a16:creationId xmlns:a16="http://schemas.microsoft.com/office/drawing/2014/main" id="{6CD475D2-F2EF-FAC5-4842-4D15159746B0}"/>
                </a:ext>
              </a:extLst>
            </p:cNvPr>
            <p:cNvSpPr txBox="1">
              <a:spLocks noChangeArrowheads="1"/>
            </p:cNvSpPr>
            <p:nvPr/>
          </p:nvSpPr>
          <p:spPr bwMode="auto">
            <a:xfrm>
              <a:off x="4332" y="1298"/>
              <a:ext cx="544"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键</a:t>
              </a:r>
              <a:endParaRPr lang="zh-CN" altLang="en-US" sz="2400" b="0">
                <a:latin typeface="Times New Roman" panose="02020603050405020304" pitchFamily="18" charset="0"/>
                <a:ea typeface="华文中宋" panose="02010600040101010101" pitchFamily="2" charset="-122"/>
              </a:endParaRPr>
            </a:p>
          </p:txBody>
        </p:sp>
        <p:sp>
          <p:nvSpPr>
            <p:cNvPr id="28684" name="Text Box 10">
              <a:extLst>
                <a:ext uri="{FF2B5EF4-FFF2-40B4-BE49-F238E27FC236}">
                  <a16:creationId xmlns:a16="http://schemas.microsoft.com/office/drawing/2014/main" id="{5833AEA4-9C4A-F78C-8133-524548F89356}"/>
                </a:ext>
              </a:extLst>
            </p:cNvPr>
            <p:cNvSpPr txBox="1">
              <a:spLocks noChangeArrowheads="1"/>
            </p:cNvSpPr>
            <p:nvPr/>
          </p:nvSpPr>
          <p:spPr bwMode="auto">
            <a:xfrm>
              <a:off x="521" y="2931"/>
              <a:ext cx="907"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属性</a:t>
              </a:r>
              <a:endParaRPr lang="zh-CN" altLang="en-US" sz="2400" b="0">
                <a:latin typeface="Times New Roman" panose="02020603050405020304" pitchFamily="18" charset="0"/>
                <a:ea typeface="华文中宋" panose="02010600040101010101" pitchFamily="2" charset="-122"/>
              </a:endParaRPr>
            </a:p>
          </p:txBody>
        </p:sp>
        <p:sp>
          <p:nvSpPr>
            <p:cNvPr id="28685" name="Text Box 11">
              <a:extLst>
                <a:ext uri="{FF2B5EF4-FFF2-40B4-BE49-F238E27FC236}">
                  <a16:creationId xmlns:a16="http://schemas.microsoft.com/office/drawing/2014/main" id="{9590BDFA-1B20-7D80-102C-7FC5BD698A0C}"/>
                </a:ext>
              </a:extLst>
            </p:cNvPr>
            <p:cNvSpPr txBox="1">
              <a:spLocks noChangeArrowheads="1"/>
            </p:cNvSpPr>
            <p:nvPr/>
          </p:nvSpPr>
          <p:spPr bwMode="auto">
            <a:xfrm>
              <a:off x="4105" y="2840"/>
              <a:ext cx="771"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属性值</a:t>
              </a:r>
              <a:endParaRPr lang="zh-CN" altLang="en-US" sz="2400" b="0">
                <a:latin typeface="Times New Roman" panose="02020603050405020304" pitchFamily="18" charset="0"/>
                <a:ea typeface="华文中宋" panose="02010600040101010101" pitchFamily="2" charset="-122"/>
              </a:endParaRPr>
            </a:p>
          </p:txBody>
        </p:sp>
        <p:sp>
          <p:nvSpPr>
            <p:cNvPr id="28686" name="Line 12">
              <a:extLst>
                <a:ext uri="{FF2B5EF4-FFF2-40B4-BE49-F238E27FC236}">
                  <a16:creationId xmlns:a16="http://schemas.microsoft.com/office/drawing/2014/main" id="{9311ABB5-FF19-6153-8249-BAF62EEF0826}"/>
                </a:ext>
              </a:extLst>
            </p:cNvPr>
            <p:cNvSpPr>
              <a:spLocks noChangeShapeType="1"/>
            </p:cNvSpPr>
            <p:nvPr/>
          </p:nvSpPr>
          <p:spPr bwMode="auto">
            <a:xfrm flipH="1">
              <a:off x="3515" y="1480"/>
              <a:ext cx="726" cy="13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7" name="Line 13">
              <a:extLst>
                <a:ext uri="{FF2B5EF4-FFF2-40B4-BE49-F238E27FC236}">
                  <a16:creationId xmlns:a16="http://schemas.microsoft.com/office/drawing/2014/main" id="{89A6B5DA-F318-BB8A-1F45-1572965E2D9C}"/>
                </a:ext>
              </a:extLst>
            </p:cNvPr>
            <p:cNvSpPr>
              <a:spLocks noChangeShapeType="1"/>
            </p:cNvSpPr>
            <p:nvPr/>
          </p:nvSpPr>
          <p:spPr bwMode="auto">
            <a:xfrm flipV="1">
              <a:off x="930" y="1797"/>
              <a:ext cx="226" cy="30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8" name="Line 14">
              <a:extLst>
                <a:ext uri="{FF2B5EF4-FFF2-40B4-BE49-F238E27FC236}">
                  <a16:creationId xmlns:a16="http://schemas.microsoft.com/office/drawing/2014/main" id="{5B37EFD4-4BA3-0F97-2421-79E2E11B0616}"/>
                </a:ext>
              </a:extLst>
            </p:cNvPr>
            <p:cNvSpPr>
              <a:spLocks noChangeShapeType="1"/>
            </p:cNvSpPr>
            <p:nvPr/>
          </p:nvSpPr>
          <p:spPr bwMode="auto">
            <a:xfrm flipV="1">
              <a:off x="975" y="2387"/>
              <a:ext cx="907" cy="72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9" name="Line 15">
              <a:extLst>
                <a:ext uri="{FF2B5EF4-FFF2-40B4-BE49-F238E27FC236}">
                  <a16:creationId xmlns:a16="http://schemas.microsoft.com/office/drawing/2014/main" id="{B84D1D9D-ADBE-8EF6-0180-68CFF23026FA}"/>
                </a:ext>
              </a:extLst>
            </p:cNvPr>
            <p:cNvSpPr>
              <a:spLocks noChangeShapeType="1"/>
            </p:cNvSpPr>
            <p:nvPr/>
          </p:nvSpPr>
          <p:spPr bwMode="auto">
            <a:xfrm flipH="1" flipV="1">
              <a:off x="3379" y="2478"/>
              <a:ext cx="680" cy="5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0" name="Line 16">
              <a:extLst>
                <a:ext uri="{FF2B5EF4-FFF2-40B4-BE49-F238E27FC236}">
                  <a16:creationId xmlns:a16="http://schemas.microsoft.com/office/drawing/2014/main" id="{D7BB753A-3B0E-59F0-746E-78D3F3705200}"/>
                </a:ext>
              </a:extLst>
            </p:cNvPr>
            <p:cNvSpPr>
              <a:spLocks noChangeShapeType="1"/>
            </p:cNvSpPr>
            <p:nvPr/>
          </p:nvSpPr>
          <p:spPr bwMode="auto">
            <a:xfrm>
              <a:off x="2789" y="2795"/>
              <a:ext cx="0" cy="27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spd="med">
    <p:random/>
    <p:sndAc>
      <p:stSnd>
        <p:snd r:embed="rId2"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42E6FB9-D70A-5CB8-1023-3D6CE15D3E8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5A145D8-A855-6E4E-8113-568F99B41613}" type="slidenum">
              <a:rPr lang="en-US" altLang="zh-CN">
                <a:latin typeface="Arial" panose="020B0604020202020204" pitchFamily="34" charset="0"/>
              </a:rPr>
              <a:pPr/>
              <a:t>23</a:t>
            </a:fld>
            <a:endParaRPr lang="en-US" altLang="zh-CN">
              <a:latin typeface="Arial" panose="020B0604020202020204" pitchFamily="34" charset="0"/>
            </a:endParaRPr>
          </a:p>
        </p:txBody>
      </p:sp>
      <p:sp>
        <p:nvSpPr>
          <p:cNvPr id="463874" name="Rectangle 2">
            <a:extLst>
              <a:ext uri="{FF2B5EF4-FFF2-40B4-BE49-F238E27FC236}">
                <a16:creationId xmlns:a16="http://schemas.microsoft.com/office/drawing/2014/main" id="{27EFFABD-007B-BD97-D946-0E5CB14D1488}"/>
              </a:ext>
            </a:extLst>
          </p:cNvPr>
          <p:cNvSpPr>
            <a:spLocks noGrp="1" noRot="1" noChangeArrowheads="1"/>
          </p:cNvSpPr>
          <p:nvPr>
            <p:ph type="title"/>
          </p:nvPr>
        </p:nvSpPr>
        <p:spPr/>
        <p:txBody>
          <a:bodyPr/>
          <a:lstStyle/>
          <a:p>
            <a:pPr eaLnBrk="1" hangingPunct="1"/>
            <a:r>
              <a:rPr lang="en-US" altLang="zh-CN"/>
              <a:t>2. </a:t>
            </a:r>
            <a:r>
              <a:rPr lang="zh-CN" altLang="en-US"/>
              <a:t>记录式文件</a:t>
            </a:r>
          </a:p>
        </p:txBody>
      </p:sp>
      <p:sp>
        <p:nvSpPr>
          <p:cNvPr id="463875" name="Rectangle 3">
            <a:extLst>
              <a:ext uri="{FF2B5EF4-FFF2-40B4-BE49-F238E27FC236}">
                <a16:creationId xmlns:a16="http://schemas.microsoft.com/office/drawing/2014/main" id="{63C71BA5-7C7C-CEE7-DBA1-768AF85AC9AD}"/>
              </a:ext>
            </a:extLst>
          </p:cNvPr>
          <p:cNvSpPr>
            <a:spLocks noGrp="1" noRot="1" noChangeArrowheads="1"/>
          </p:cNvSpPr>
          <p:nvPr>
            <p:ph type="body" idx="1"/>
          </p:nvPr>
        </p:nvSpPr>
        <p:spPr/>
        <p:txBody>
          <a:bodyPr/>
          <a:lstStyle/>
          <a:p>
            <a:pPr eaLnBrk="1" hangingPunct="1"/>
            <a:r>
              <a:rPr lang="zh-CN" altLang="en-US"/>
              <a:t>常用的记录式文件有以下几种：</a:t>
            </a:r>
          </a:p>
          <a:p>
            <a:pPr lvl="1" eaLnBrk="1" hangingPunct="1"/>
            <a:r>
              <a:rPr lang="zh-CN" altLang="en-US"/>
              <a:t>连续结构</a:t>
            </a:r>
          </a:p>
          <a:p>
            <a:pPr lvl="1" eaLnBrk="1" hangingPunct="1"/>
            <a:r>
              <a:rPr lang="zh-CN" altLang="en-US"/>
              <a:t>多重结构</a:t>
            </a:r>
          </a:p>
          <a:p>
            <a:pPr lvl="1" eaLnBrk="1" hangingPunct="1"/>
            <a:r>
              <a:rPr lang="zh-CN" altLang="en-US"/>
              <a:t>转置结构</a:t>
            </a:r>
          </a:p>
          <a:p>
            <a:pPr lvl="1" eaLnBrk="1" hangingPunct="1"/>
            <a:r>
              <a:rPr lang="zh-CN" altLang="en-US"/>
              <a:t>顺序结构</a:t>
            </a:r>
          </a:p>
        </p:txBody>
      </p:sp>
    </p:spTree>
  </p:cSld>
  <p:clrMapOvr>
    <a:masterClrMapping/>
  </p:clrMapOvr>
  <p:transition spd="med">
    <p:random/>
    <p:sndAc>
      <p:stSnd>
        <p:snd r:embed="rId2"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387F94A-51AB-A411-AE65-19A662AAB23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8518262-993B-BF43-BFCA-63FAFE615DBF}" type="slidenum">
              <a:rPr lang="en-US" altLang="zh-CN">
                <a:latin typeface="Arial" panose="020B0604020202020204" pitchFamily="34" charset="0"/>
              </a:rPr>
              <a:pPr/>
              <a:t>24</a:t>
            </a:fld>
            <a:endParaRPr lang="en-US" altLang="zh-CN">
              <a:latin typeface="Arial" panose="020B0604020202020204" pitchFamily="34" charset="0"/>
            </a:endParaRPr>
          </a:p>
        </p:txBody>
      </p:sp>
      <p:sp>
        <p:nvSpPr>
          <p:cNvPr id="464898" name="Rectangle 2">
            <a:extLst>
              <a:ext uri="{FF2B5EF4-FFF2-40B4-BE49-F238E27FC236}">
                <a16:creationId xmlns:a16="http://schemas.microsoft.com/office/drawing/2014/main" id="{0BABFA04-77DA-697A-0E5E-F9FBECE80509}"/>
              </a:ext>
            </a:extLst>
          </p:cNvPr>
          <p:cNvSpPr>
            <a:spLocks noGrp="1" noRot="1" noChangeArrowheads="1"/>
          </p:cNvSpPr>
          <p:nvPr>
            <p:ph type="title"/>
          </p:nvPr>
        </p:nvSpPr>
        <p:spPr/>
        <p:txBody>
          <a:bodyPr/>
          <a:lstStyle/>
          <a:p>
            <a:pPr eaLnBrk="1" hangingPunct="1"/>
            <a:r>
              <a:rPr lang="en-US" altLang="zh-CN"/>
              <a:t>2. </a:t>
            </a:r>
            <a:r>
              <a:rPr lang="zh-CN" altLang="en-US"/>
              <a:t>记录式文件</a:t>
            </a:r>
            <a:r>
              <a:rPr lang="en-US" altLang="zh-CN"/>
              <a:t>—</a:t>
            </a:r>
            <a:r>
              <a:rPr lang="zh-CN" altLang="en-US"/>
              <a:t>连续结构</a:t>
            </a:r>
          </a:p>
        </p:txBody>
      </p:sp>
      <p:sp>
        <p:nvSpPr>
          <p:cNvPr id="464899" name="Rectangle 3">
            <a:extLst>
              <a:ext uri="{FF2B5EF4-FFF2-40B4-BE49-F238E27FC236}">
                <a16:creationId xmlns:a16="http://schemas.microsoft.com/office/drawing/2014/main" id="{4EB973E4-6E42-59F1-8049-A71F4B5625F2}"/>
              </a:ext>
            </a:extLst>
          </p:cNvPr>
          <p:cNvSpPr>
            <a:spLocks noGrp="1" noRot="1" noChangeArrowheads="1"/>
          </p:cNvSpPr>
          <p:nvPr>
            <p:ph type="body" idx="1"/>
          </p:nvPr>
        </p:nvSpPr>
        <p:spPr/>
        <p:txBody>
          <a:bodyPr/>
          <a:lstStyle/>
          <a:p>
            <a:pPr eaLnBrk="1" hangingPunct="1">
              <a:lnSpc>
                <a:spcPct val="90000"/>
              </a:lnSpc>
            </a:pPr>
            <a:r>
              <a:rPr lang="zh-CN" altLang="en-US" sz="2800"/>
              <a:t>连续结构是一种把记录按生成的先后次序连续排列的逻辑结构。</a:t>
            </a:r>
          </a:p>
          <a:p>
            <a:pPr eaLnBrk="1" hangingPunct="1">
              <a:lnSpc>
                <a:spcPct val="90000"/>
              </a:lnSpc>
            </a:pPr>
            <a:r>
              <a:rPr lang="zh-CN" altLang="en-US" sz="2800"/>
              <a:t>连续结构的特点是</a:t>
            </a:r>
            <a:r>
              <a:rPr lang="zh-CN" altLang="en-US" sz="2800">
                <a:solidFill>
                  <a:schemeClr val="hlink"/>
                </a:solidFill>
              </a:rPr>
              <a:t>适用性强</a:t>
            </a:r>
            <a:r>
              <a:rPr lang="zh-CN" altLang="en-US" sz="2800"/>
              <a:t>，可用于所有文件，且记录的排列顺序与记录的内容无关。</a:t>
            </a:r>
          </a:p>
          <a:p>
            <a:pPr eaLnBrk="1" hangingPunct="1">
              <a:lnSpc>
                <a:spcPct val="90000"/>
              </a:lnSpc>
            </a:pPr>
            <a:r>
              <a:rPr lang="zh-CN" altLang="en-US" sz="2800"/>
              <a:t>有利于记录的追加与变更。</a:t>
            </a:r>
          </a:p>
          <a:p>
            <a:pPr eaLnBrk="1" hangingPunct="1">
              <a:lnSpc>
                <a:spcPct val="90000"/>
              </a:lnSpc>
            </a:pPr>
            <a:r>
              <a:rPr lang="zh-CN" altLang="en-US" sz="2800">
                <a:solidFill>
                  <a:schemeClr val="hlink"/>
                </a:solidFill>
              </a:rPr>
              <a:t>搜索性能较差</a:t>
            </a:r>
            <a:r>
              <a:rPr lang="zh-CN" altLang="en-US" sz="2800"/>
              <a:t>。如要找出某个特定的记录，系统必须对文件全体进行搜索。</a:t>
            </a:r>
          </a:p>
          <a:p>
            <a:pPr eaLnBrk="1" hangingPunct="1">
              <a:lnSpc>
                <a:spcPct val="90000"/>
              </a:lnSpc>
            </a:pPr>
            <a:r>
              <a:rPr lang="zh-CN" altLang="en-US" sz="2800"/>
              <a:t>字符流式的无结构文件实质上是记录长度只有一个字符的连续结构文件。</a:t>
            </a:r>
          </a:p>
        </p:txBody>
      </p:sp>
    </p:spTree>
  </p:cSld>
  <p:clrMapOvr>
    <a:masterClrMapping/>
  </p:clrMapOvr>
  <p:transition spd="med">
    <p:random/>
    <p:sndAc>
      <p:stSnd>
        <p:snd r:embed="rId2"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C59F48F-4E28-DE49-37F0-9E9511C46A5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E1B8CCA-EDFE-864C-9193-A8520C74D3A1}" type="slidenum">
              <a:rPr lang="en-US" altLang="zh-CN">
                <a:latin typeface="Arial" panose="020B0604020202020204" pitchFamily="34" charset="0"/>
              </a:rPr>
              <a:pPr/>
              <a:t>25</a:t>
            </a:fld>
            <a:endParaRPr lang="en-US" altLang="zh-CN">
              <a:latin typeface="Arial" panose="020B0604020202020204" pitchFamily="34" charset="0"/>
            </a:endParaRPr>
          </a:p>
        </p:txBody>
      </p:sp>
      <p:sp>
        <p:nvSpPr>
          <p:cNvPr id="465922" name="Rectangle 2">
            <a:extLst>
              <a:ext uri="{FF2B5EF4-FFF2-40B4-BE49-F238E27FC236}">
                <a16:creationId xmlns:a16="http://schemas.microsoft.com/office/drawing/2014/main" id="{62E9EC8C-E003-355F-7854-DC2F74374971}"/>
              </a:ext>
            </a:extLst>
          </p:cNvPr>
          <p:cNvSpPr>
            <a:spLocks noGrp="1" noRot="1" noChangeArrowheads="1"/>
          </p:cNvSpPr>
          <p:nvPr>
            <p:ph type="title"/>
          </p:nvPr>
        </p:nvSpPr>
        <p:spPr/>
        <p:txBody>
          <a:bodyPr/>
          <a:lstStyle/>
          <a:p>
            <a:pPr eaLnBrk="1" hangingPunct="1"/>
            <a:r>
              <a:rPr lang="en-US" altLang="zh-CN"/>
              <a:t>2. </a:t>
            </a:r>
            <a:r>
              <a:rPr lang="zh-CN" altLang="en-US"/>
              <a:t>记录式文件</a:t>
            </a:r>
            <a:r>
              <a:rPr lang="en-US" altLang="zh-CN"/>
              <a:t>—</a:t>
            </a:r>
            <a:r>
              <a:rPr lang="zh-CN" altLang="en-US"/>
              <a:t>多重结构</a:t>
            </a:r>
          </a:p>
        </p:txBody>
      </p:sp>
      <p:sp>
        <p:nvSpPr>
          <p:cNvPr id="465923" name="Rectangle 3">
            <a:extLst>
              <a:ext uri="{FF2B5EF4-FFF2-40B4-BE49-F238E27FC236}">
                <a16:creationId xmlns:a16="http://schemas.microsoft.com/office/drawing/2014/main" id="{3A5FDCED-90B5-271D-1C92-43214373CE7A}"/>
              </a:ext>
            </a:extLst>
          </p:cNvPr>
          <p:cNvSpPr>
            <a:spLocks noGrp="1" noRot="1" noChangeArrowheads="1"/>
          </p:cNvSpPr>
          <p:nvPr>
            <p:ph type="body" idx="1"/>
          </p:nvPr>
        </p:nvSpPr>
        <p:spPr>
          <a:xfrm>
            <a:off x="457200" y="1905000"/>
            <a:ext cx="8229600" cy="4260850"/>
          </a:xfrm>
        </p:spPr>
        <p:txBody>
          <a:bodyPr/>
          <a:lstStyle/>
          <a:p>
            <a:pPr eaLnBrk="1" hangingPunct="1"/>
            <a:r>
              <a:rPr lang="zh-CN" altLang="en-US"/>
              <a:t>如果把记录按键和记录名排列成行列式结构，则一个</a:t>
            </a:r>
            <a:r>
              <a:rPr lang="en-US" altLang="zh-CN"/>
              <a:t>n</a:t>
            </a:r>
            <a:r>
              <a:rPr lang="zh-CN" altLang="en-US"/>
              <a:t>个记录名、</a:t>
            </a:r>
            <a:r>
              <a:rPr lang="en-US" altLang="zh-CN"/>
              <a:t>m</a:t>
            </a:r>
            <a:r>
              <a:rPr lang="zh-CN" altLang="en-US"/>
              <a:t>（</a:t>
            </a:r>
            <a:r>
              <a:rPr lang="en-US" altLang="zh-CN"/>
              <a:t>m</a:t>
            </a:r>
            <a:r>
              <a:rPr lang="en-US" altLang="zh-CN">
                <a:latin typeface="隶书" pitchFamily="49" charset="-122"/>
              </a:rPr>
              <a:t>≤</a:t>
            </a:r>
            <a:r>
              <a:rPr lang="en-US" altLang="zh-CN"/>
              <a:t>n</a:t>
            </a:r>
            <a:r>
              <a:rPr lang="zh-CN" altLang="en-US"/>
              <a:t>）个键的文件构成一个</a:t>
            </a:r>
            <a:r>
              <a:rPr lang="en-US" altLang="zh-CN"/>
              <a:t>m*n</a:t>
            </a:r>
            <a:r>
              <a:rPr lang="zh-CN" altLang="en-US"/>
              <a:t>的行列式，其中，如果第</a:t>
            </a:r>
            <a:r>
              <a:rPr lang="en-US" altLang="zh-CN"/>
              <a:t>i (1</a:t>
            </a:r>
            <a:r>
              <a:rPr lang="en-US" altLang="zh-CN">
                <a:latin typeface="隶书" pitchFamily="49" charset="-122"/>
              </a:rPr>
              <a:t>≤</a:t>
            </a:r>
            <a:r>
              <a:rPr lang="en-US" altLang="zh-CN"/>
              <a:t>i</a:t>
            </a:r>
            <a:r>
              <a:rPr lang="en-US" altLang="zh-CN">
                <a:latin typeface="隶书" pitchFamily="49" charset="-122"/>
              </a:rPr>
              <a:t>≤</a:t>
            </a:r>
            <a:r>
              <a:rPr lang="en-US" altLang="zh-CN"/>
              <a:t>m)</a:t>
            </a:r>
            <a:r>
              <a:rPr lang="zh-CN" altLang="en-US"/>
              <a:t>行和第</a:t>
            </a:r>
            <a:r>
              <a:rPr lang="en-US" altLang="zh-CN"/>
              <a:t>j (1</a:t>
            </a:r>
            <a:r>
              <a:rPr lang="en-US" altLang="zh-CN">
                <a:latin typeface="隶书" pitchFamily="49" charset="-122"/>
              </a:rPr>
              <a:t>≤</a:t>
            </a:r>
            <a:r>
              <a:rPr lang="en-US" altLang="zh-CN"/>
              <a:t>j</a:t>
            </a:r>
            <a:r>
              <a:rPr lang="en-US" altLang="zh-CN">
                <a:latin typeface="隶书" pitchFamily="49" charset="-122"/>
              </a:rPr>
              <a:t>≤</a:t>
            </a:r>
            <a:r>
              <a:rPr lang="en-US" altLang="zh-CN"/>
              <a:t>n)</a:t>
            </a:r>
            <a:r>
              <a:rPr lang="zh-CN" altLang="en-US"/>
              <a:t>列所对应的位置上为</a:t>
            </a:r>
            <a:r>
              <a:rPr lang="en-US" altLang="zh-CN"/>
              <a:t>1</a:t>
            </a:r>
            <a:r>
              <a:rPr lang="zh-CN" altLang="en-US"/>
              <a:t>，则表示键</a:t>
            </a:r>
            <a:r>
              <a:rPr lang="en-US" altLang="zh-CN" i="1"/>
              <a:t>K</a:t>
            </a:r>
            <a:r>
              <a:rPr lang="en-US" altLang="zh-CN" i="1" baseline="-25000"/>
              <a:t>i  </a:t>
            </a:r>
            <a:r>
              <a:rPr lang="zh-CN" altLang="en-US"/>
              <a:t>在记录</a:t>
            </a:r>
            <a:r>
              <a:rPr lang="en-US" altLang="zh-CN" i="1"/>
              <a:t>R</a:t>
            </a:r>
            <a:r>
              <a:rPr lang="en-US" altLang="zh-CN" i="1" baseline="-25000"/>
              <a:t>j</a:t>
            </a:r>
            <a:r>
              <a:rPr lang="zh-CN" altLang="en-US"/>
              <a:t>中，反之，则表示键</a:t>
            </a:r>
            <a:r>
              <a:rPr lang="en-US" altLang="zh-CN" i="1"/>
              <a:t>K</a:t>
            </a:r>
            <a:r>
              <a:rPr lang="en-US" altLang="zh-CN" i="1" baseline="-25000"/>
              <a:t>i  </a:t>
            </a:r>
            <a:r>
              <a:rPr lang="zh-CN" altLang="en-US"/>
              <a:t>不在记录</a:t>
            </a:r>
            <a:r>
              <a:rPr lang="en-US" altLang="zh-CN" i="1"/>
              <a:t>R</a:t>
            </a:r>
            <a:r>
              <a:rPr lang="en-US" altLang="zh-CN" i="1" baseline="-25000"/>
              <a:t>j</a:t>
            </a:r>
            <a:r>
              <a:rPr lang="zh-CN" altLang="en-US"/>
              <a:t>中，另外，同一个键也可以属于不同的记录。</a:t>
            </a:r>
          </a:p>
          <a:p>
            <a:pPr eaLnBrk="1" hangingPunct="1"/>
            <a:r>
              <a:rPr lang="zh-CN" altLang="en-US"/>
              <a:t>见下图</a:t>
            </a:r>
          </a:p>
        </p:txBody>
      </p:sp>
    </p:spTree>
  </p:cSld>
  <p:clrMapOvr>
    <a:masterClrMapping/>
  </p:clrMapOvr>
  <p:transition spd="med">
    <p:random/>
    <p:sndAc>
      <p:stSnd>
        <p:snd r:embed="rId2"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a:extLst>
              <a:ext uri="{FF2B5EF4-FFF2-40B4-BE49-F238E27FC236}">
                <a16:creationId xmlns:a16="http://schemas.microsoft.com/office/drawing/2014/main" id="{9A400AA0-29F8-FE43-2665-27AF20C581C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A1B2C84-EBAA-B147-8909-0CA349C0CF9F}" type="slidenum">
              <a:rPr lang="en-US" altLang="zh-CN">
                <a:latin typeface="Arial" panose="020B0604020202020204" pitchFamily="34" charset="0"/>
              </a:rPr>
              <a:pPr/>
              <a:t>26</a:t>
            </a:fld>
            <a:endParaRPr lang="en-US" altLang="zh-CN">
              <a:latin typeface="Arial" panose="020B0604020202020204" pitchFamily="34" charset="0"/>
            </a:endParaRPr>
          </a:p>
        </p:txBody>
      </p:sp>
      <p:sp>
        <p:nvSpPr>
          <p:cNvPr id="466946" name="Rectangle 2">
            <a:extLst>
              <a:ext uri="{FF2B5EF4-FFF2-40B4-BE49-F238E27FC236}">
                <a16:creationId xmlns:a16="http://schemas.microsoft.com/office/drawing/2014/main" id="{CBE261AB-EA4C-4E44-EC4C-83CAAE85E5D9}"/>
              </a:ext>
            </a:extLst>
          </p:cNvPr>
          <p:cNvSpPr>
            <a:spLocks noGrp="1" noRot="1" noChangeArrowheads="1"/>
          </p:cNvSpPr>
          <p:nvPr>
            <p:ph type="title"/>
          </p:nvPr>
        </p:nvSpPr>
        <p:spPr>
          <a:xfrm>
            <a:off x="1476375" y="292100"/>
            <a:ext cx="7343775" cy="1384300"/>
          </a:xfrm>
        </p:spPr>
        <p:txBody>
          <a:bodyPr/>
          <a:lstStyle/>
          <a:p>
            <a:pPr eaLnBrk="1" hangingPunct="1"/>
            <a:r>
              <a:rPr lang="zh-CN" altLang="en-US" sz="4000"/>
              <a:t>文件的记录名和键构成的行列式</a:t>
            </a:r>
          </a:p>
        </p:txBody>
      </p:sp>
      <p:grpSp>
        <p:nvGrpSpPr>
          <p:cNvPr id="32773" name="Group 3">
            <a:extLst>
              <a:ext uri="{FF2B5EF4-FFF2-40B4-BE49-F238E27FC236}">
                <a16:creationId xmlns:a16="http://schemas.microsoft.com/office/drawing/2014/main" id="{D035678C-4851-9CF3-838E-6AB06C4551D4}"/>
              </a:ext>
            </a:extLst>
          </p:cNvPr>
          <p:cNvGrpSpPr>
            <a:grpSpLocks/>
          </p:cNvGrpSpPr>
          <p:nvPr/>
        </p:nvGrpSpPr>
        <p:grpSpPr bwMode="auto">
          <a:xfrm>
            <a:off x="1116013" y="1557338"/>
            <a:ext cx="6119812" cy="3817937"/>
            <a:chOff x="703" y="981"/>
            <a:chExt cx="3855" cy="2405"/>
          </a:xfrm>
        </p:grpSpPr>
        <p:sp>
          <p:nvSpPr>
            <p:cNvPr id="32774" name="Text Box 4">
              <a:extLst>
                <a:ext uri="{FF2B5EF4-FFF2-40B4-BE49-F238E27FC236}">
                  <a16:creationId xmlns:a16="http://schemas.microsoft.com/office/drawing/2014/main" id="{C4E5BCF1-209C-BEEF-B90D-91211915284F}"/>
                </a:ext>
              </a:extLst>
            </p:cNvPr>
            <p:cNvSpPr txBox="1">
              <a:spLocks noChangeArrowheads="1"/>
            </p:cNvSpPr>
            <p:nvPr/>
          </p:nvSpPr>
          <p:spPr bwMode="auto">
            <a:xfrm>
              <a:off x="1519" y="981"/>
              <a:ext cx="299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R</a:t>
              </a:r>
              <a:r>
                <a:rPr lang="en-US" altLang="zh-CN" sz="2800" b="0" baseline="-25000">
                  <a:latin typeface="Times New Roman" panose="02020603050405020304" pitchFamily="18" charset="0"/>
                  <a:ea typeface="宋体" panose="02010600030101010101" pitchFamily="2" charset="-122"/>
                </a:rPr>
                <a:t>1</a:t>
              </a:r>
              <a:r>
                <a:rPr lang="en-US" altLang="zh-CN" sz="2800" b="0">
                  <a:latin typeface="Times New Roman" panose="02020603050405020304" pitchFamily="18" charset="0"/>
                  <a:ea typeface="宋体" panose="02010600030101010101" pitchFamily="2" charset="-122"/>
                </a:rPr>
                <a:t>       R</a:t>
              </a:r>
              <a:r>
                <a:rPr lang="en-US" altLang="zh-CN" sz="2800" b="0" baseline="-25000">
                  <a:latin typeface="Times New Roman" panose="02020603050405020304" pitchFamily="18" charset="0"/>
                  <a:ea typeface="宋体" panose="02010600030101010101" pitchFamily="2" charset="-122"/>
                </a:rPr>
                <a:t>2</a:t>
              </a:r>
              <a:r>
                <a:rPr lang="en-US" altLang="zh-CN" sz="2800" b="0">
                  <a:latin typeface="Times New Roman" panose="02020603050405020304" pitchFamily="18" charset="0"/>
                  <a:ea typeface="宋体" panose="02010600030101010101" pitchFamily="2" charset="-122"/>
                </a:rPr>
                <a:t>        R </a:t>
              </a:r>
              <a:r>
                <a:rPr lang="en-US" altLang="zh-CN" sz="2800" b="0" baseline="-25000">
                  <a:latin typeface="Times New Roman" panose="02020603050405020304" pitchFamily="18" charset="0"/>
                  <a:ea typeface="宋体" panose="02010600030101010101" pitchFamily="2" charset="-122"/>
                </a:rPr>
                <a:t>3</a:t>
              </a:r>
              <a:r>
                <a:rPr lang="en-US" altLang="zh-CN" sz="2800" b="0">
                  <a:latin typeface="Times New Roman" panose="02020603050405020304" pitchFamily="18" charset="0"/>
                  <a:ea typeface="宋体" panose="02010600030101010101" pitchFamily="2" charset="-122"/>
                </a:rPr>
                <a:t>    ……  R</a:t>
              </a:r>
              <a:r>
                <a:rPr lang="en-US" altLang="zh-CN" sz="2800" b="0" baseline="-25000">
                  <a:latin typeface="Times New Roman" panose="02020603050405020304" pitchFamily="18" charset="0"/>
                  <a:ea typeface="宋体" panose="02010600030101010101" pitchFamily="2" charset="-122"/>
                </a:rPr>
                <a:t>n</a:t>
              </a:r>
              <a:endParaRPr lang="en-US" altLang="zh-CN" sz="2800" b="0">
                <a:latin typeface="Times New Roman" panose="02020603050405020304" pitchFamily="18" charset="0"/>
                <a:ea typeface="宋体" panose="02010600030101010101" pitchFamily="2" charset="-122"/>
              </a:endParaRPr>
            </a:p>
          </p:txBody>
        </p:sp>
        <p:sp>
          <p:nvSpPr>
            <p:cNvPr id="32775" name="Text Box 5">
              <a:extLst>
                <a:ext uri="{FF2B5EF4-FFF2-40B4-BE49-F238E27FC236}">
                  <a16:creationId xmlns:a16="http://schemas.microsoft.com/office/drawing/2014/main" id="{8687B311-B1F6-34CB-B3D0-6A52DFEE3814}"/>
                </a:ext>
              </a:extLst>
            </p:cNvPr>
            <p:cNvSpPr txBox="1">
              <a:spLocks noChangeArrowheads="1"/>
            </p:cNvSpPr>
            <p:nvPr/>
          </p:nvSpPr>
          <p:spPr bwMode="auto">
            <a:xfrm>
              <a:off x="703" y="1344"/>
              <a:ext cx="681" cy="1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1</a:t>
              </a:r>
              <a:r>
                <a:rPr lang="en-US" altLang="zh-CN" sz="2800" b="0">
                  <a:latin typeface="Times New Roman" panose="02020603050405020304" pitchFamily="18" charset="0"/>
                  <a:ea typeface="宋体" panose="02010600030101010101" pitchFamily="2" charset="-122"/>
                </a:rPr>
                <a:t>       </a:t>
              </a:r>
            </a:p>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2</a:t>
              </a:r>
              <a:r>
                <a:rPr lang="en-US" altLang="zh-CN" sz="2800" b="0">
                  <a:latin typeface="Times New Roman" panose="02020603050405020304" pitchFamily="18" charset="0"/>
                  <a:ea typeface="宋体" panose="02010600030101010101" pitchFamily="2" charset="-122"/>
                </a:rPr>
                <a:t>        </a:t>
              </a:r>
            </a:p>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3</a:t>
              </a:r>
              <a:r>
                <a:rPr lang="en-US" altLang="zh-CN" sz="2800" b="0">
                  <a:latin typeface="Times New Roman" panose="02020603050405020304" pitchFamily="18" charset="0"/>
                  <a:ea typeface="宋体" panose="02010600030101010101" pitchFamily="2" charset="-122"/>
                </a:rPr>
                <a:t> </a:t>
              </a:r>
            </a:p>
            <a:p>
              <a:pPr eaLnBrk="1" hangingPunct="1">
                <a:spcBef>
                  <a:spcPct val="50000"/>
                </a:spcBef>
                <a:buClrTx/>
                <a:buFontTx/>
                <a:buNone/>
              </a:pPr>
              <a:endParaRPr lang="en-US" altLang="zh-CN" sz="2800" b="0">
                <a:latin typeface="Times New Roman" panose="02020603050405020304" pitchFamily="18" charset="0"/>
                <a:ea typeface="宋体" panose="02010600030101010101" pitchFamily="2" charset="-122"/>
              </a:endParaRPr>
            </a:p>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m</a:t>
              </a:r>
              <a:endParaRPr lang="en-US" altLang="zh-CN" sz="2800" b="0">
                <a:latin typeface="Times New Roman" panose="02020603050405020304" pitchFamily="18" charset="0"/>
                <a:ea typeface="宋体" panose="02010600030101010101" pitchFamily="2" charset="-122"/>
              </a:endParaRPr>
            </a:p>
          </p:txBody>
        </p:sp>
        <p:sp>
          <p:nvSpPr>
            <p:cNvPr id="32776" name="AutoShape 6">
              <a:extLst>
                <a:ext uri="{FF2B5EF4-FFF2-40B4-BE49-F238E27FC236}">
                  <a16:creationId xmlns:a16="http://schemas.microsoft.com/office/drawing/2014/main" id="{B1CE8912-E347-13C8-2D87-55905047F4EF}"/>
                </a:ext>
              </a:extLst>
            </p:cNvPr>
            <p:cNvSpPr>
              <a:spLocks noChangeArrowheads="1"/>
            </p:cNvSpPr>
            <p:nvPr/>
          </p:nvSpPr>
          <p:spPr bwMode="auto">
            <a:xfrm>
              <a:off x="1202" y="1435"/>
              <a:ext cx="3356" cy="1951"/>
            </a:xfrm>
            <a:prstGeom prst="bracketPair">
              <a:avLst>
                <a:gd name="adj" fmla="val 10412"/>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2777" name="Text Box 7">
              <a:extLst>
                <a:ext uri="{FF2B5EF4-FFF2-40B4-BE49-F238E27FC236}">
                  <a16:creationId xmlns:a16="http://schemas.microsoft.com/office/drawing/2014/main" id="{BBCFBD8A-C972-52E8-AD22-9700956A944C}"/>
                </a:ext>
              </a:extLst>
            </p:cNvPr>
            <p:cNvSpPr txBox="1">
              <a:spLocks noChangeArrowheads="1"/>
            </p:cNvSpPr>
            <p:nvPr/>
          </p:nvSpPr>
          <p:spPr bwMode="auto">
            <a:xfrm>
              <a:off x="1429" y="1390"/>
              <a:ext cx="29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1          0           1      ……   0</a:t>
              </a:r>
            </a:p>
          </p:txBody>
        </p:sp>
        <p:sp>
          <p:nvSpPr>
            <p:cNvPr id="32778" name="Text Box 8">
              <a:extLst>
                <a:ext uri="{FF2B5EF4-FFF2-40B4-BE49-F238E27FC236}">
                  <a16:creationId xmlns:a16="http://schemas.microsoft.com/office/drawing/2014/main" id="{4DA99194-C801-3454-5F72-1A19B6EFA062}"/>
                </a:ext>
              </a:extLst>
            </p:cNvPr>
            <p:cNvSpPr txBox="1">
              <a:spLocks noChangeArrowheads="1"/>
            </p:cNvSpPr>
            <p:nvPr/>
          </p:nvSpPr>
          <p:spPr bwMode="auto">
            <a:xfrm>
              <a:off x="1429" y="1753"/>
              <a:ext cx="29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1          1           0      ……   1</a:t>
              </a:r>
            </a:p>
          </p:txBody>
        </p:sp>
        <p:sp>
          <p:nvSpPr>
            <p:cNvPr id="32779" name="Text Box 9">
              <a:extLst>
                <a:ext uri="{FF2B5EF4-FFF2-40B4-BE49-F238E27FC236}">
                  <a16:creationId xmlns:a16="http://schemas.microsoft.com/office/drawing/2014/main" id="{F4C88C26-FC73-DCEB-3514-EC283908FA09}"/>
                </a:ext>
              </a:extLst>
            </p:cNvPr>
            <p:cNvSpPr txBox="1">
              <a:spLocks noChangeArrowheads="1"/>
            </p:cNvSpPr>
            <p:nvPr/>
          </p:nvSpPr>
          <p:spPr bwMode="auto">
            <a:xfrm>
              <a:off x="1429" y="2151"/>
              <a:ext cx="29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0          1           0      ……   0</a:t>
              </a:r>
            </a:p>
          </p:txBody>
        </p:sp>
        <p:sp>
          <p:nvSpPr>
            <p:cNvPr id="32780" name="Text Box 10">
              <a:extLst>
                <a:ext uri="{FF2B5EF4-FFF2-40B4-BE49-F238E27FC236}">
                  <a16:creationId xmlns:a16="http://schemas.microsoft.com/office/drawing/2014/main" id="{E1C27848-3BA8-19C8-C94A-DAE0C72C4527}"/>
                </a:ext>
              </a:extLst>
            </p:cNvPr>
            <p:cNvSpPr txBox="1">
              <a:spLocks noChangeArrowheads="1"/>
            </p:cNvSpPr>
            <p:nvPr/>
          </p:nvSpPr>
          <p:spPr bwMode="auto">
            <a:xfrm>
              <a:off x="1429" y="2968"/>
              <a:ext cx="29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1          0           1      ……   1</a:t>
              </a:r>
            </a:p>
          </p:txBody>
        </p:sp>
        <p:sp>
          <p:nvSpPr>
            <p:cNvPr id="32781" name="Line 11">
              <a:extLst>
                <a:ext uri="{FF2B5EF4-FFF2-40B4-BE49-F238E27FC236}">
                  <a16:creationId xmlns:a16="http://schemas.microsoft.com/office/drawing/2014/main" id="{0F8457F4-DF22-2F8A-46C1-D937C4089815}"/>
                </a:ext>
              </a:extLst>
            </p:cNvPr>
            <p:cNvSpPr>
              <a:spLocks noChangeShapeType="1"/>
            </p:cNvSpPr>
            <p:nvPr/>
          </p:nvSpPr>
          <p:spPr bwMode="auto">
            <a:xfrm>
              <a:off x="839" y="2614"/>
              <a:ext cx="0" cy="273"/>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2" name="Line 12">
              <a:extLst>
                <a:ext uri="{FF2B5EF4-FFF2-40B4-BE49-F238E27FC236}">
                  <a16:creationId xmlns:a16="http://schemas.microsoft.com/office/drawing/2014/main" id="{2F4A7005-28DA-3DF6-7065-9BCFA984EE98}"/>
                </a:ext>
              </a:extLst>
            </p:cNvPr>
            <p:cNvSpPr>
              <a:spLocks noChangeShapeType="1"/>
            </p:cNvSpPr>
            <p:nvPr/>
          </p:nvSpPr>
          <p:spPr bwMode="auto">
            <a:xfrm>
              <a:off x="1565" y="2569"/>
              <a:ext cx="0" cy="273"/>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3" name="Line 13">
              <a:extLst>
                <a:ext uri="{FF2B5EF4-FFF2-40B4-BE49-F238E27FC236}">
                  <a16:creationId xmlns:a16="http://schemas.microsoft.com/office/drawing/2014/main" id="{0BE624FD-6984-8F6F-7929-D9089103B58C}"/>
                </a:ext>
              </a:extLst>
            </p:cNvPr>
            <p:cNvSpPr>
              <a:spLocks noChangeShapeType="1"/>
            </p:cNvSpPr>
            <p:nvPr/>
          </p:nvSpPr>
          <p:spPr bwMode="auto">
            <a:xfrm>
              <a:off x="2200" y="2569"/>
              <a:ext cx="0" cy="273"/>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Line 14">
              <a:extLst>
                <a:ext uri="{FF2B5EF4-FFF2-40B4-BE49-F238E27FC236}">
                  <a16:creationId xmlns:a16="http://schemas.microsoft.com/office/drawing/2014/main" id="{DB650493-DDB1-0A8E-4383-9795C2D9834D}"/>
                </a:ext>
              </a:extLst>
            </p:cNvPr>
            <p:cNvSpPr>
              <a:spLocks noChangeShapeType="1"/>
            </p:cNvSpPr>
            <p:nvPr/>
          </p:nvSpPr>
          <p:spPr bwMode="auto">
            <a:xfrm>
              <a:off x="2925" y="2568"/>
              <a:ext cx="0" cy="273"/>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5" name="Line 15">
              <a:extLst>
                <a:ext uri="{FF2B5EF4-FFF2-40B4-BE49-F238E27FC236}">
                  <a16:creationId xmlns:a16="http://schemas.microsoft.com/office/drawing/2014/main" id="{E804B7D8-C73C-C3AF-1459-AEA1A94F4B4B}"/>
                </a:ext>
              </a:extLst>
            </p:cNvPr>
            <p:cNvSpPr>
              <a:spLocks noChangeShapeType="1"/>
            </p:cNvSpPr>
            <p:nvPr/>
          </p:nvSpPr>
          <p:spPr bwMode="auto">
            <a:xfrm>
              <a:off x="4014" y="2568"/>
              <a:ext cx="0" cy="273"/>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6" name="Rectangle 16">
              <a:extLst>
                <a:ext uri="{FF2B5EF4-FFF2-40B4-BE49-F238E27FC236}">
                  <a16:creationId xmlns:a16="http://schemas.microsoft.com/office/drawing/2014/main" id="{CDFEE729-A349-A95C-A765-04376CBE561E}"/>
                </a:ext>
              </a:extLst>
            </p:cNvPr>
            <p:cNvSpPr>
              <a:spLocks noChangeArrowheads="1"/>
            </p:cNvSpPr>
            <p:nvPr/>
          </p:nvSpPr>
          <p:spPr bwMode="auto">
            <a:xfrm>
              <a:off x="3288" y="2536"/>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r>
                <a:rPr lang="en-US" altLang="zh-CN" sz="2800" b="0">
                  <a:ea typeface="宋体" panose="02010600030101010101" pitchFamily="2" charset="-122"/>
                </a:rPr>
                <a:t>……</a:t>
              </a:r>
              <a:endParaRPr lang="en-US" altLang="zh-CN" sz="2800" b="0">
                <a:latin typeface="Tahoma" panose="020B0604030504040204" pitchFamily="34" charset="0"/>
                <a:ea typeface="宋体" panose="02010600030101010101" pitchFamily="2" charset="-122"/>
              </a:endParaRPr>
            </a:p>
          </p:txBody>
        </p:sp>
      </p:grpSp>
    </p:spTree>
  </p:cSld>
  <p:clrMapOvr>
    <a:masterClrMapping/>
  </p:clrMapOvr>
  <p:transition spd="med">
    <p:random/>
    <p:sndAc>
      <p:stSnd>
        <p:snd r:embed="rId2"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a:extLst>
              <a:ext uri="{FF2B5EF4-FFF2-40B4-BE49-F238E27FC236}">
                <a16:creationId xmlns:a16="http://schemas.microsoft.com/office/drawing/2014/main" id="{9530B9DF-D914-7079-EF58-FAD5768210E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BBAA708-D6FD-874F-BC33-E0C12528F3AA}" type="slidenum">
              <a:rPr lang="en-US" altLang="zh-CN">
                <a:latin typeface="Arial" panose="020B0604020202020204" pitchFamily="34" charset="0"/>
              </a:rPr>
              <a:pPr/>
              <a:t>27</a:t>
            </a:fld>
            <a:endParaRPr lang="en-US" altLang="zh-CN">
              <a:latin typeface="Arial" panose="020B0604020202020204" pitchFamily="34" charset="0"/>
            </a:endParaRPr>
          </a:p>
        </p:txBody>
      </p:sp>
      <p:sp>
        <p:nvSpPr>
          <p:cNvPr id="467970" name="Rectangle 2">
            <a:extLst>
              <a:ext uri="{FF2B5EF4-FFF2-40B4-BE49-F238E27FC236}">
                <a16:creationId xmlns:a16="http://schemas.microsoft.com/office/drawing/2014/main" id="{911CC568-A277-2D7A-E026-618F7C88579E}"/>
              </a:ext>
            </a:extLst>
          </p:cNvPr>
          <p:cNvSpPr>
            <a:spLocks noGrp="1" noRot="1" noChangeArrowheads="1"/>
          </p:cNvSpPr>
          <p:nvPr>
            <p:ph type="title"/>
          </p:nvPr>
        </p:nvSpPr>
        <p:spPr>
          <a:xfrm>
            <a:off x="1476375" y="73025"/>
            <a:ext cx="7056438" cy="687388"/>
          </a:xfrm>
        </p:spPr>
        <p:txBody>
          <a:bodyPr/>
          <a:lstStyle/>
          <a:p>
            <a:pPr eaLnBrk="1" hangingPunct="1"/>
            <a:r>
              <a:rPr lang="en-US" altLang="zh-CN"/>
              <a:t>2. </a:t>
            </a:r>
            <a:r>
              <a:rPr lang="zh-CN" altLang="en-US"/>
              <a:t>记录式文件</a:t>
            </a:r>
            <a:r>
              <a:rPr lang="en-US" altLang="zh-CN"/>
              <a:t>—</a:t>
            </a:r>
            <a:r>
              <a:rPr lang="zh-CN" altLang="en-US"/>
              <a:t>多重结构</a:t>
            </a:r>
          </a:p>
        </p:txBody>
      </p:sp>
      <p:sp>
        <p:nvSpPr>
          <p:cNvPr id="467971" name="Rectangle 3">
            <a:extLst>
              <a:ext uri="{FF2B5EF4-FFF2-40B4-BE49-F238E27FC236}">
                <a16:creationId xmlns:a16="http://schemas.microsoft.com/office/drawing/2014/main" id="{361C480C-5E90-C457-B78C-CF8F1005950E}"/>
              </a:ext>
            </a:extLst>
          </p:cNvPr>
          <p:cNvSpPr>
            <a:spLocks noGrp="1" noRot="1" noChangeArrowheads="1"/>
          </p:cNvSpPr>
          <p:nvPr>
            <p:ph type="body" idx="1"/>
          </p:nvPr>
        </p:nvSpPr>
        <p:spPr>
          <a:xfrm>
            <a:off x="539750" y="1268413"/>
            <a:ext cx="8229600" cy="2663825"/>
          </a:xfrm>
        </p:spPr>
        <p:txBody>
          <a:bodyPr/>
          <a:lstStyle/>
          <a:p>
            <a:pPr eaLnBrk="1" hangingPunct="1">
              <a:lnSpc>
                <a:spcPct val="80000"/>
              </a:lnSpc>
            </a:pPr>
            <a:r>
              <a:rPr lang="zh-CN" altLang="en-US" sz="2800"/>
              <a:t>在上图的行列式中，如果只按行列式的结构来排列记录，将会浪费较多的存储空间。</a:t>
            </a:r>
          </a:p>
          <a:p>
            <a:pPr eaLnBrk="1" hangingPunct="1">
              <a:lnSpc>
                <a:spcPct val="80000"/>
              </a:lnSpc>
            </a:pPr>
            <a:r>
              <a:rPr lang="zh-CN" altLang="en-US" sz="2800"/>
              <a:t>解决办法：将行列式中为</a:t>
            </a:r>
            <a:r>
              <a:rPr lang="en-US" altLang="zh-CN" sz="2800"/>
              <a:t>0</a:t>
            </a:r>
            <a:r>
              <a:rPr lang="zh-CN" altLang="en-US" sz="2800"/>
              <a:t>的项去掉，并以键</a:t>
            </a:r>
            <a:r>
              <a:rPr lang="en-US" altLang="zh-CN" sz="2800" i="1">
                <a:latin typeface="Times New Roman" panose="02020603050405020304" pitchFamily="18" charset="0"/>
              </a:rPr>
              <a:t>K</a:t>
            </a:r>
            <a:r>
              <a:rPr lang="en-US" altLang="zh-CN" sz="2800" i="1" baseline="-25000">
                <a:latin typeface="Times New Roman" panose="02020603050405020304" pitchFamily="18" charset="0"/>
              </a:rPr>
              <a:t>i</a:t>
            </a:r>
            <a:r>
              <a:rPr lang="zh-CN" altLang="en-US" sz="2800"/>
              <a:t>为队首，以包含键</a:t>
            </a:r>
            <a:r>
              <a:rPr lang="en-US" altLang="zh-CN" sz="2800" i="1">
                <a:latin typeface="Times New Roman" panose="02020603050405020304" pitchFamily="18" charset="0"/>
              </a:rPr>
              <a:t>K</a:t>
            </a:r>
            <a:r>
              <a:rPr lang="en-US" altLang="zh-CN" sz="2800" i="1" baseline="-25000">
                <a:latin typeface="Times New Roman" panose="02020603050405020304" pitchFamily="18" charset="0"/>
              </a:rPr>
              <a:t>i</a:t>
            </a:r>
            <a:r>
              <a:rPr lang="zh-CN" altLang="en-US" sz="2800">
                <a:latin typeface="Times New Roman" panose="02020603050405020304" pitchFamily="18" charset="0"/>
              </a:rPr>
              <a:t>的记录</a:t>
            </a:r>
            <a:r>
              <a:rPr lang="zh-CN" altLang="en-US" sz="2800"/>
              <a:t>为队列元素来构成一个记录队列。</a:t>
            </a:r>
          </a:p>
          <a:p>
            <a:pPr eaLnBrk="1" hangingPunct="1">
              <a:lnSpc>
                <a:spcPct val="80000"/>
              </a:lnSpc>
            </a:pPr>
            <a:r>
              <a:rPr lang="zh-CN" altLang="en-US" sz="2800"/>
              <a:t>对于一个有</a:t>
            </a:r>
            <a:r>
              <a:rPr lang="en-US" altLang="zh-CN" sz="2800"/>
              <a:t>m</a:t>
            </a:r>
            <a:r>
              <a:rPr lang="zh-CN" altLang="en-US" sz="2800"/>
              <a:t>个键的行列式来说，这样的队列有</a:t>
            </a:r>
            <a:r>
              <a:rPr lang="en-US" altLang="zh-CN" sz="2800"/>
              <a:t>m</a:t>
            </a:r>
            <a:r>
              <a:rPr lang="zh-CN" altLang="en-US" sz="2800"/>
              <a:t>个，这</a:t>
            </a:r>
            <a:r>
              <a:rPr lang="en-US" altLang="zh-CN" sz="2800"/>
              <a:t>m</a:t>
            </a:r>
            <a:r>
              <a:rPr lang="zh-CN" altLang="en-US" sz="2800"/>
              <a:t>个队列构成了该文件的多重结构。</a:t>
            </a:r>
          </a:p>
        </p:txBody>
      </p:sp>
      <p:sp>
        <p:nvSpPr>
          <p:cNvPr id="33798" name="Rectangle 4">
            <a:extLst>
              <a:ext uri="{FF2B5EF4-FFF2-40B4-BE49-F238E27FC236}">
                <a16:creationId xmlns:a16="http://schemas.microsoft.com/office/drawing/2014/main" id="{B5C6786F-A0F6-7E9C-9655-FB13655500DC}"/>
              </a:ext>
            </a:extLst>
          </p:cNvPr>
          <p:cNvSpPr>
            <a:spLocks noChangeArrowheads="1"/>
          </p:cNvSpPr>
          <p:nvPr/>
        </p:nvSpPr>
        <p:spPr bwMode="auto">
          <a:xfrm>
            <a:off x="1476375" y="4292600"/>
            <a:ext cx="935038" cy="2089150"/>
          </a:xfrm>
          <a:prstGeom prst="rect">
            <a:avLst/>
          </a:prstGeom>
          <a:solidFill>
            <a:srgbClr val="FFDC9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1</a:t>
            </a:r>
            <a:r>
              <a:rPr lang="en-US" altLang="zh-CN" sz="2800" b="0">
                <a:latin typeface="Times New Roman" panose="02020603050405020304" pitchFamily="18" charset="0"/>
                <a:ea typeface="宋体" panose="02010600030101010101" pitchFamily="2" charset="-122"/>
              </a:rPr>
              <a:t> </a:t>
            </a:r>
          </a:p>
          <a:p>
            <a:pPr algn="ctr" eaLnBrk="1" hangingPunct="1">
              <a:spcBef>
                <a:spcPct val="0"/>
              </a:spcBef>
              <a:buClrTx/>
              <a:buFontTx/>
              <a:buNone/>
            </a:pPr>
            <a:endParaRPr lang="en-US" altLang="zh-CN" sz="2800" b="0">
              <a:latin typeface="Times New Roman" panose="02020603050405020304" pitchFamily="18" charset="0"/>
              <a:ea typeface="宋体" panose="02010600030101010101" pitchFamily="2" charset="-122"/>
            </a:endParaRPr>
          </a:p>
          <a:p>
            <a:pPr algn="ctr" eaLnBrk="1" hangingPunct="1">
              <a:spcBef>
                <a:spcPct val="0"/>
              </a:spcBef>
              <a:buClrTx/>
              <a:buFontTx/>
              <a:buNone/>
            </a:pPr>
            <a:endParaRPr lang="en-US" altLang="zh-CN" sz="2800" b="0">
              <a:latin typeface="Times New Roman" panose="02020603050405020304" pitchFamily="18" charset="0"/>
              <a:ea typeface="宋体" panose="02010600030101010101" pitchFamily="2" charset="-122"/>
            </a:endParaRPr>
          </a:p>
          <a:p>
            <a:pPr algn="ctr" eaLnBrk="1" hangingPunct="1">
              <a:spcBef>
                <a:spcPct val="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m</a:t>
            </a:r>
            <a:endParaRPr lang="en-US" altLang="zh-CN" sz="2800" b="0">
              <a:latin typeface="Times New Roman" panose="02020603050405020304" pitchFamily="18" charset="0"/>
              <a:ea typeface="宋体" panose="02010600030101010101" pitchFamily="2" charset="-122"/>
            </a:endParaRPr>
          </a:p>
        </p:txBody>
      </p:sp>
      <p:sp>
        <p:nvSpPr>
          <p:cNvPr id="33799" name="Rectangle 5">
            <a:extLst>
              <a:ext uri="{FF2B5EF4-FFF2-40B4-BE49-F238E27FC236}">
                <a16:creationId xmlns:a16="http://schemas.microsoft.com/office/drawing/2014/main" id="{1371D2A3-231F-F629-CEDF-4552CF619E73}"/>
              </a:ext>
            </a:extLst>
          </p:cNvPr>
          <p:cNvSpPr>
            <a:spLocks noChangeArrowheads="1"/>
          </p:cNvSpPr>
          <p:nvPr/>
        </p:nvSpPr>
        <p:spPr bwMode="auto">
          <a:xfrm>
            <a:off x="2771775" y="4292600"/>
            <a:ext cx="4895850" cy="2089150"/>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zh-CN" sz="1800" b="0">
              <a:latin typeface="Tahoma" panose="020B0604030504040204" pitchFamily="34" charset="0"/>
              <a:ea typeface="宋体" panose="02010600030101010101" pitchFamily="2" charset="-122"/>
            </a:endParaRPr>
          </a:p>
        </p:txBody>
      </p:sp>
      <p:sp>
        <p:nvSpPr>
          <p:cNvPr id="33800" name="Line 6">
            <a:extLst>
              <a:ext uri="{FF2B5EF4-FFF2-40B4-BE49-F238E27FC236}">
                <a16:creationId xmlns:a16="http://schemas.microsoft.com/office/drawing/2014/main" id="{B930DB63-F6C8-B4C2-17C0-82853A7D5FF4}"/>
              </a:ext>
            </a:extLst>
          </p:cNvPr>
          <p:cNvSpPr>
            <a:spLocks noChangeShapeType="1"/>
          </p:cNvSpPr>
          <p:nvPr/>
        </p:nvSpPr>
        <p:spPr bwMode="auto">
          <a:xfrm>
            <a:off x="1835150" y="5157788"/>
            <a:ext cx="0" cy="287337"/>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1" name="Line 7">
            <a:extLst>
              <a:ext uri="{FF2B5EF4-FFF2-40B4-BE49-F238E27FC236}">
                <a16:creationId xmlns:a16="http://schemas.microsoft.com/office/drawing/2014/main" id="{7822C816-8785-EA00-CB5D-538508DFC07D}"/>
              </a:ext>
            </a:extLst>
          </p:cNvPr>
          <p:cNvSpPr>
            <a:spLocks noChangeShapeType="1"/>
          </p:cNvSpPr>
          <p:nvPr/>
        </p:nvSpPr>
        <p:spPr bwMode="auto">
          <a:xfrm>
            <a:off x="2195513" y="4724400"/>
            <a:ext cx="936625"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2" name="Text Box 8">
            <a:extLst>
              <a:ext uri="{FF2B5EF4-FFF2-40B4-BE49-F238E27FC236}">
                <a16:creationId xmlns:a16="http://schemas.microsoft.com/office/drawing/2014/main" id="{7830D925-BFF4-D799-7742-96711AAED04E}"/>
              </a:ext>
            </a:extLst>
          </p:cNvPr>
          <p:cNvSpPr txBox="1">
            <a:spLocks noChangeArrowheads="1"/>
          </p:cNvSpPr>
          <p:nvPr/>
        </p:nvSpPr>
        <p:spPr bwMode="auto">
          <a:xfrm>
            <a:off x="3060700" y="4437063"/>
            <a:ext cx="4319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R</a:t>
            </a:r>
            <a:r>
              <a:rPr lang="en-US" altLang="zh-CN" sz="2800" b="0" baseline="-25000">
                <a:latin typeface="Times New Roman" panose="02020603050405020304" pitchFamily="18" charset="0"/>
                <a:ea typeface="宋体" panose="02010600030101010101" pitchFamily="2" charset="-122"/>
              </a:rPr>
              <a:t>i</a:t>
            </a:r>
            <a:r>
              <a:rPr lang="en-US" altLang="zh-CN" sz="2800" b="0">
                <a:latin typeface="Times New Roman" panose="02020603050405020304" pitchFamily="18" charset="0"/>
                <a:ea typeface="宋体" panose="02010600030101010101" pitchFamily="2" charset="-122"/>
              </a:rPr>
              <a:t>          R</a:t>
            </a:r>
            <a:r>
              <a:rPr lang="en-US" altLang="zh-CN" sz="2800" b="0" baseline="-25000">
                <a:latin typeface="Times New Roman" panose="02020603050405020304" pitchFamily="18" charset="0"/>
                <a:ea typeface="宋体" panose="02010600030101010101" pitchFamily="2" charset="-122"/>
              </a:rPr>
              <a:t>j</a:t>
            </a:r>
            <a:r>
              <a:rPr lang="en-US" altLang="zh-CN" sz="2800" b="0">
                <a:latin typeface="Times New Roman" panose="02020603050405020304" pitchFamily="18" charset="0"/>
                <a:ea typeface="宋体" panose="02010600030101010101" pitchFamily="2" charset="-122"/>
              </a:rPr>
              <a:t>           R</a:t>
            </a:r>
            <a:r>
              <a:rPr lang="en-US" altLang="zh-CN" sz="2800" b="0" baseline="-25000">
                <a:latin typeface="Times New Roman" panose="02020603050405020304" pitchFamily="18" charset="0"/>
                <a:ea typeface="宋体" panose="02010600030101010101" pitchFamily="2" charset="-122"/>
              </a:rPr>
              <a:t>z</a:t>
            </a:r>
            <a:r>
              <a:rPr lang="en-US" altLang="zh-CN" sz="2800" b="0">
                <a:latin typeface="Times New Roman" panose="02020603050405020304" pitchFamily="18" charset="0"/>
                <a:ea typeface="宋体" panose="02010600030101010101" pitchFamily="2" charset="-122"/>
              </a:rPr>
              <a:t>          …</a:t>
            </a:r>
          </a:p>
        </p:txBody>
      </p:sp>
      <p:sp>
        <p:nvSpPr>
          <p:cNvPr id="33803" name="Line 9">
            <a:extLst>
              <a:ext uri="{FF2B5EF4-FFF2-40B4-BE49-F238E27FC236}">
                <a16:creationId xmlns:a16="http://schemas.microsoft.com/office/drawing/2014/main" id="{2CB79CEE-2589-653F-2983-25D924290540}"/>
              </a:ext>
            </a:extLst>
          </p:cNvPr>
          <p:cNvSpPr>
            <a:spLocks noChangeShapeType="1"/>
          </p:cNvSpPr>
          <p:nvPr/>
        </p:nvSpPr>
        <p:spPr bwMode="auto">
          <a:xfrm>
            <a:off x="3563938" y="4724400"/>
            <a:ext cx="6477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4" name="Line 10">
            <a:extLst>
              <a:ext uri="{FF2B5EF4-FFF2-40B4-BE49-F238E27FC236}">
                <a16:creationId xmlns:a16="http://schemas.microsoft.com/office/drawing/2014/main" id="{F98EE37A-4AC0-6C35-C086-E9BF19187F65}"/>
              </a:ext>
            </a:extLst>
          </p:cNvPr>
          <p:cNvSpPr>
            <a:spLocks noChangeShapeType="1"/>
          </p:cNvSpPr>
          <p:nvPr/>
        </p:nvSpPr>
        <p:spPr bwMode="auto">
          <a:xfrm>
            <a:off x="4787900" y="4724400"/>
            <a:ext cx="6477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5" name="Line 11">
            <a:extLst>
              <a:ext uri="{FF2B5EF4-FFF2-40B4-BE49-F238E27FC236}">
                <a16:creationId xmlns:a16="http://schemas.microsoft.com/office/drawing/2014/main" id="{A3DF0B95-74BC-FD88-5A60-E74D73E5CAA7}"/>
              </a:ext>
            </a:extLst>
          </p:cNvPr>
          <p:cNvSpPr>
            <a:spLocks noChangeShapeType="1"/>
          </p:cNvSpPr>
          <p:nvPr/>
        </p:nvSpPr>
        <p:spPr bwMode="auto">
          <a:xfrm>
            <a:off x="6084888" y="4724400"/>
            <a:ext cx="6477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Line 12">
            <a:extLst>
              <a:ext uri="{FF2B5EF4-FFF2-40B4-BE49-F238E27FC236}">
                <a16:creationId xmlns:a16="http://schemas.microsoft.com/office/drawing/2014/main" id="{F97E8BEF-C836-FAE5-3A7B-4EF5BD0D57FE}"/>
              </a:ext>
            </a:extLst>
          </p:cNvPr>
          <p:cNvSpPr>
            <a:spLocks noChangeShapeType="1"/>
          </p:cNvSpPr>
          <p:nvPr/>
        </p:nvSpPr>
        <p:spPr bwMode="auto">
          <a:xfrm>
            <a:off x="2195513" y="5934075"/>
            <a:ext cx="936625"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7" name="Text Box 13">
            <a:extLst>
              <a:ext uri="{FF2B5EF4-FFF2-40B4-BE49-F238E27FC236}">
                <a16:creationId xmlns:a16="http://schemas.microsoft.com/office/drawing/2014/main" id="{0CFC0138-9A60-972B-7F90-4E1354CD9765}"/>
              </a:ext>
            </a:extLst>
          </p:cNvPr>
          <p:cNvSpPr txBox="1">
            <a:spLocks noChangeArrowheads="1"/>
          </p:cNvSpPr>
          <p:nvPr/>
        </p:nvSpPr>
        <p:spPr bwMode="auto">
          <a:xfrm>
            <a:off x="3060700" y="5646738"/>
            <a:ext cx="4535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imes New Roman" panose="02020603050405020304" pitchFamily="18" charset="0"/>
                <a:ea typeface="宋体" panose="02010600030101010101" pitchFamily="2" charset="-122"/>
              </a:rPr>
              <a:t>R</a:t>
            </a:r>
            <a:r>
              <a:rPr lang="en-US" altLang="zh-CN" sz="2800" b="0" baseline="-25000">
                <a:latin typeface="Times New Roman" panose="02020603050405020304" pitchFamily="18" charset="0"/>
                <a:ea typeface="宋体" panose="02010600030101010101" pitchFamily="2" charset="-122"/>
              </a:rPr>
              <a:t>x</a:t>
            </a:r>
            <a:r>
              <a:rPr lang="en-US" altLang="zh-CN" sz="2800" b="0">
                <a:latin typeface="Times New Roman" panose="02020603050405020304" pitchFamily="18" charset="0"/>
                <a:ea typeface="宋体" panose="02010600030101010101" pitchFamily="2" charset="-122"/>
              </a:rPr>
              <a:t>          R</a:t>
            </a:r>
            <a:r>
              <a:rPr lang="en-US" altLang="zh-CN" sz="2800" b="0" baseline="-25000">
                <a:latin typeface="Times New Roman" panose="02020603050405020304" pitchFamily="18" charset="0"/>
                <a:ea typeface="宋体" panose="02010600030101010101" pitchFamily="2" charset="-122"/>
              </a:rPr>
              <a:t>y</a:t>
            </a:r>
            <a:r>
              <a:rPr lang="en-US" altLang="zh-CN" sz="2800" b="0">
                <a:latin typeface="Times New Roman" panose="02020603050405020304" pitchFamily="18" charset="0"/>
                <a:ea typeface="宋体" panose="02010600030101010101" pitchFamily="2" charset="-122"/>
              </a:rPr>
              <a:t>          R</a:t>
            </a:r>
            <a:r>
              <a:rPr lang="en-US" altLang="zh-CN" sz="2800" b="0" baseline="-25000">
                <a:latin typeface="Times New Roman" panose="02020603050405020304" pitchFamily="18" charset="0"/>
                <a:ea typeface="宋体" panose="02010600030101010101" pitchFamily="2" charset="-122"/>
              </a:rPr>
              <a:t>w</a:t>
            </a:r>
            <a:r>
              <a:rPr lang="en-US" altLang="zh-CN" sz="2800" b="0">
                <a:latin typeface="Times New Roman" panose="02020603050405020304" pitchFamily="18" charset="0"/>
                <a:ea typeface="宋体" panose="02010600030101010101" pitchFamily="2" charset="-122"/>
              </a:rPr>
              <a:t>          …</a:t>
            </a:r>
          </a:p>
        </p:txBody>
      </p:sp>
      <p:sp>
        <p:nvSpPr>
          <p:cNvPr id="33808" name="Line 14">
            <a:extLst>
              <a:ext uri="{FF2B5EF4-FFF2-40B4-BE49-F238E27FC236}">
                <a16:creationId xmlns:a16="http://schemas.microsoft.com/office/drawing/2014/main" id="{F711CFE9-AB37-D9B0-DBBC-44133A4DE321}"/>
              </a:ext>
            </a:extLst>
          </p:cNvPr>
          <p:cNvSpPr>
            <a:spLocks noChangeShapeType="1"/>
          </p:cNvSpPr>
          <p:nvPr/>
        </p:nvSpPr>
        <p:spPr bwMode="auto">
          <a:xfrm>
            <a:off x="3563938" y="5934075"/>
            <a:ext cx="6477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9" name="Line 15">
            <a:extLst>
              <a:ext uri="{FF2B5EF4-FFF2-40B4-BE49-F238E27FC236}">
                <a16:creationId xmlns:a16="http://schemas.microsoft.com/office/drawing/2014/main" id="{D4CAD0D4-1D7C-8E55-DD38-40C88D73EAE8}"/>
              </a:ext>
            </a:extLst>
          </p:cNvPr>
          <p:cNvSpPr>
            <a:spLocks noChangeShapeType="1"/>
          </p:cNvSpPr>
          <p:nvPr/>
        </p:nvSpPr>
        <p:spPr bwMode="auto">
          <a:xfrm>
            <a:off x="4787900" y="5934075"/>
            <a:ext cx="6477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0" name="Line 16">
            <a:extLst>
              <a:ext uri="{FF2B5EF4-FFF2-40B4-BE49-F238E27FC236}">
                <a16:creationId xmlns:a16="http://schemas.microsoft.com/office/drawing/2014/main" id="{D28283CC-DA93-9EB9-886B-B7F20E5E499B}"/>
              </a:ext>
            </a:extLst>
          </p:cNvPr>
          <p:cNvSpPr>
            <a:spLocks noChangeShapeType="1"/>
          </p:cNvSpPr>
          <p:nvPr/>
        </p:nvSpPr>
        <p:spPr bwMode="auto">
          <a:xfrm>
            <a:off x="6084888" y="5934075"/>
            <a:ext cx="6477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BBC08F1-693D-523D-EF24-587986884F9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F8EC7C1-9E60-384E-8683-D7EAA1C213E6}" type="slidenum">
              <a:rPr lang="en-US" altLang="zh-CN">
                <a:latin typeface="Arial" panose="020B0604020202020204" pitchFamily="34" charset="0"/>
              </a:rPr>
              <a:pPr/>
              <a:t>28</a:t>
            </a:fld>
            <a:endParaRPr lang="en-US" altLang="zh-CN">
              <a:latin typeface="Arial" panose="020B0604020202020204" pitchFamily="34" charset="0"/>
            </a:endParaRPr>
          </a:p>
        </p:txBody>
      </p:sp>
      <p:sp>
        <p:nvSpPr>
          <p:cNvPr id="468994" name="Rectangle 2">
            <a:extLst>
              <a:ext uri="{FF2B5EF4-FFF2-40B4-BE49-F238E27FC236}">
                <a16:creationId xmlns:a16="http://schemas.microsoft.com/office/drawing/2014/main" id="{40579502-86F6-619D-E9D6-B1351A17E4BA}"/>
              </a:ext>
            </a:extLst>
          </p:cNvPr>
          <p:cNvSpPr>
            <a:spLocks noGrp="1" noRot="1" noChangeArrowheads="1"/>
          </p:cNvSpPr>
          <p:nvPr>
            <p:ph type="title"/>
          </p:nvPr>
        </p:nvSpPr>
        <p:spPr/>
        <p:txBody>
          <a:bodyPr/>
          <a:lstStyle/>
          <a:p>
            <a:pPr eaLnBrk="1" hangingPunct="1"/>
            <a:r>
              <a:rPr lang="en-US" altLang="zh-CN"/>
              <a:t>2. </a:t>
            </a:r>
            <a:r>
              <a:rPr lang="zh-CN" altLang="en-US"/>
              <a:t>记录式文件</a:t>
            </a:r>
            <a:r>
              <a:rPr lang="en-US" altLang="zh-CN"/>
              <a:t>—</a:t>
            </a:r>
            <a:r>
              <a:rPr lang="zh-CN" altLang="en-US"/>
              <a:t>多重结构</a:t>
            </a:r>
          </a:p>
        </p:txBody>
      </p:sp>
      <p:sp>
        <p:nvSpPr>
          <p:cNvPr id="468995" name="Rectangle 3">
            <a:extLst>
              <a:ext uri="{FF2B5EF4-FFF2-40B4-BE49-F238E27FC236}">
                <a16:creationId xmlns:a16="http://schemas.microsoft.com/office/drawing/2014/main" id="{0EBC1AB8-C68E-9701-F97C-1359CF63BD2F}"/>
              </a:ext>
            </a:extLst>
          </p:cNvPr>
          <p:cNvSpPr>
            <a:spLocks noGrp="1" noRot="1" noChangeArrowheads="1"/>
          </p:cNvSpPr>
          <p:nvPr>
            <p:ph type="body" idx="1"/>
          </p:nvPr>
        </p:nvSpPr>
        <p:spPr/>
        <p:txBody>
          <a:bodyPr/>
          <a:lstStyle/>
          <a:p>
            <a:pPr eaLnBrk="1" hangingPunct="1"/>
            <a:r>
              <a:rPr lang="zh-CN" altLang="en-US"/>
              <a:t>在多重结构中，每个队列中和键直接相连的只有一个记录。这种结构虽然在搜索时要优于连续结构，但在搜索某一特定记录时，必须找到所对应的键之后，再在该键所对应的队列中顺序查找。</a:t>
            </a:r>
          </a:p>
        </p:txBody>
      </p:sp>
    </p:spTree>
  </p:cSld>
  <p:clrMapOvr>
    <a:masterClrMapping/>
  </p:clrMapOvr>
  <p:transition spd="med">
    <p:random/>
    <p:sndAc>
      <p:stSnd>
        <p:snd r:embed="rId2" name="camera.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a:extLst>
              <a:ext uri="{FF2B5EF4-FFF2-40B4-BE49-F238E27FC236}">
                <a16:creationId xmlns:a16="http://schemas.microsoft.com/office/drawing/2014/main" id="{F5265A37-D8BF-9F11-96CB-ACDADD19957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A49788D-CEC7-614D-8885-C0A1381AC43E}" type="slidenum">
              <a:rPr lang="en-US" altLang="zh-CN">
                <a:latin typeface="Arial" panose="020B0604020202020204" pitchFamily="34" charset="0"/>
              </a:rPr>
              <a:pPr/>
              <a:t>29</a:t>
            </a:fld>
            <a:endParaRPr lang="en-US" altLang="zh-CN">
              <a:latin typeface="Arial" panose="020B0604020202020204" pitchFamily="34" charset="0"/>
            </a:endParaRPr>
          </a:p>
        </p:txBody>
      </p:sp>
      <p:sp>
        <p:nvSpPr>
          <p:cNvPr id="470018" name="Rectangle 2">
            <a:extLst>
              <a:ext uri="{FF2B5EF4-FFF2-40B4-BE49-F238E27FC236}">
                <a16:creationId xmlns:a16="http://schemas.microsoft.com/office/drawing/2014/main" id="{59BFB5C7-5041-5E50-D97A-9006C0ECCD2B}"/>
              </a:ext>
            </a:extLst>
          </p:cNvPr>
          <p:cNvSpPr>
            <a:spLocks noGrp="1" noRot="1" noChangeArrowheads="1"/>
          </p:cNvSpPr>
          <p:nvPr>
            <p:ph type="title"/>
          </p:nvPr>
        </p:nvSpPr>
        <p:spPr>
          <a:xfrm>
            <a:off x="1476375" y="73025"/>
            <a:ext cx="7056438" cy="687388"/>
          </a:xfrm>
        </p:spPr>
        <p:txBody>
          <a:bodyPr/>
          <a:lstStyle/>
          <a:p>
            <a:pPr eaLnBrk="1" hangingPunct="1"/>
            <a:r>
              <a:rPr lang="en-US" altLang="zh-CN"/>
              <a:t>2. </a:t>
            </a:r>
            <a:r>
              <a:rPr lang="zh-CN" altLang="en-US"/>
              <a:t>记录式文件</a:t>
            </a:r>
            <a:r>
              <a:rPr lang="en-US" altLang="zh-CN"/>
              <a:t>—</a:t>
            </a:r>
            <a:r>
              <a:rPr lang="zh-CN" altLang="en-US"/>
              <a:t>转置结构</a:t>
            </a:r>
          </a:p>
        </p:txBody>
      </p:sp>
      <p:sp>
        <p:nvSpPr>
          <p:cNvPr id="470019" name="Rectangle 3">
            <a:extLst>
              <a:ext uri="{FF2B5EF4-FFF2-40B4-BE49-F238E27FC236}">
                <a16:creationId xmlns:a16="http://schemas.microsoft.com/office/drawing/2014/main" id="{20E32602-812C-5054-C25D-CC102AB87C93}"/>
              </a:ext>
            </a:extLst>
          </p:cNvPr>
          <p:cNvSpPr>
            <a:spLocks noGrp="1" noRot="1" noChangeArrowheads="1"/>
          </p:cNvSpPr>
          <p:nvPr>
            <p:ph type="body" idx="1"/>
          </p:nvPr>
        </p:nvSpPr>
        <p:spPr>
          <a:xfrm>
            <a:off x="468313" y="1196975"/>
            <a:ext cx="8229600" cy="2819400"/>
          </a:xfrm>
        </p:spPr>
        <p:txBody>
          <a:bodyPr/>
          <a:lstStyle/>
          <a:p>
            <a:pPr eaLnBrk="1" hangingPunct="1"/>
            <a:r>
              <a:rPr lang="zh-CN" altLang="en-US"/>
              <a:t>与多重结构不同，转置结构把含有相同键的记录指针全部指向该键，即把所有与同一键对应的记录的指针连续地置于目录中该键的位置下。</a:t>
            </a:r>
          </a:p>
          <a:p>
            <a:pPr eaLnBrk="1" hangingPunct="1"/>
            <a:r>
              <a:rPr lang="zh-CN" altLang="en-US"/>
              <a:t>转置结构最适于给定键后的记录搜索。</a:t>
            </a:r>
          </a:p>
        </p:txBody>
      </p:sp>
      <p:sp>
        <p:nvSpPr>
          <p:cNvPr id="35846" name="Rectangle 4">
            <a:extLst>
              <a:ext uri="{FF2B5EF4-FFF2-40B4-BE49-F238E27FC236}">
                <a16:creationId xmlns:a16="http://schemas.microsoft.com/office/drawing/2014/main" id="{43CE0FE2-2A27-BE09-4B4B-3425CF7A4A34}"/>
              </a:ext>
            </a:extLst>
          </p:cNvPr>
          <p:cNvSpPr>
            <a:spLocks noChangeArrowheads="1"/>
          </p:cNvSpPr>
          <p:nvPr/>
        </p:nvSpPr>
        <p:spPr bwMode="auto">
          <a:xfrm>
            <a:off x="1979613" y="4005263"/>
            <a:ext cx="2305050"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1</a:t>
            </a:r>
            <a:endParaRPr lang="en-US" altLang="zh-CN" sz="2800" b="0">
              <a:latin typeface="Times New Roman" panose="02020603050405020304" pitchFamily="18" charset="0"/>
              <a:ea typeface="宋体" panose="02010600030101010101" pitchFamily="2" charset="-122"/>
            </a:endParaRPr>
          </a:p>
        </p:txBody>
      </p:sp>
      <p:sp>
        <p:nvSpPr>
          <p:cNvPr id="35847" name="Rectangle 5">
            <a:extLst>
              <a:ext uri="{FF2B5EF4-FFF2-40B4-BE49-F238E27FC236}">
                <a16:creationId xmlns:a16="http://schemas.microsoft.com/office/drawing/2014/main" id="{EABB63D4-4873-998D-1199-2FAD63F9DEF7}"/>
              </a:ext>
            </a:extLst>
          </p:cNvPr>
          <p:cNvSpPr>
            <a:spLocks noChangeArrowheads="1"/>
          </p:cNvSpPr>
          <p:nvPr/>
        </p:nvSpPr>
        <p:spPr bwMode="auto">
          <a:xfrm>
            <a:off x="1979613" y="4581525"/>
            <a:ext cx="2305050" cy="1079500"/>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800" b="0">
                <a:latin typeface="Times New Roman" panose="02020603050405020304" pitchFamily="18" charset="0"/>
                <a:ea typeface="宋体" panose="02010600030101010101" pitchFamily="2" charset="-122"/>
              </a:rPr>
              <a:t>含有</a:t>
            </a:r>
            <a:r>
              <a:rPr lang="en-US" altLang="zh-CN" sz="2800" b="0">
                <a:latin typeface="Times New Roman" panose="02020603050405020304" pitchFamily="18" charset="0"/>
                <a:ea typeface="宋体" panose="02010600030101010101" pitchFamily="2" charset="-122"/>
              </a:rPr>
              <a:t>K</a:t>
            </a:r>
            <a:r>
              <a:rPr lang="en-US" altLang="zh-CN" sz="2800" b="0" baseline="-25000">
                <a:latin typeface="Times New Roman" panose="02020603050405020304" pitchFamily="18" charset="0"/>
                <a:ea typeface="宋体" panose="02010600030101010101" pitchFamily="2" charset="-122"/>
              </a:rPr>
              <a:t>1</a:t>
            </a:r>
            <a:r>
              <a:rPr lang="zh-CN" altLang="en-US" sz="2800" b="0">
                <a:latin typeface="Times New Roman" panose="02020603050405020304" pitchFamily="18" charset="0"/>
                <a:ea typeface="宋体" panose="02010600030101010101" pitchFamily="2" charset="-122"/>
              </a:rPr>
              <a:t>的所有</a:t>
            </a:r>
          </a:p>
          <a:p>
            <a:pPr algn="ctr" eaLnBrk="1" hangingPunct="1">
              <a:spcBef>
                <a:spcPct val="0"/>
              </a:spcBef>
              <a:buClrTx/>
              <a:buFontTx/>
              <a:buNone/>
            </a:pPr>
            <a:r>
              <a:rPr lang="zh-CN" altLang="en-US" sz="2800" b="0">
                <a:latin typeface="Times New Roman" panose="02020603050405020304" pitchFamily="18" charset="0"/>
                <a:ea typeface="宋体" panose="02010600030101010101" pitchFamily="2" charset="-122"/>
              </a:rPr>
              <a:t>记录指针</a:t>
            </a:r>
          </a:p>
        </p:txBody>
      </p:sp>
      <p:sp>
        <p:nvSpPr>
          <p:cNvPr id="35848" name="Rectangle 6">
            <a:extLst>
              <a:ext uri="{FF2B5EF4-FFF2-40B4-BE49-F238E27FC236}">
                <a16:creationId xmlns:a16="http://schemas.microsoft.com/office/drawing/2014/main" id="{205E0895-2344-435A-034F-38111C34F688}"/>
              </a:ext>
            </a:extLst>
          </p:cNvPr>
          <p:cNvSpPr>
            <a:spLocks noChangeArrowheads="1"/>
          </p:cNvSpPr>
          <p:nvPr/>
        </p:nvSpPr>
        <p:spPr bwMode="auto">
          <a:xfrm>
            <a:off x="1979613" y="5662613"/>
            <a:ext cx="2305050" cy="790575"/>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endParaRPr lang="zh-CN" altLang="zh-CN" sz="2800" b="0">
              <a:latin typeface="Times New Roman" panose="02020603050405020304" pitchFamily="18" charset="0"/>
              <a:ea typeface="宋体" panose="02010600030101010101" pitchFamily="2" charset="-122"/>
            </a:endParaRPr>
          </a:p>
        </p:txBody>
      </p:sp>
      <p:sp>
        <p:nvSpPr>
          <p:cNvPr id="35849" name="Line 7">
            <a:extLst>
              <a:ext uri="{FF2B5EF4-FFF2-40B4-BE49-F238E27FC236}">
                <a16:creationId xmlns:a16="http://schemas.microsoft.com/office/drawing/2014/main" id="{95E75F09-0A54-3DC6-F193-4A7214C14FEC}"/>
              </a:ext>
            </a:extLst>
          </p:cNvPr>
          <p:cNvSpPr>
            <a:spLocks noChangeShapeType="1"/>
          </p:cNvSpPr>
          <p:nvPr/>
        </p:nvSpPr>
        <p:spPr bwMode="auto">
          <a:xfrm>
            <a:off x="3132138" y="5805488"/>
            <a:ext cx="0" cy="36036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0" name="Rectangle 8">
            <a:extLst>
              <a:ext uri="{FF2B5EF4-FFF2-40B4-BE49-F238E27FC236}">
                <a16:creationId xmlns:a16="http://schemas.microsoft.com/office/drawing/2014/main" id="{4213339C-DC9B-5F6E-6927-FE24F139F663}"/>
              </a:ext>
            </a:extLst>
          </p:cNvPr>
          <p:cNvSpPr>
            <a:spLocks noChangeArrowheads="1"/>
          </p:cNvSpPr>
          <p:nvPr/>
        </p:nvSpPr>
        <p:spPr bwMode="auto">
          <a:xfrm>
            <a:off x="5219700" y="4437063"/>
            <a:ext cx="1008063" cy="57626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imes New Roman" panose="02020603050405020304" pitchFamily="18" charset="0"/>
                <a:ea typeface="宋体" panose="02010600030101010101" pitchFamily="2" charset="-122"/>
              </a:rPr>
              <a:t>R</a:t>
            </a:r>
            <a:r>
              <a:rPr lang="en-US" altLang="zh-CN" sz="2800" b="0" baseline="-25000">
                <a:latin typeface="Times New Roman" panose="02020603050405020304" pitchFamily="18" charset="0"/>
                <a:ea typeface="宋体" panose="02010600030101010101" pitchFamily="2" charset="-122"/>
              </a:rPr>
              <a:t>i</a:t>
            </a:r>
            <a:endParaRPr lang="en-US" altLang="zh-CN" sz="2800" b="0">
              <a:latin typeface="Times New Roman" panose="02020603050405020304" pitchFamily="18" charset="0"/>
              <a:ea typeface="宋体" panose="02010600030101010101" pitchFamily="2" charset="-122"/>
            </a:endParaRPr>
          </a:p>
        </p:txBody>
      </p:sp>
      <p:sp>
        <p:nvSpPr>
          <p:cNvPr id="35851" name="Line 9">
            <a:extLst>
              <a:ext uri="{FF2B5EF4-FFF2-40B4-BE49-F238E27FC236}">
                <a16:creationId xmlns:a16="http://schemas.microsoft.com/office/drawing/2014/main" id="{2C010476-CEAB-9651-B472-B3375446623E}"/>
              </a:ext>
            </a:extLst>
          </p:cNvPr>
          <p:cNvSpPr>
            <a:spLocks noChangeShapeType="1"/>
          </p:cNvSpPr>
          <p:nvPr/>
        </p:nvSpPr>
        <p:spPr bwMode="auto">
          <a:xfrm>
            <a:off x="4284663" y="4724400"/>
            <a:ext cx="863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2" name="Rectangle 10">
            <a:extLst>
              <a:ext uri="{FF2B5EF4-FFF2-40B4-BE49-F238E27FC236}">
                <a16:creationId xmlns:a16="http://schemas.microsoft.com/office/drawing/2014/main" id="{0E43DB66-5274-B8D2-F5E0-AB5F6067E93B}"/>
              </a:ext>
            </a:extLst>
          </p:cNvPr>
          <p:cNvSpPr>
            <a:spLocks noChangeArrowheads="1"/>
          </p:cNvSpPr>
          <p:nvPr/>
        </p:nvSpPr>
        <p:spPr bwMode="auto">
          <a:xfrm>
            <a:off x="5219700" y="5157788"/>
            <a:ext cx="1008063" cy="57626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imes New Roman" panose="02020603050405020304" pitchFamily="18" charset="0"/>
                <a:ea typeface="宋体" panose="02010600030101010101" pitchFamily="2" charset="-122"/>
              </a:rPr>
              <a:t>R</a:t>
            </a:r>
            <a:r>
              <a:rPr lang="en-US" altLang="zh-CN" sz="2800" b="0" baseline="-25000">
                <a:latin typeface="Times New Roman" panose="02020603050405020304" pitchFamily="18" charset="0"/>
                <a:ea typeface="宋体" panose="02010600030101010101" pitchFamily="2" charset="-122"/>
              </a:rPr>
              <a:t>j</a:t>
            </a:r>
            <a:endParaRPr lang="en-US" altLang="zh-CN" sz="2800" b="0">
              <a:latin typeface="Times New Roman" panose="02020603050405020304" pitchFamily="18" charset="0"/>
              <a:ea typeface="宋体" panose="02010600030101010101" pitchFamily="2" charset="-122"/>
            </a:endParaRPr>
          </a:p>
        </p:txBody>
      </p:sp>
      <p:sp>
        <p:nvSpPr>
          <p:cNvPr id="35853" name="Line 11">
            <a:extLst>
              <a:ext uri="{FF2B5EF4-FFF2-40B4-BE49-F238E27FC236}">
                <a16:creationId xmlns:a16="http://schemas.microsoft.com/office/drawing/2014/main" id="{A7709537-AF85-54AA-98CC-41A4F1676E3E}"/>
              </a:ext>
            </a:extLst>
          </p:cNvPr>
          <p:cNvSpPr>
            <a:spLocks noChangeShapeType="1"/>
          </p:cNvSpPr>
          <p:nvPr/>
        </p:nvSpPr>
        <p:spPr bwMode="auto">
          <a:xfrm>
            <a:off x="4284663" y="5445125"/>
            <a:ext cx="863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4" name="Rectangle 12">
            <a:extLst>
              <a:ext uri="{FF2B5EF4-FFF2-40B4-BE49-F238E27FC236}">
                <a16:creationId xmlns:a16="http://schemas.microsoft.com/office/drawing/2014/main" id="{9096207A-8AB1-05A7-5A91-815C4B5F2D21}"/>
              </a:ext>
            </a:extLst>
          </p:cNvPr>
          <p:cNvSpPr>
            <a:spLocks noChangeArrowheads="1"/>
          </p:cNvSpPr>
          <p:nvPr/>
        </p:nvSpPr>
        <p:spPr bwMode="auto">
          <a:xfrm>
            <a:off x="5219700" y="5876925"/>
            <a:ext cx="1008063" cy="576263"/>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imes New Roman" panose="02020603050405020304" pitchFamily="18" charset="0"/>
                <a:ea typeface="宋体" panose="02010600030101010101" pitchFamily="2" charset="-122"/>
              </a:rPr>
              <a:t>R</a:t>
            </a:r>
            <a:r>
              <a:rPr lang="en-US" altLang="zh-CN" sz="2800" b="0" baseline="-25000">
                <a:latin typeface="Times New Roman" panose="02020603050405020304" pitchFamily="18" charset="0"/>
                <a:ea typeface="宋体" panose="02010600030101010101" pitchFamily="2" charset="-122"/>
              </a:rPr>
              <a:t>z</a:t>
            </a:r>
            <a:endParaRPr lang="en-US" altLang="zh-CN" sz="2800" b="0">
              <a:latin typeface="Times New Roman" panose="02020603050405020304" pitchFamily="18" charset="0"/>
              <a:ea typeface="宋体" panose="02010600030101010101" pitchFamily="2" charset="-122"/>
            </a:endParaRPr>
          </a:p>
        </p:txBody>
      </p:sp>
      <p:sp>
        <p:nvSpPr>
          <p:cNvPr id="35855" name="Line 13">
            <a:extLst>
              <a:ext uri="{FF2B5EF4-FFF2-40B4-BE49-F238E27FC236}">
                <a16:creationId xmlns:a16="http://schemas.microsoft.com/office/drawing/2014/main" id="{B5E5E45C-3E59-E0B0-7FB4-8A7FD2DAC943}"/>
              </a:ext>
            </a:extLst>
          </p:cNvPr>
          <p:cNvSpPr>
            <a:spLocks noChangeShapeType="1"/>
          </p:cNvSpPr>
          <p:nvPr/>
        </p:nvSpPr>
        <p:spPr bwMode="auto">
          <a:xfrm>
            <a:off x="4572000" y="6165850"/>
            <a:ext cx="57626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6" name="Line 14">
            <a:extLst>
              <a:ext uri="{FF2B5EF4-FFF2-40B4-BE49-F238E27FC236}">
                <a16:creationId xmlns:a16="http://schemas.microsoft.com/office/drawing/2014/main" id="{1F5DEC9E-73B5-8649-350B-11F05BB5A183}"/>
              </a:ext>
            </a:extLst>
          </p:cNvPr>
          <p:cNvSpPr>
            <a:spLocks noChangeShapeType="1"/>
          </p:cNvSpPr>
          <p:nvPr/>
        </p:nvSpPr>
        <p:spPr bwMode="auto">
          <a:xfrm>
            <a:off x="4284663" y="5589588"/>
            <a:ext cx="287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7" name="Line 15">
            <a:extLst>
              <a:ext uri="{FF2B5EF4-FFF2-40B4-BE49-F238E27FC236}">
                <a16:creationId xmlns:a16="http://schemas.microsoft.com/office/drawing/2014/main" id="{AA3AEA55-C8CB-3C6A-0F97-1922A4E0D662}"/>
              </a:ext>
            </a:extLst>
          </p:cNvPr>
          <p:cNvSpPr>
            <a:spLocks noChangeShapeType="1"/>
          </p:cNvSpPr>
          <p:nvPr/>
        </p:nvSpPr>
        <p:spPr bwMode="auto">
          <a:xfrm>
            <a:off x="4572000" y="5589588"/>
            <a:ext cx="0" cy="5762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64C6EB5-1541-C68C-4C04-52185B1B678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4782C67-BA59-634D-8CBF-96D9FE5A0438}" type="slidenum">
              <a:rPr lang="en-US" altLang="zh-CN">
                <a:latin typeface="Arial" panose="020B0604020202020204" pitchFamily="34" charset="0"/>
              </a:rPr>
              <a:pPr/>
              <a:t>30</a:t>
            </a:fld>
            <a:endParaRPr lang="en-US" altLang="zh-CN">
              <a:latin typeface="Arial" panose="020B0604020202020204" pitchFamily="34" charset="0"/>
            </a:endParaRPr>
          </a:p>
        </p:txBody>
      </p:sp>
      <p:sp>
        <p:nvSpPr>
          <p:cNvPr id="471042" name="Rectangle 2">
            <a:extLst>
              <a:ext uri="{FF2B5EF4-FFF2-40B4-BE49-F238E27FC236}">
                <a16:creationId xmlns:a16="http://schemas.microsoft.com/office/drawing/2014/main" id="{A9008939-13A4-586F-03B8-ECBB0EA92580}"/>
              </a:ext>
            </a:extLst>
          </p:cNvPr>
          <p:cNvSpPr>
            <a:spLocks noGrp="1" noRot="1" noChangeArrowheads="1"/>
          </p:cNvSpPr>
          <p:nvPr>
            <p:ph type="title"/>
          </p:nvPr>
        </p:nvSpPr>
        <p:spPr/>
        <p:txBody>
          <a:bodyPr/>
          <a:lstStyle/>
          <a:p>
            <a:pPr eaLnBrk="1" hangingPunct="1"/>
            <a:r>
              <a:rPr lang="en-US" altLang="zh-CN"/>
              <a:t>2. </a:t>
            </a:r>
            <a:r>
              <a:rPr lang="zh-CN" altLang="en-US"/>
              <a:t>记录式文件</a:t>
            </a:r>
            <a:r>
              <a:rPr lang="en-US" altLang="zh-CN"/>
              <a:t>—</a:t>
            </a:r>
            <a:r>
              <a:rPr lang="zh-CN" altLang="en-US"/>
              <a:t>顺序结构</a:t>
            </a:r>
          </a:p>
        </p:txBody>
      </p:sp>
      <p:sp>
        <p:nvSpPr>
          <p:cNvPr id="471043" name="Rectangle 3">
            <a:extLst>
              <a:ext uri="{FF2B5EF4-FFF2-40B4-BE49-F238E27FC236}">
                <a16:creationId xmlns:a16="http://schemas.microsoft.com/office/drawing/2014/main" id="{79C4F011-800F-D1F0-489E-8D069BDED881}"/>
              </a:ext>
            </a:extLst>
          </p:cNvPr>
          <p:cNvSpPr>
            <a:spLocks noGrp="1" noRot="1" noChangeArrowheads="1"/>
          </p:cNvSpPr>
          <p:nvPr>
            <p:ph type="body" idx="1"/>
          </p:nvPr>
        </p:nvSpPr>
        <p:spPr/>
        <p:txBody>
          <a:bodyPr/>
          <a:lstStyle/>
          <a:p>
            <a:pPr eaLnBrk="1" hangingPunct="1"/>
            <a:r>
              <a:rPr lang="zh-CN" altLang="en-US"/>
              <a:t>如果把文件中的键按规定顺序排列起来就形成了顺序结构文件。</a:t>
            </a:r>
          </a:p>
          <a:p>
            <a:pPr eaLnBrk="1" hangingPunct="1"/>
            <a:r>
              <a:rPr lang="zh-CN" altLang="en-US"/>
              <a:t>顺序结构文件适合于给定某种优先顺序来搜索、追加和删除记录的情况。</a:t>
            </a:r>
          </a:p>
          <a:p>
            <a:pPr eaLnBrk="1" hangingPunct="1"/>
            <a:r>
              <a:rPr lang="zh-CN" altLang="en-US"/>
              <a:t>例如：按日期顺序记录的新闻记录。</a:t>
            </a:r>
          </a:p>
        </p:txBody>
      </p:sp>
    </p:spTree>
  </p:cSld>
  <p:clrMapOvr>
    <a:masterClrMapping/>
  </p:clrMapOvr>
  <p:transition spd="med">
    <p:random/>
    <p:sndAc>
      <p:stSnd>
        <p:snd r:embed="rId2"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B369870-9616-4126-6492-E8A63673ECCC}"/>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06D4C0A-F951-1F49-8328-268E703E6FAE}" type="slidenum">
              <a:rPr lang="en-US" altLang="zh-CN">
                <a:latin typeface="Arial" panose="020B0604020202020204" pitchFamily="34" charset="0"/>
              </a:rPr>
              <a:pPr/>
              <a:t>31</a:t>
            </a:fld>
            <a:endParaRPr lang="en-US" altLang="zh-CN">
              <a:latin typeface="Arial" panose="020B0604020202020204" pitchFamily="34" charset="0"/>
            </a:endParaRPr>
          </a:p>
        </p:txBody>
      </p:sp>
      <p:sp>
        <p:nvSpPr>
          <p:cNvPr id="472066" name="Rectangle 2">
            <a:extLst>
              <a:ext uri="{FF2B5EF4-FFF2-40B4-BE49-F238E27FC236}">
                <a16:creationId xmlns:a16="http://schemas.microsoft.com/office/drawing/2014/main" id="{5CF98963-CB3F-F0FE-A5F2-D8B3B3B485B5}"/>
              </a:ext>
            </a:extLst>
          </p:cNvPr>
          <p:cNvSpPr>
            <a:spLocks noGrp="1" noRot="1" noChangeArrowheads="1"/>
          </p:cNvSpPr>
          <p:nvPr>
            <p:ph type="title"/>
          </p:nvPr>
        </p:nvSpPr>
        <p:spPr/>
        <p:txBody>
          <a:bodyPr/>
          <a:lstStyle/>
          <a:p>
            <a:pPr eaLnBrk="1" hangingPunct="1">
              <a:defRPr/>
            </a:pPr>
            <a:r>
              <a:rPr lang="en-US" altLang="zh-CN" dirty="0"/>
              <a:t>5.2.2 </a:t>
            </a:r>
            <a:r>
              <a:rPr lang="zh-CN" altLang="en-US" dirty="0"/>
              <a:t>存取方法</a:t>
            </a:r>
          </a:p>
        </p:txBody>
      </p:sp>
      <p:sp>
        <p:nvSpPr>
          <p:cNvPr id="472067" name="Rectangle 3">
            <a:extLst>
              <a:ext uri="{FF2B5EF4-FFF2-40B4-BE49-F238E27FC236}">
                <a16:creationId xmlns:a16="http://schemas.microsoft.com/office/drawing/2014/main" id="{D2538169-6481-B0A7-68E3-1787546942A7}"/>
              </a:ext>
            </a:extLst>
          </p:cNvPr>
          <p:cNvSpPr>
            <a:spLocks noGrp="1" noRot="1" noChangeArrowheads="1"/>
          </p:cNvSpPr>
          <p:nvPr>
            <p:ph type="body" idx="1"/>
          </p:nvPr>
        </p:nvSpPr>
        <p:spPr/>
        <p:txBody>
          <a:bodyPr/>
          <a:lstStyle/>
          <a:p>
            <a:pPr eaLnBrk="1" hangingPunct="1"/>
            <a:r>
              <a:rPr lang="zh-CN" altLang="en-US"/>
              <a:t>用户通过对文件的存取来完成对文件的修改、追加和搜索等操作。</a:t>
            </a:r>
          </a:p>
          <a:p>
            <a:pPr eaLnBrk="1" hangingPunct="1"/>
            <a:r>
              <a:rPr lang="zh-CN" altLang="en-US"/>
              <a:t>常用的存取方法：</a:t>
            </a:r>
          </a:p>
          <a:p>
            <a:pPr lvl="1" eaLnBrk="1" hangingPunct="1"/>
            <a:r>
              <a:rPr lang="zh-CN" altLang="en-US"/>
              <a:t>顺序存取法</a:t>
            </a:r>
          </a:p>
          <a:p>
            <a:pPr lvl="1" eaLnBrk="1" hangingPunct="1"/>
            <a:r>
              <a:rPr lang="zh-CN" altLang="en-US"/>
              <a:t>随机存取法（直接存取法）</a:t>
            </a:r>
          </a:p>
          <a:p>
            <a:pPr lvl="1" eaLnBrk="1" hangingPunct="1"/>
            <a:r>
              <a:rPr lang="zh-CN" altLang="en-US"/>
              <a:t>按键存取法</a:t>
            </a:r>
          </a:p>
        </p:txBody>
      </p:sp>
    </p:spTree>
  </p:cSld>
  <p:clrMapOvr>
    <a:masterClrMapping/>
  </p:clrMapOvr>
  <p:transition spd="med">
    <p:random/>
    <p:sndAc>
      <p:stSnd>
        <p:snd r:embed="rId2" name="camera.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C00D7F4-65B8-E84D-4621-ED123F748DD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3AB6CBE-B7AB-F04A-9F89-5DE92ABD0013}" type="slidenum">
              <a:rPr lang="en-US" altLang="zh-CN">
                <a:latin typeface="Arial" panose="020B0604020202020204" pitchFamily="34" charset="0"/>
              </a:rPr>
              <a:pPr/>
              <a:t>32</a:t>
            </a:fld>
            <a:endParaRPr lang="en-US" altLang="zh-CN">
              <a:latin typeface="Arial" panose="020B0604020202020204" pitchFamily="34" charset="0"/>
            </a:endParaRPr>
          </a:p>
        </p:txBody>
      </p:sp>
      <p:sp>
        <p:nvSpPr>
          <p:cNvPr id="473090" name="Rectangle 2">
            <a:extLst>
              <a:ext uri="{FF2B5EF4-FFF2-40B4-BE49-F238E27FC236}">
                <a16:creationId xmlns:a16="http://schemas.microsoft.com/office/drawing/2014/main" id="{3A5FE4B0-1A31-92D4-4C30-82D5E32283CD}"/>
              </a:ext>
            </a:extLst>
          </p:cNvPr>
          <p:cNvSpPr>
            <a:spLocks noGrp="1" noRot="1" noChangeArrowheads="1"/>
          </p:cNvSpPr>
          <p:nvPr>
            <p:ph type="title"/>
          </p:nvPr>
        </p:nvSpPr>
        <p:spPr/>
        <p:txBody>
          <a:bodyPr/>
          <a:lstStyle/>
          <a:p>
            <a:pPr eaLnBrk="1" hangingPunct="1"/>
            <a:r>
              <a:rPr lang="en-US" altLang="zh-CN"/>
              <a:t>1. </a:t>
            </a:r>
            <a:r>
              <a:rPr lang="zh-CN" altLang="en-US"/>
              <a:t>顺序存取法</a:t>
            </a:r>
          </a:p>
        </p:txBody>
      </p:sp>
      <p:sp>
        <p:nvSpPr>
          <p:cNvPr id="473091" name="Rectangle 3">
            <a:extLst>
              <a:ext uri="{FF2B5EF4-FFF2-40B4-BE49-F238E27FC236}">
                <a16:creationId xmlns:a16="http://schemas.microsoft.com/office/drawing/2014/main" id="{1AD294C5-ABFA-2EF4-50FC-86BC1B27AFC0}"/>
              </a:ext>
            </a:extLst>
          </p:cNvPr>
          <p:cNvSpPr>
            <a:spLocks noGrp="1" noRot="1" noChangeArrowheads="1"/>
          </p:cNvSpPr>
          <p:nvPr>
            <p:ph type="body" idx="1"/>
          </p:nvPr>
        </p:nvSpPr>
        <p:spPr/>
        <p:txBody>
          <a:bodyPr/>
          <a:lstStyle/>
          <a:p>
            <a:pPr eaLnBrk="1" hangingPunct="1"/>
            <a:r>
              <a:rPr lang="zh-CN" altLang="en-US"/>
              <a:t>顺序存取法按照文件的逻辑地址顺序存取信息。</a:t>
            </a:r>
          </a:p>
          <a:p>
            <a:pPr eaLnBrk="1" hangingPunct="1"/>
            <a:r>
              <a:rPr lang="zh-CN" altLang="en-US"/>
              <a:t>在记录式文件中，这反映为按记录的排列顺序来存取。</a:t>
            </a:r>
          </a:p>
          <a:p>
            <a:pPr eaLnBrk="1" hangingPunct="1"/>
            <a:r>
              <a:rPr lang="zh-CN" altLang="en-US"/>
              <a:t>在流式无结构文件中，当存取完一段信息后，读写指针自动加上或减去该段信息的长度，以便指出下次存取时的位置。</a:t>
            </a:r>
          </a:p>
        </p:txBody>
      </p:sp>
    </p:spTree>
  </p:cSld>
  <p:clrMapOvr>
    <a:masterClrMapping/>
  </p:clrMapOvr>
  <p:transition spd="med">
    <p:random/>
    <p:sndAc>
      <p:stSnd>
        <p:snd r:embed="rId2"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CBCE245-1BA1-4C66-E6ED-A569C78B850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834CDAB-F094-094E-94A2-897A76A42044}" type="slidenum">
              <a:rPr lang="en-US" altLang="zh-CN">
                <a:latin typeface="Arial" panose="020B0604020202020204" pitchFamily="34" charset="0"/>
              </a:rPr>
              <a:pPr/>
              <a:t>33</a:t>
            </a:fld>
            <a:endParaRPr lang="en-US" altLang="zh-CN">
              <a:latin typeface="Arial" panose="020B0604020202020204" pitchFamily="34" charset="0"/>
            </a:endParaRPr>
          </a:p>
        </p:txBody>
      </p:sp>
      <p:sp>
        <p:nvSpPr>
          <p:cNvPr id="474114" name="Rectangle 2">
            <a:extLst>
              <a:ext uri="{FF2B5EF4-FFF2-40B4-BE49-F238E27FC236}">
                <a16:creationId xmlns:a16="http://schemas.microsoft.com/office/drawing/2014/main" id="{AD769856-6090-5E77-F1F2-EE5A4A2ED049}"/>
              </a:ext>
            </a:extLst>
          </p:cNvPr>
          <p:cNvSpPr>
            <a:spLocks noGrp="1" noRot="1" noChangeArrowheads="1"/>
          </p:cNvSpPr>
          <p:nvPr>
            <p:ph type="title"/>
          </p:nvPr>
        </p:nvSpPr>
        <p:spPr/>
        <p:txBody>
          <a:bodyPr/>
          <a:lstStyle/>
          <a:p>
            <a:pPr eaLnBrk="1" hangingPunct="1">
              <a:defRPr/>
            </a:pPr>
            <a:r>
              <a:rPr lang="en-US" altLang="zh-CN"/>
              <a:t>2. </a:t>
            </a:r>
            <a:r>
              <a:rPr lang="zh-CN" altLang="en-US"/>
              <a:t>随机存取法</a:t>
            </a:r>
          </a:p>
        </p:txBody>
      </p:sp>
      <p:sp>
        <p:nvSpPr>
          <p:cNvPr id="474115" name="Rectangle 3">
            <a:extLst>
              <a:ext uri="{FF2B5EF4-FFF2-40B4-BE49-F238E27FC236}">
                <a16:creationId xmlns:a16="http://schemas.microsoft.com/office/drawing/2014/main" id="{30FAF3AC-57FF-75AC-A1DF-569D565F4ACA}"/>
              </a:ext>
            </a:extLst>
          </p:cNvPr>
          <p:cNvSpPr>
            <a:spLocks noGrp="1" noRot="1" noChangeArrowheads="1"/>
          </p:cNvSpPr>
          <p:nvPr>
            <p:ph type="body" idx="1"/>
          </p:nvPr>
        </p:nvSpPr>
        <p:spPr/>
        <p:txBody>
          <a:bodyPr/>
          <a:lstStyle/>
          <a:p>
            <a:pPr eaLnBrk="1" hangingPunct="1"/>
            <a:r>
              <a:rPr lang="zh-CN" altLang="en-US"/>
              <a:t>随机存取允许用户根据记录的编号来存取文件的任一记录，或者是根据存取命令把读写指针移到要读写处进行读写。</a:t>
            </a:r>
          </a:p>
          <a:p>
            <a:pPr eaLnBrk="1" hangingPunct="1"/>
            <a:r>
              <a:rPr lang="en-US" altLang="zh-CN"/>
              <a:t>UNIX</a:t>
            </a:r>
            <a:r>
              <a:rPr lang="zh-CN" altLang="en-US"/>
              <a:t>系统及</a:t>
            </a:r>
            <a:r>
              <a:rPr lang="en-US" altLang="zh-CN"/>
              <a:t>MS-DOS</a:t>
            </a:r>
            <a:r>
              <a:rPr lang="zh-CN" altLang="en-US"/>
              <a:t>等操作系统都采用顺序存取和随机存取两种方法。</a:t>
            </a:r>
          </a:p>
        </p:txBody>
      </p:sp>
    </p:spTree>
  </p:cSld>
  <p:clrMapOvr>
    <a:masterClrMapping/>
  </p:clrMapOvr>
  <p:transition spd="med">
    <p:random/>
    <p:sndAc>
      <p:stSnd>
        <p:snd r:embed="rId2" name="camera.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85EBEE3-6B27-724A-F7D0-F08122515EA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9DCB406-EF3F-E548-99E3-E1A29E84DB1F}" type="slidenum">
              <a:rPr lang="en-US" altLang="zh-CN">
                <a:latin typeface="Arial" panose="020B0604020202020204" pitchFamily="34" charset="0"/>
              </a:rPr>
              <a:pPr/>
              <a:t>34</a:t>
            </a:fld>
            <a:endParaRPr lang="en-US" altLang="zh-CN">
              <a:latin typeface="Arial" panose="020B0604020202020204" pitchFamily="34" charset="0"/>
            </a:endParaRPr>
          </a:p>
        </p:txBody>
      </p:sp>
      <p:sp>
        <p:nvSpPr>
          <p:cNvPr id="475138" name="Rectangle 2">
            <a:extLst>
              <a:ext uri="{FF2B5EF4-FFF2-40B4-BE49-F238E27FC236}">
                <a16:creationId xmlns:a16="http://schemas.microsoft.com/office/drawing/2014/main" id="{F3FA8A0C-7958-222B-7E6C-2C08A7451E89}"/>
              </a:ext>
            </a:extLst>
          </p:cNvPr>
          <p:cNvSpPr>
            <a:spLocks noGrp="1" noRot="1" noChangeArrowheads="1"/>
          </p:cNvSpPr>
          <p:nvPr>
            <p:ph type="title"/>
          </p:nvPr>
        </p:nvSpPr>
        <p:spPr/>
        <p:txBody>
          <a:bodyPr/>
          <a:lstStyle/>
          <a:p>
            <a:pPr eaLnBrk="1" hangingPunct="1"/>
            <a:r>
              <a:rPr lang="en-US" altLang="zh-CN"/>
              <a:t>3. </a:t>
            </a:r>
            <a:r>
              <a:rPr lang="zh-CN" altLang="en-US"/>
              <a:t>按键存取法</a:t>
            </a:r>
          </a:p>
        </p:txBody>
      </p:sp>
      <p:sp>
        <p:nvSpPr>
          <p:cNvPr id="475139" name="Rectangle 3">
            <a:extLst>
              <a:ext uri="{FF2B5EF4-FFF2-40B4-BE49-F238E27FC236}">
                <a16:creationId xmlns:a16="http://schemas.microsoft.com/office/drawing/2014/main" id="{8B275CB2-78EE-E7EF-F675-403B6A1CDB2E}"/>
              </a:ext>
            </a:extLst>
          </p:cNvPr>
          <p:cNvSpPr>
            <a:spLocks noGrp="1" noRot="1" noChangeArrowheads="1"/>
          </p:cNvSpPr>
          <p:nvPr>
            <p:ph type="body" idx="1"/>
          </p:nvPr>
        </p:nvSpPr>
        <p:spPr/>
        <p:txBody>
          <a:bodyPr/>
          <a:lstStyle/>
          <a:p>
            <a:pPr eaLnBrk="1" hangingPunct="1">
              <a:lnSpc>
                <a:spcPct val="90000"/>
              </a:lnSpc>
            </a:pPr>
            <a:r>
              <a:rPr lang="zh-CN" altLang="en-US"/>
              <a:t>按键存取法是</a:t>
            </a:r>
            <a:r>
              <a:rPr lang="zh-CN" altLang="en-US">
                <a:solidFill>
                  <a:schemeClr val="hlink"/>
                </a:solidFill>
              </a:rPr>
              <a:t>根据给定的键</a:t>
            </a:r>
            <a:r>
              <a:rPr lang="zh-CN" altLang="en-US"/>
              <a:t>或记录名首先</a:t>
            </a:r>
            <a:r>
              <a:rPr lang="zh-CN" altLang="en-US">
                <a:solidFill>
                  <a:schemeClr val="hlink"/>
                </a:solidFill>
              </a:rPr>
              <a:t>搜索</a:t>
            </a:r>
            <a:r>
              <a:rPr lang="zh-CN" altLang="en-US"/>
              <a:t>到要进行存取的记录的</a:t>
            </a:r>
            <a:r>
              <a:rPr lang="zh-CN" altLang="en-US">
                <a:solidFill>
                  <a:schemeClr val="hlink"/>
                </a:solidFill>
              </a:rPr>
              <a:t>逻辑位置</a:t>
            </a:r>
            <a:r>
              <a:rPr lang="zh-CN" altLang="en-US"/>
              <a:t>，再将其</a:t>
            </a:r>
            <a:r>
              <a:rPr lang="zh-CN" altLang="en-US">
                <a:solidFill>
                  <a:schemeClr val="hlink"/>
                </a:solidFill>
              </a:rPr>
              <a:t>转换到</a:t>
            </a:r>
            <a:r>
              <a:rPr lang="zh-CN" altLang="en-US"/>
              <a:t>相应的</a:t>
            </a:r>
            <a:r>
              <a:rPr lang="zh-CN" altLang="en-US">
                <a:solidFill>
                  <a:schemeClr val="hlink"/>
                </a:solidFill>
              </a:rPr>
              <a:t>物理地址</a:t>
            </a:r>
            <a:r>
              <a:rPr lang="zh-CN" altLang="en-US"/>
              <a:t>后进行存取。</a:t>
            </a:r>
          </a:p>
          <a:p>
            <a:pPr eaLnBrk="1" hangingPunct="1">
              <a:lnSpc>
                <a:spcPct val="90000"/>
              </a:lnSpc>
            </a:pPr>
            <a:r>
              <a:rPr lang="zh-CN" altLang="en-US"/>
              <a:t>按键存取是一种用在复杂文件系统，特别是数据库管理系统中的存取方法。</a:t>
            </a:r>
          </a:p>
          <a:p>
            <a:pPr eaLnBrk="1" hangingPunct="1">
              <a:lnSpc>
                <a:spcPct val="90000"/>
              </a:lnSpc>
            </a:pPr>
            <a:r>
              <a:rPr lang="zh-CN" altLang="en-US"/>
              <a:t>对文件的搜索分为两步：</a:t>
            </a:r>
          </a:p>
          <a:p>
            <a:pPr lvl="1" eaLnBrk="1" hangingPunct="1">
              <a:lnSpc>
                <a:spcPct val="90000"/>
              </a:lnSpc>
            </a:pPr>
            <a:r>
              <a:rPr lang="zh-CN" altLang="en-US">
                <a:solidFill>
                  <a:schemeClr val="hlink"/>
                </a:solidFill>
              </a:rPr>
              <a:t>对键进行搜索</a:t>
            </a:r>
          </a:p>
          <a:p>
            <a:pPr lvl="1" eaLnBrk="1" hangingPunct="1">
              <a:lnSpc>
                <a:spcPct val="90000"/>
              </a:lnSpc>
            </a:pPr>
            <a:r>
              <a:rPr lang="zh-CN" altLang="en-US">
                <a:solidFill>
                  <a:schemeClr val="hlink"/>
                </a:solidFill>
              </a:rPr>
              <a:t>在含有键的记录中搜索出所需记录</a:t>
            </a:r>
          </a:p>
        </p:txBody>
      </p:sp>
    </p:spTree>
  </p:cSld>
  <p:clrMapOvr>
    <a:masterClrMapping/>
  </p:clrMapOvr>
  <p:transition spd="med">
    <p:random/>
    <p:sndAc>
      <p:stSnd>
        <p:snd r:embed="rId2"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a:extLst>
              <a:ext uri="{FF2B5EF4-FFF2-40B4-BE49-F238E27FC236}">
                <a16:creationId xmlns:a16="http://schemas.microsoft.com/office/drawing/2014/main" id="{4EEB7041-6C21-053D-561F-1F5D06C6E9B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3230719-C6F4-984C-9106-6B62F10DF71C}" type="slidenum">
              <a:rPr lang="en-US" altLang="zh-CN">
                <a:latin typeface="Arial" panose="020B0604020202020204" pitchFamily="34" charset="0"/>
              </a:rPr>
              <a:pPr/>
              <a:t>35</a:t>
            </a:fld>
            <a:endParaRPr lang="en-US" altLang="zh-CN">
              <a:latin typeface="Arial" panose="020B0604020202020204" pitchFamily="34" charset="0"/>
            </a:endParaRPr>
          </a:p>
        </p:txBody>
      </p:sp>
      <p:sp>
        <p:nvSpPr>
          <p:cNvPr id="476162" name="Rectangle 2">
            <a:extLst>
              <a:ext uri="{FF2B5EF4-FFF2-40B4-BE49-F238E27FC236}">
                <a16:creationId xmlns:a16="http://schemas.microsoft.com/office/drawing/2014/main" id="{164D3EDC-5F39-3D99-75A8-54779B153A21}"/>
              </a:ext>
            </a:extLst>
          </p:cNvPr>
          <p:cNvSpPr>
            <a:spLocks noGrp="1" noRot="1" noChangeArrowheads="1"/>
          </p:cNvSpPr>
          <p:nvPr>
            <p:ph type="title"/>
          </p:nvPr>
        </p:nvSpPr>
        <p:spPr>
          <a:xfrm>
            <a:off x="1331913" y="476250"/>
            <a:ext cx="6913562" cy="793750"/>
          </a:xfrm>
        </p:spPr>
        <p:txBody>
          <a:bodyPr/>
          <a:lstStyle/>
          <a:p>
            <a:pPr eaLnBrk="1" hangingPunct="1"/>
            <a:r>
              <a:rPr lang="zh-CN" altLang="en-US" sz="4000"/>
              <a:t>按键存取法中记录的搜索过程</a:t>
            </a:r>
          </a:p>
        </p:txBody>
      </p:sp>
      <p:sp>
        <p:nvSpPr>
          <p:cNvPr id="41989" name="Rectangle 3">
            <a:extLst>
              <a:ext uri="{FF2B5EF4-FFF2-40B4-BE49-F238E27FC236}">
                <a16:creationId xmlns:a16="http://schemas.microsoft.com/office/drawing/2014/main" id="{9830DB21-0EF2-30EA-F7F2-5E9D42E0A80F}"/>
              </a:ext>
            </a:extLst>
          </p:cNvPr>
          <p:cNvSpPr>
            <a:spLocks noChangeArrowheads="1"/>
          </p:cNvSpPr>
          <p:nvPr/>
        </p:nvSpPr>
        <p:spPr bwMode="auto">
          <a:xfrm>
            <a:off x="2771775" y="1557338"/>
            <a:ext cx="3313113" cy="7937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由</a:t>
            </a:r>
            <a:r>
              <a:rPr lang="en-US" altLang="zh-CN" sz="2400">
                <a:latin typeface="华文中宋" panose="02010600040101010101" pitchFamily="2" charset="-122"/>
                <a:ea typeface="华文中宋" panose="02010600040101010101" pitchFamily="2" charset="-122"/>
              </a:rPr>
              <a:t>R</a:t>
            </a:r>
            <a:r>
              <a:rPr lang="en-US" altLang="zh-CN" sz="2400" baseline="-25000">
                <a:latin typeface="华文中宋" panose="02010600040101010101" pitchFamily="2" charset="-122"/>
                <a:ea typeface="华文中宋" panose="02010600040101010101" pitchFamily="2" charset="-122"/>
              </a:rPr>
              <a:t>i</a:t>
            </a:r>
            <a:r>
              <a:rPr lang="zh-CN" altLang="en-US" sz="2400" b="0">
                <a:latin typeface="华文中宋" panose="02010600040101010101" pitchFamily="2" charset="-122"/>
                <a:ea typeface="华文中宋" panose="02010600040101010101" pitchFamily="2" charset="-122"/>
              </a:rPr>
              <a:t>所对应的键名查找</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拥有该键的记录队列</a:t>
            </a:r>
          </a:p>
        </p:txBody>
      </p:sp>
      <p:sp>
        <p:nvSpPr>
          <p:cNvPr id="41990" name="Line 4">
            <a:extLst>
              <a:ext uri="{FF2B5EF4-FFF2-40B4-BE49-F238E27FC236}">
                <a16:creationId xmlns:a16="http://schemas.microsoft.com/office/drawing/2014/main" id="{1794CA9B-B938-B910-5EBA-A076CF2651A3}"/>
              </a:ext>
            </a:extLst>
          </p:cNvPr>
          <p:cNvSpPr>
            <a:spLocks noChangeShapeType="1"/>
          </p:cNvSpPr>
          <p:nvPr/>
        </p:nvSpPr>
        <p:spPr bwMode="auto">
          <a:xfrm>
            <a:off x="4427538" y="1195388"/>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1" name="Line 5">
            <a:extLst>
              <a:ext uri="{FF2B5EF4-FFF2-40B4-BE49-F238E27FC236}">
                <a16:creationId xmlns:a16="http://schemas.microsoft.com/office/drawing/2014/main" id="{174A3AA4-ECF5-C2A6-A932-069591DBAFA2}"/>
              </a:ext>
            </a:extLst>
          </p:cNvPr>
          <p:cNvSpPr>
            <a:spLocks noChangeShapeType="1"/>
          </p:cNvSpPr>
          <p:nvPr/>
        </p:nvSpPr>
        <p:spPr bwMode="auto">
          <a:xfrm>
            <a:off x="4427538" y="2349500"/>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2" name="AutoShape 6">
            <a:extLst>
              <a:ext uri="{FF2B5EF4-FFF2-40B4-BE49-F238E27FC236}">
                <a16:creationId xmlns:a16="http://schemas.microsoft.com/office/drawing/2014/main" id="{38D3C78F-ABDA-121D-FD6D-6C15E1382182}"/>
              </a:ext>
            </a:extLst>
          </p:cNvPr>
          <p:cNvSpPr>
            <a:spLocks noChangeArrowheads="1"/>
          </p:cNvSpPr>
          <p:nvPr/>
        </p:nvSpPr>
        <p:spPr bwMode="auto">
          <a:xfrm>
            <a:off x="2555875" y="2638425"/>
            <a:ext cx="3744913" cy="719138"/>
          </a:xfrm>
          <a:prstGeom prst="flowChartDecision">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找到了吗？</a:t>
            </a:r>
          </a:p>
        </p:txBody>
      </p:sp>
      <p:sp>
        <p:nvSpPr>
          <p:cNvPr id="41993" name="Rectangle 7">
            <a:extLst>
              <a:ext uri="{FF2B5EF4-FFF2-40B4-BE49-F238E27FC236}">
                <a16:creationId xmlns:a16="http://schemas.microsoft.com/office/drawing/2014/main" id="{AC86DDFF-2E16-DC0C-DC87-10E8F89F5A61}"/>
              </a:ext>
            </a:extLst>
          </p:cNvPr>
          <p:cNvSpPr>
            <a:spLocks noChangeArrowheads="1"/>
          </p:cNvSpPr>
          <p:nvPr/>
        </p:nvSpPr>
        <p:spPr bwMode="auto">
          <a:xfrm>
            <a:off x="6804025" y="3503613"/>
            <a:ext cx="1296988" cy="43180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返回空</a:t>
            </a:r>
          </a:p>
        </p:txBody>
      </p:sp>
      <p:sp>
        <p:nvSpPr>
          <p:cNvPr id="41994" name="Line 8">
            <a:extLst>
              <a:ext uri="{FF2B5EF4-FFF2-40B4-BE49-F238E27FC236}">
                <a16:creationId xmlns:a16="http://schemas.microsoft.com/office/drawing/2014/main" id="{4BD5C2E2-CF82-BF46-FFDC-1A0A2F247B9A}"/>
              </a:ext>
            </a:extLst>
          </p:cNvPr>
          <p:cNvSpPr>
            <a:spLocks noChangeShapeType="1"/>
          </p:cNvSpPr>
          <p:nvPr/>
        </p:nvSpPr>
        <p:spPr bwMode="auto">
          <a:xfrm>
            <a:off x="6300788" y="2998788"/>
            <a:ext cx="1079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5" name="Line 9">
            <a:extLst>
              <a:ext uri="{FF2B5EF4-FFF2-40B4-BE49-F238E27FC236}">
                <a16:creationId xmlns:a16="http://schemas.microsoft.com/office/drawing/2014/main" id="{FE82EFFC-40EA-B279-E1AC-E16A7191DD20}"/>
              </a:ext>
            </a:extLst>
          </p:cNvPr>
          <p:cNvSpPr>
            <a:spLocks noChangeShapeType="1"/>
          </p:cNvSpPr>
          <p:nvPr/>
        </p:nvSpPr>
        <p:spPr bwMode="auto">
          <a:xfrm>
            <a:off x="7380288" y="2998788"/>
            <a:ext cx="0" cy="431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6" name="Line 10">
            <a:extLst>
              <a:ext uri="{FF2B5EF4-FFF2-40B4-BE49-F238E27FC236}">
                <a16:creationId xmlns:a16="http://schemas.microsoft.com/office/drawing/2014/main" id="{C520C671-0442-6F27-1692-D907C67F9A10}"/>
              </a:ext>
            </a:extLst>
          </p:cNvPr>
          <p:cNvSpPr>
            <a:spLocks noChangeShapeType="1"/>
          </p:cNvSpPr>
          <p:nvPr/>
        </p:nvSpPr>
        <p:spPr bwMode="auto">
          <a:xfrm>
            <a:off x="4427538" y="3357563"/>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7" name="Rectangle 11">
            <a:extLst>
              <a:ext uri="{FF2B5EF4-FFF2-40B4-BE49-F238E27FC236}">
                <a16:creationId xmlns:a16="http://schemas.microsoft.com/office/drawing/2014/main" id="{3D581E3D-4968-C745-01A9-F6E6181F06B2}"/>
              </a:ext>
            </a:extLst>
          </p:cNvPr>
          <p:cNvSpPr>
            <a:spLocks noChangeArrowheads="1"/>
          </p:cNvSpPr>
          <p:nvPr/>
        </p:nvSpPr>
        <p:spPr bwMode="auto">
          <a:xfrm>
            <a:off x="2916238" y="3646488"/>
            <a:ext cx="3097212" cy="64770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由记录队列查找</a:t>
            </a:r>
            <a:r>
              <a:rPr lang="en-US" altLang="zh-CN" sz="2400">
                <a:latin typeface="华文中宋" panose="02010600040101010101" pitchFamily="2" charset="-122"/>
                <a:ea typeface="华文中宋" panose="02010600040101010101" pitchFamily="2" charset="-122"/>
              </a:rPr>
              <a:t>R</a:t>
            </a:r>
            <a:r>
              <a:rPr lang="en-US" altLang="zh-CN" sz="2400" baseline="-25000">
                <a:latin typeface="华文中宋" panose="02010600040101010101" pitchFamily="2" charset="-122"/>
                <a:ea typeface="华文中宋" panose="02010600040101010101" pitchFamily="2" charset="-122"/>
              </a:rPr>
              <a:t>i</a:t>
            </a:r>
            <a:endParaRPr lang="en-US" altLang="zh-CN" sz="2400">
              <a:latin typeface="华文中宋" panose="02010600040101010101" pitchFamily="2" charset="-122"/>
              <a:ea typeface="华文中宋" panose="02010600040101010101" pitchFamily="2" charset="-122"/>
            </a:endParaRPr>
          </a:p>
        </p:txBody>
      </p:sp>
      <p:sp>
        <p:nvSpPr>
          <p:cNvPr id="41998" name="Line 12">
            <a:extLst>
              <a:ext uri="{FF2B5EF4-FFF2-40B4-BE49-F238E27FC236}">
                <a16:creationId xmlns:a16="http://schemas.microsoft.com/office/drawing/2014/main" id="{73445109-B8D3-D2B9-50E9-4BDE938A42F8}"/>
              </a:ext>
            </a:extLst>
          </p:cNvPr>
          <p:cNvSpPr>
            <a:spLocks noChangeShapeType="1"/>
          </p:cNvSpPr>
          <p:nvPr/>
        </p:nvSpPr>
        <p:spPr bwMode="auto">
          <a:xfrm>
            <a:off x="4427538" y="4364038"/>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9" name="AutoShape 13">
            <a:extLst>
              <a:ext uri="{FF2B5EF4-FFF2-40B4-BE49-F238E27FC236}">
                <a16:creationId xmlns:a16="http://schemas.microsoft.com/office/drawing/2014/main" id="{E665EC66-253C-4DC9-D67B-834FAF16A54C}"/>
              </a:ext>
            </a:extLst>
          </p:cNvPr>
          <p:cNvSpPr>
            <a:spLocks noChangeArrowheads="1"/>
          </p:cNvSpPr>
          <p:nvPr/>
        </p:nvSpPr>
        <p:spPr bwMode="auto">
          <a:xfrm>
            <a:off x="2844800" y="5734050"/>
            <a:ext cx="3240088" cy="503238"/>
          </a:xfrm>
          <a:prstGeom prst="flowChartTerminator">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返回</a:t>
            </a:r>
            <a:r>
              <a:rPr lang="en-US" altLang="zh-CN" sz="2400">
                <a:latin typeface="华文中宋" panose="02010600040101010101" pitchFamily="2" charset="-122"/>
                <a:ea typeface="华文中宋" panose="02010600040101010101" pitchFamily="2" charset="-122"/>
              </a:rPr>
              <a:t>R</a:t>
            </a:r>
            <a:r>
              <a:rPr lang="en-US" altLang="zh-CN" sz="2400" baseline="-25000">
                <a:latin typeface="华文中宋" panose="02010600040101010101" pitchFamily="2" charset="-122"/>
                <a:ea typeface="华文中宋" panose="02010600040101010101" pitchFamily="2" charset="-122"/>
              </a:rPr>
              <a:t>i</a:t>
            </a:r>
            <a:r>
              <a:rPr lang="zh-CN" altLang="en-US" sz="2400" b="0">
                <a:latin typeface="华文中宋" panose="02010600040101010101" pitchFamily="2" charset="-122"/>
                <a:ea typeface="华文中宋" panose="02010600040101010101" pitchFamily="2" charset="-122"/>
              </a:rPr>
              <a:t>的逻辑地址</a:t>
            </a:r>
          </a:p>
        </p:txBody>
      </p:sp>
      <p:sp>
        <p:nvSpPr>
          <p:cNvPr id="42000" name="Text Box 14">
            <a:extLst>
              <a:ext uri="{FF2B5EF4-FFF2-40B4-BE49-F238E27FC236}">
                <a16:creationId xmlns:a16="http://schemas.microsoft.com/office/drawing/2014/main" id="{41119A68-0050-F802-52AD-4E6DC2FED06B}"/>
              </a:ext>
            </a:extLst>
          </p:cNvPr>
          <p:cNvSpPr txBox="1">
            <a:spLocks noChangeArrowheads="1"/>
          </p:cNvSpPr>
          <p:nvPr/>
        </p:nvSpPr>
        <p:spPr bwMode="auto">
          <a:xfrm>
            <a:off x="6300788" y="2422525"/>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42001" name="AutoShape 15">
            <a:extLst>
              <a:ext uri="{FF2B5EF4-FFF2-40B4-BE49-F238E27FC236}">
                <a16:creationId xmlns:a16="http://schemas.microsoft.com/office/drawing/2014/main" id="{4CB1B0E7-2FD1-EB20-F245-E5F1C4E51B5F}"/>
              </a:ext>
            </a:extLst>
          </p:cNvPr>
          <p:cNvSpPr>
            <a:spLocks noChangeArrowheads="1"/>
          </p:cNvSpPr>
          <p:nvPr/>
        </p:nvSpPr>
        <p:spPr bwMode="auto">
          <a:xfrm>
            <a:off x="2555875" y="4724400"/>
            <a:ext cx="3744913" cy="719138"/>
          </a:xfrm>
          <a:prstGeom prst="flowChartDecision">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找到了吗？</a:t>
            </a:r>
          </a:p>
        </p:txBody>
      </p:sp>
      <p:sp>
        <p:nvSpPr>
          <p:cNvPr id="42002" name="Rectangle 16">
            <a:extLst>
              <a:ext uri="{FF2B5EF4-FFF2-40B4-BE49-F238E27FC236}">
                <a16:creationId xmlns:a16="http://schemas.microsoft.com/office/drawing/2014/main" id="{45795DAC-F4FD-80C6-DA8A-663E0F2CAA82}"/>
              </a:ext>
            </a:extLst>
          </p:cNvPr>
          <p:cNvSpPr>
            <a:spLocks noChangeArrowheads="1"/>
          </p:cNvSpPr>
          <p:nvPr/>
        </p:nvSpPr>
        <p:spPr bwMode="auto">
          <a:xfrm>
            <a:off x="6804025" y="5589588"/>
            <a:ext cx="1296988" cy="43180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返回空</a:t>
            </a:r>
          </a:p>
        </p:txBody>
      </p:sp>
      <p:sp>
        <p:nvSpPr>
          <p:cNvPr id="42003" name="Line 17">
            <a:extLst>
              <a:ext uri="{FF2B5EF4-FFF2-40B4-BE49-F238E27FC236}">
                <a16:creationId xmlns:a16="http://schemas.microsoft.com/office/drawing/2014/main" id="{0EC9DC74-3B02-8E6F-A5C1-08BA9DE5824F}"/>
              </a:ext>
            </a:extLst>
          </p:cNvPr>
          <p:cNvSpPr>
            <a:spLocks noChangeShapeType="1"/>
          </p:cNvSpPr>
          <p:nvPr/>
        </p:nvSpPr>
        <p:spPr bwMode="auto">
          <a:xfrm>
            <a:off x="6300788" y="5084763"/>
            <a:ext cx="1079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4" name="Line 18">
            <a:extLst>
              <a:ext uri="{FF2B5EF4-FFF2-40B4-BE49-F238E27FC236}">
                <a16:creationId xmlns:a16="http://schemas.microsoft.com/office/drawing/2014/main" id="{99A05DA7-7E82-AA0C-514C-921D18697CCF}"/>
              </a:ext>
            </a:extLst>
          </p:cNvPr>
          <p:cNvSpPr>
            <a:spLocks noChangeShapeType="1"/>
          </p:cNvSpPr>
          <p:nvPr/>
        </p:nvSpPr>
        <p:spPr bwMode="auto">
          <a:xfrm>
            <a:off x="7380288" y="5084763"/>
            <a:ext cx="0" cy="431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5" name="Line 19">
            <a:extLst>
              <a:ext uri="{FF2B5EF4-FFF2-40B4-BE49-F238E27FC236}">
                <a16:creationId xmlns:a16="http://schemas.microsoft.com/office/drawing/2014/main" id="{74547130-DE92-DA20-8B63-3E2A832F1AF1}"/>
              </a:ext>
            </a:extLst>
          </p:cNvPr>
          <p:cNvSpPr>
            <a:spLocks noChangeShapeType="1"/>
          </p:cNvSpPr>
          <p:nvPr/>
        </p:nvSpPr>
        <p:spPr bwMode="auto">
          <a:xfrm>
            <a:off x="4427538" y="5443538"/>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6" name="Text Box 20">
            <a:extLst>
              <a:ext uri="{FF2B5EF4-FFF2-40B4-BE49-F238E27FC236}">
                <a16:creationId xmlns:a16="http://schemas.microsoft.com/office/drawing/2014/main" id="{8F796112-BBB9-AAC7-0985-308B327D917B}"/>
              </a:ext>
            </a:extLst>
          </p:cNvPr>
          <p:cNvSpPr txBox="1">
            <a:spLocks noChangeArrowheads="1"/>
          </p:cNvSpPr>
          <p:nvPr/>
        </p:nvSpPr>
        <p:spPr bwMode="auto">
          <a:xfrm>
            <a:off x="6227763" y="4581525"/>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42007" name="Text Box 21">
            <a:extLst>
              <a:ext uri="{FF2B5EF4-FFF2-40B4-BE49-F238E27FC236}">
                <a16:creationId xmlns:a16="http://schemas.microsoft.com/office/drawing/2014/main" id="{18304F68-0E0E-A6C6-0FDE-B2B67BCC0141}"/>
              </a:ext>
            </a:extLst>
          </p:cNvPr>
          <p:cNvSpPr txBox="1">
            <a:spLocks noChangeArrowheads="1"/>
          </p:cNvSpPr>
          <p:nvPr/>
        </p:nvSpPr>
        <p:spPr bwMode="auto">
          <a:xfrm>
            <a:off x="5003800" y="3187700"/>
            <a:ext cx="79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42008" name="Text Box 22">
            <a:extLst>
              <a:ext uri="{FF2B5EF4-FFF2-40B4-BE49-F238E27FC236}">
                <a16:creationId xmlns:a16="http://schemas.microsoft.com/office/drawing/2014/main" id="{7E6253B8-FC1D-44F2-C07B-EAB30A194408}"/>
              </a:ext>
            </a:extLst>
          </p:cNvPr>
          <p:cNvSpPr txBox="1">
            <a:spLocks noChangeArrowheads="1"/>
          </p:cNvSpPr>
          <p:nvPr/>
        </p:nvSpPr>
        <p:spPr bwMode="auto">
          <a:xfrm>
            <a:off x="4787900" y="5276850"/>
            <a:ext cx="79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Tree>
  </p:cSld>
  <p:clrMapOvr>
    <a:masterClrMapping/>
  </p:clrMapOvr>
  <p:transition spd="med">
    <p:random/>
    <p:sndAc>
      <p:stSnd>
        <p:snd r:embed="rId2" name="camera.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E3E11D0-D1B3-64FE-3AE9-F52D6C52733C}"/>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D5E9BC4-56F5-154E-8BB2-0AE2A8629449}" type="slidenum">
              <a:rPr lang="en-US" altLang="zh-CN">
                <a:latin typeface="Arial" panose="020B0604020202020204" pitchFamily="34" charset="0"/>
              </a:rPr>
              <a:pPr/>
              <a:t>36</a:t>
            </a:fld>
            <a:endParaRPr lang="en-US" altLang="zh-CN">
              <a:latin typeface="Arial" panose="020B0604020202020204" pitchFamily="34" charset="0"/>
            </a:endParaRPr>
          </a:p>
        </p:txBody>
      </p:sp>
      <p:sp>
        <p:nvSpPr>
          <p:cNvPr id="477186" name="Rectangle 2">
            <a:extLst>
              <a:ext uri="{FF2B5EF4-FFF2-40B4-BE49-F238E27FC236}">
                <a16:creationId xmlns:a16="http://schemas.microsoft.com/office/drawing/2014/main" id="{209D4805-E112-5699-8287-10B0E82B6E8F}"/>
              </a:ext>
            </a:extLst>
          </p:cNvPr>
          <p:cNvSpPr>
            <a:spLocks noGrp="1" noRot="1" noChangeArrowheads="1"/>
          </p:cNvSpPr>
          <p:nvPr>
            <p:ph type="title"/>
          </p:nvPr>
        </p:nvSpPr>
        <p:spPr/>
        <p:txBody>
          <a:bodyPr/>
          <a:lstStyle/>
          <a:p>
            <a:pPr eaLnBrk="1" hangingPunct="1"/>
            <a:r>
              <a:rPr lang="en-US" altLang="zh-CN"/>
              <a:t>3. </a:t>
            </a:r>
            <a:r>
              <a:rPr lang="zh-CN" altLang="en-US"/>
              <a:t>按键存取法</a:t>
            </a:r>
            <a:r>
              <a:rPr lang="en-US" altLang="zh-CN"/>
              <a:t>—</a:t>
            </a:r>
            <a:r>
              <a:rPr lang="zh-CN" altLang="en-US"/>
              <a:t>搜索算法</a:t>
            </a:r>
          </a:p>
        </p:txBody>
      </p:sp>
      <p:sp>
        <p:nvSpPr>
          <p:cNvPr id="477187" name="Rectangle 3">
            <a:extLst>
              <a:ext uri="{FF2B5EF4-FFF2-40B4-BE49-F238E27FC236}">
                <a16:creationId xmlns:a16="http://schemas.microsoft.com/office/drawing/2014/main" id="{7994E66A-F54C-E709-7D89-C044323E6FE1}"/>
              </a:ext>
            </a:extLst>
          </p:cNvPr>
          <p:cNvSpPr>
            <a:spLocks noGrp="1" noRot="1" noChangeArrowheads="1"/>
          </p:cNvSpPr>
          <p:nvPr>
            <p:ph type="body" idx="1"/>
          </p:nvPr>
        </p:nvSpPr>
        <p:spPr/>
        <p:txBody>
          <a:bodyPr/>
          <a:lstStyle/>
          <a:p>
            <a:pPr eaLnBrk="1" hangingPunct="1"/>
            <a:r>
              <a:rPr lang="zh-CN" altLang="en-US"/>
              <a:t>对键或记录的搜索与其他数据搜索问题都属于表格搜索问题（</a:t>
            </a:r>
            <a:r>
              <a:rPr lang="en-US" altLang="zh-CN"/>
              <a:t>table lookup</a:t>
            </a:r>
            <a:r>
              <a:rPr lang="zh-CN" altLang="en-US"/>
              <a:t>）。</a:t>
            </a:r>
          </a:p>
          <a:p>
            <a:pPr eaLnBrk="1" hangingPunct="1"/>
            <a:r>
              <a:rPr lang="zh-CN" altLang="en-US"/>
              <a:t>主要的表格搜索算法有三种类型</a:t>
            </a:r>
          </a:p>
          <a:p>
            <a:pPr lvl="1" eaLnBrk="1" hangingPunct="1"/>
            <a:r>
              <a:rPr lang="zh-CN" altLang="en-US">
                <a:solidFill>
                  <a:schemeClr val="hlink"/>
                </a:solidFill>
              </a:rPr>
              <a:t>线性搜索法（</a:t>
            </a:r>
            <a:r>
              <a:rPr lang="en-US" altLang="zh-CN">
                <a:solidFill>
                  <a:schemeClr val="hlink"/>
                </a:solidFill>
              </a:rPr>
              <a:t>linear search</a:t>
            </a:r>
            <a:r>
              <a:rPr lang="zh-CN" altLang="en-US">
                <a:solidFill>
                  <a:schemeClr val="hlink"/>
                </a:solidFill>
              </a:rPr>
              <a:t>）</a:t>
            </a:r>
          </a:p>
          <a:p>
            <a:pPr lvl="1" eaLnBrk="1" hangingPunct="1"/>
            <a:r>
              <a:rPr lang="zh-CN" altLang="en-US">
                <a:solidFill>
                  <a:schemeClr val="hlink"/>
                </a:solidFill>
              </a:rPr>
              <a:t>散列法（</a:t>
            </a:r>
            <a:r>
              <a:rPr lang="en-US" altLang="zh-CN">
                <a:solidFill>
                  <a:schemeClr val="hlink"/>
                </a:solidFill>
              </a:rPr>
              <a:t>hash coding</a:t>
            </a:r>
            <a:r>
              <a:rPr lang="zh-CN" altLang="en-US">
                <a:solidFill>
                  <a:schemeClr val="hlink"/>
                </a:solidFill>
              </a:rPr>
              <a:t>）</a:t>
            </a:r>
          </a:p>
          <a:p>
            <a:pPr lvl="1" eaLnBrk="1" hangingPunct="1"/>
            <a:r>
              <a:rPr lang="zh-CN" altLang="en-US">
                <a:solidFill>
                  <a:schemeClr val="hlink"/>
                </a:solidFill>
              </a:rPr>
              <a:t>二分法（</a:t>
            </a:r>
            <a:r>
              <a:rPr lang="en-US" altLang="zh-CN">
                <a:solidFill>
                  <a:schemeClr val="hlink"/>
                </a:solidFill>
              </a:rPr>
              <a:t>binary search algorithm</a:t>
            </a:r>
            <a:r>
              <a:rPr lang="zh-CN" altLang="en-US">
                <a:solidFill>
                  <a:schemeClr val="hlink"/>
                </a:solidFill>
              </a:rPr>
              <a:t>）</a:t>
            </a:r>
          </a:p>
        </p:txBody>
      </p:sp>
    </p:spTree>
  </p:cSld>
  <p:clrMapOvr>
    <a:masterClrMapping/>
  </p:clrMapOvr>
  <p:transition spd="med">
    <p:random/>
    <p:sndAc>
      <p:stSnd>
        <p:snd r:embed="rId2" name="camera.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6B63879-F214-82DE-EA7A-285DECD4B16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CFFD6DB-1DAA-2645-AB70-0D8CB236E3EC}" type="slidenum">
              <a:rPr lang="en-US" altLang="zh-CN">
                <a:latin typeface="Arial" panose="020B0604020202020204" pitchFamily="34" charset="0"/>
              </a:rPr>
              <a:pPr/>
              <a:t>37</a:t>
            </a:fld>
            <a:endParaRPr lang="en-US" altLang="zh-CN">
              <a:latin typeface="Arial" panose="020B0604020202020204" pitchFamily="34" charset="0"/>
            </a:endParaRPr>
          </a:p>
        </p:txBody>
      </p:sp>
      <p:sp>
        <p:nvSpPr>
          <p:cNvPr id="478210" name="Rectangle 2">
            <a:extLst>
              <a:ext uri="{FF2B5EF4-FFF2-40B4-BE49-F238E27FC236}">
                <a16:creationId xmlns:a16="http://schemas.microsoft.com/office/drawing/2014/main" id="{6D01CF7D-45BD-FE77-6A20-E7D82C12E9CF}"/>
              </a:ext>
            </a:extLst>
          </p:cNvPr>
          <p:cNvSpPr>
            <a:spLocks noGrp="1" noRot="1" noChangeArrowheads="1"/>
          </p:cNvSpPr>
          <p:nvPr>
            <p:ph type="title"/>
          </p:nvPr>
        </p:nvSpPr>
        <p:spPr/>
        <p:txBody>
          <a:bodyPr/>
          <a:lstStyle/>
          <a:p>
            <a:pPr eaLnBrk="1" hangingPunct="1"/>
            <a:r>
              <a:rPr lang="en-US" altLang="zh-CN"/>
              <a:t>(1).</a:t>
            </a:r>
            <a:r>
              <a:rPr lang="zh-CN" altLang="en-US"/>
              <a:t>线性搜索法 </a:t>
            </a:r>
          </a:p>
        </p:txBody>
      </p:sp>
      <p:sp>
        <p:nvSpPr>
          <p:cNvPr id="478211" name="Rectangle 3">
            <a:extLst>
              <a:ext uri="{FF2B5EF4-FFF2-40B4-BE49-F238E27FC236}">
                <a16:creationId xmlns:a16="http://schemas.microsoft.com/office/drawing/2014/main" id="{D8F45CC4-7C80-A7D8-33EC-3B23FE4E1C3F}"/>
              </a:ext>
            </a:extLst>
          </p:cNvPr>
          <p:cNvSpPr>
            <a:spLocks noGrp="1" noRot="1" noChangeArrowheads="1"/>
          </p:cNvSpPr>
          <p:nvPr>
            <p:ph type="body" idx="1"/>
          </p:nvPr>
        </p:nvSpPr>
        <p:spPr/>
        <p:txBody>
          <a:bodyPr/>
          <a:lstStyle/>
          <a:p>
            <a:pPr eaLnBrk="1" hangingPunct="1"/>
            <a:r>
              <a:rPr lang="zh-CN" altLang="en-US" sz="2800"/>
              <a:t>线性搜索法：从记录的第一个键或记录开始，依次和所要搜索的键或记录相比较，直到找到所需要的记录为止。</a:t>
            </a:r>
          </a:p>
          <a:p>
            <a:pPr eaLnBrk="1" hangingPunct="1"/>
            <a:r>
              <a:rPr lang="zh-CN" altLang="en-US" sz="2800"/>
              <a:t>线性搜索法是一种最简单、最直观的搜索法。但效率较低。</a:t>
            </a:r>
          </a:p>
          <a:p>
            <a:pPr eaLnBrk="1" hangingPunct="1"/>
            <a:r>
              <a:rPr lang="zh-CN" altLang="en-US" sz="2800"/>
              <a:t>线性搜索法所需要的搜索时间与所搜索的表格大小的</a:t>
            </a:r>
            <a:r>
              <a:rPr lang="en-US" altLang="zh-CN" sz="2800"/>
              <a:t>1/2</a:t>
            </a:r>
            <a:r>
              <a:rPr lang="zh-CN" altLang="en-US" sz="2800"/>
              <a:t>成正比。这是因为找到一个所需要的记录平均要和表中登记的总项数的</a:t>
            </a:r>
            <a:r>
              <a:rPr lang="en-US" altLang="zh-CN" sz="2800"/>
              <a:t>1/2</a:t>
            </a:r>
            <a:r>
              <a:rPr lang="zh-CN" altLang="en-US" sz="2800"/>
              <a:t>比较后才能找到。</a:t>
            </a:r>
          </a:p>
        </p:txBody>
      </p:sp>
    </p:spTree>
  </p:cSld>
  <p:clrMapOvr>
    <a:masterClrMapping/>
  </p:clrMapOvr>
  <p:transition spd="med">
    <p:random/>
    <p:sndAc>
      <p:stSnd>
        <p:snd r:embed="rId2"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7FC385D-21C2-BFC8-6B80-76C2F727D09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5096300-BCA3-6446-8B98-903E9F04D8AB}" type="slidenum">
              <a:rPr lang="en-US" altLang="zh-CN">
                <a:latin typeface="Arial" panose="020B0604020202020204" pitchFamily="34" charset="0"/>
              </a:rPr>
              <a:pPr/>
              <a:t>38</a:t>
            </a:fld>
            <a:endParaRPr lang="en-US" altLang="zh-CN">
              <a:latin typeface="Arial" panose="020B0604020202020204" pitchFamily="34" charset="0"/>
            </a:endParaRPr>
          </a:p>
        </p:txBody>
      </p:sp>
      <p:sp>
        <p:nvSpPr>
          <p:cNvPr id="479234" name="Rectangle 2">
            <a:extLst>
              <a:ext uri="{FF2B5EF4-FFF2-40B4-BE49-F238E27FC236}">
                <a16:creationId xmlns:a16="http://schemas.microsoft.com/office/drawing/2014/main" id="{7E55E8BF-6B79-B935-1033-405006FF2EE9}"/>
              </a:ext>
            </a:extLst>
          </p:cNvPr>
          <p:cNvSpPr>
            <a:spLocks noGrp="1" noRot="1" noChangeArrowheads="1"/>
          </p:cNvSpPr>
          <p:nvPr>
            <p:ph type="title"/>
          </p:nvPr>
        </p:nvSpPr>
        <p:spPr/>
        <p:txBody>
          <a:bodyPr/>
          <a:lstStyle/>
          <a:p>
            <a:pPr eaLnBrk="1" hangingPunct="1">
              <a:defRPr/>
            </a:pPr>
            <a:r>
              <a:rPr lang="en-US" altLang="zh-CN"/>
              <a:t>(2). </a:t>
            </a:r>
            <a:r>
              <a:rPr lang="zh-CN" altLang="en-US"/>
              <a:t>散列法</a:t>
            </a:r>
          </a:p>
        </p:txBody>
      </p:sp>
      <p:sp>
        <p:nvSpPr>
          <p:cNvPr id="479235" name="Rectangle 3">
            <a:extLst>
              <a:ext uri="{FF2B5EF4-FFF2-40B4-BE49-F238E27FC236}">
                <a16:creationId xmlns:a16="http://schemas.microsoft.com/office/drawing/2014/main" id="{C43A1860-E946-B329-AB37-56A29F6A5336}"/>
              </a:ext>
            </a:extLst>
          </p:cNvPr>
          <p:cNvSpPr>
            <a:spLocks noGrp="1" noRot="1" noChangeArrowheads="1"/>
          </p:cNvSpPr>
          <p:nvPr>
            <p:ph type="body" idx="1"/>
          </p:nvPr>
        </p:nvSpPr>
        <p:spPr>
          <a:xfrm>
            <a:off x="323850" y="1905000"/>
            <a:ext cx="8496300" cy="4114800"/>
          </a:xfrm>
        </p:spPr>
        <p:txBody>
          <a:bodyPr/>
          <a:lstStyle/>
          <a:p>
            <a:pPr eaLnBrk="1" hangingPunct="1"/>
            <a:r>
              <a:rPr lang="zh-CN" altLang="en-US"/>
              <a:t>散列法广泛应用于现代操作系统的数据查找。</a:t>
            </a:r>
          </a:p>
          <a:p>
            <a:pPr eaLnBrk="1" hangingPunct="1"/>
            <a:r>
              <a:rPr lang="zh-CN" altLang="en-US"/>
              <a:t>散列法的核心思想：定义一个散列函数</a:t>
            </a:r>
            <a:r>
              <a:rPr lang="en-US" altLang="zh-CN"/>
              <a:t>h(k)</a:t>
            </a:r>
            <a:r>
              <a:rPr lang="zh-CN" altLang="en-US"/>
              <a:t>，使得对于给定的键</a:t>
            </a:r>
            <a:r>
              <a:rPr lang="en-US" altLang="zh-CN"/>
              <a:t>k,</a:t>
            </a:r>
            <a:r>
              <a:rPr lang="zh-CN" altLang="en-US"/>
              <a:t>散列函数</a:t>
            </a:r>
            <a:r>
              <a:rPr lang="en-US" altLang="zh-CN"/>
              <a:t>h(k)</a:t>
            </a:r>
            <a:r>
              <a:rPr lang="zh-CN" altLang="en-US"/>
              <a:t>将其变换为</a:t>
            </a:r>
            <a:r>
              <a:rPr lang="en-US" altLang="zh-CN"/>
              <a:t>k</a:t>
            </a:r>
            <a:r>
              <a:rPr lang="zh-CN" altLang="en-US"/>
              <a:t>所对应的逻辑地址。</a:t>
            </a:r>
          </a:p>
          <a:p>
            <a:pPr eaLnBrk="1" hangingPunct="1"/>
            <a:r>
              <a:rPr lang="zh-CN" altLang="en-US"/>
              <a:t>散列冲突：两个不同的键经散列函数变换后得到同一地址</a:t>
            </a:r>
            <a:r>
              <a:rPr lang="en-US" altLang="zh-CN"/>
              <a:t>: h(k</a:t>
            </a:r>
            <a:r>
              <a:rPr lang="en-US" altLang="zh-CN" baseline="-25000"/>
              <a:t>1</a:t>
            </a:r>
            <a:r>
              <a:rPr lang="en-US" altLang="zh-CN"/>
              <a:t>)= h(k</a:t>
            </a:r>
            <a:r>
              <a:rPr lang="en-US" altLang="zh-CN" baseline="-25000"/>
              <a:t>2</a:t>
            </a:r>
            <a:r>
              <a:rPr lang="en-US" altLang="zh-CN"/>
              <a:t>) (k</a:t>
            </a:r>
            <a:r>
              <a:rPr lang="en-US" altLang="zh-CN" baseline="-25000"/>
              <a:t>1</a:t>
            </a:r>
            <a:r>
              <a:rPr lang="en-US" altLang="zh-CN">
                <a:latin typeface="隶书" pitchFamily="49" charset="-122"/>
              </a:rPr>
              <a:t>≠</a:t>
            </a:r>
            <a:r>
              <a:rPr lang="en-US" altLang="zh-CN"/>
              <a:t>k</a:t>
            </a:r>
            <a:r>
              <a:rPr lang="en-US" altLang="zh-CN" baseline="-25000"/>
              <a:t>2</a:t>
            </a:r>
            <a:r>
              <a:rPr lang="en-US" altLang="zh-CN"/>
              <a:t>)</a:t>
            </a:r>
          </a:p>
        </p:txBody>
      </p:sp>
    </p:spTree>
  </p:cSld>
  <p:clrMapOvr>
    <a:masterClrMapping/>
  </p:clrMapOvr>
  <p:transition spd="med">
    <p:random/>
    <p:sndAc>
      <p:stSnd>
        <p:snd r:embed="rId2"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02F39AF-A0F1-8D5B-B290-84A55904578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D169B45-6DFF-5E4B-B113-2903BA918357}" type="slidenum">
              <a:rPr lang="en-US" altLang="zh-CN">
                <a:latin typeface="Arial" panose="020B0604020202020204" pitchFamily="34" charset="0"/>
              </a:rPr>
              <a:pPr/>
              <a:t>39</a:t>
            </a:fld>
            <a:endParaRPr lang="en-US" altLang="zh-CN">
              <a:latin typeface="Arial" panose="020B0604020202020204" pitchFamily="34" charset="0"/>
            </a:endParaRPr>
          </a:p>
        </p:txBody>
      </p:sp>
      <p:sp>
        <p:nvSpPr>
          <p:cNvPr id="480258" name="Rectangle 2">
            <a:extLst>
              <a:ext uri="{FF2B5EF4-FFF2-40B4-BE49-F238E27FC236}">
                <a16:creationId xmlns:a16="http://schemas.microsoft.com/office/drawing/2014/main" id="{AA2587A5-A54A-8B94-8042-E663338A4C64}"/>
              </a:ext>
            </a:extLst>
          </p:cNvPr>
          <p:cNvSpPr>
            <a:spLocks noGrp="1" noRot="1" noChangeArrowheads="1"/>
          </p:cNvSpPr>
          <p:nvPr>
            <p:ph type="title"/>
          </p:nvPr>
        </p:nvSpPr>
        <p:spPr/>
        <p:txBody>
          <a:bodyPr/>
          <a:lstStyle/>
          <a:p>
            <a:pPr eaLnBrk="1" hangingPunct="1">
              <a:defRPr/>
            </a:pPr>
            <a:r>
              <a:rPr lang="en-US" altLang="zh-CN"/>
              <a:t>(2). </a:t>
            </a:r>
            <a:r>
              <a:rPr lang="zh-CN" altLang="en-US"/>
              <a:t>散列法</a:t>
            </a:r>
          </a:p>
        </p:txBody>
      </p:sp>
      <p:sp>
        <p:nvSpPr>
          <p:cNvPr id="480259" name="Rectangle 3">
            <a:extLst>
              <a:ext uri="{FF2B5EF4-FFF2-40B4-BE49-F238E27FC236}">
                <a16:creationId xmlns:a16="http://schemas.microsoft.com/office/drawing/2014/main" id="{6B695C24-26D9-E673-1D10-C903A9F5DD02}"/>
              </a:ext>
            </a:extLst>
          </p:cNvPr>
          <p:cNvSpPr>
            <a:spLocks noGrp="1" noRot="1" noChangeArrowheads="1"/>
          </p:cNvSpPr>
          <p:nvPr>
            <p:ph type="body" idx="1"/>
          </p:nvPr>
        </p:nvSpPr>
        <p:spPr/>
        <p:txBody>
          <a:bodyPr/>
          <a:lstStyle/>
          <a:p>
            <a:pPr eaLnBrk="1" hangingPunct="1">
              <a:lnSpc>
                <a:spcPct val="90000"/>
              </a:lnSpc>
            </a:pPr>
            <a:r>
              <a:rPr lang="zh-CN" altLang="en-US" sz="2800"/>
              <a:t>散列冲突的解决办法是采用多次散列探测。</a:t>
            </a:r>
          </a:p>
          <a:p>
            <a:pPr eaLnBrk="1" hangingPunct="1">
              <a:lnSpc>
                <a:spcPct val="90000"/>
              </a:lnSpc>
            </a:pPr>
            <a:r>
              <a:rPr lang="zh-CN" altLang="en-US" sz="2800"/>
              <a:t>线性散列探测法：</a:t>
            </a:r>
          </a:p>
          <a:p>
            <a:pPr eaLnBrk="1" hangingPunct="1">
              <a:lnSpc>
                <a:spcPct val="90000"/>
              </a:lnSpc>
              <a:buFont typeface="Wingdings" pitchFamily="2" charset="2"/>
              <a:buNone/>
            </a:pPr>
            <a:r>
              <a:rPr lang="zh-CN" altLang="en-US" sz="2800"/>
              <a:t>设第</a:t>
            </a:r>
            <a:r>
              <a:rPr lang="en-US" altLang="zh-CN" sz="2800"/>
              <a:t>i</a:t>
            </a:r>
            <a:r>
              <a:rPr lang="zh-CN" altLang="en-US" sz="2800"/>
              <a:t>次散列变换结果为</a:t>
            </a:r>
            <a:r>
              <a:rPr lang="en-US" altLang="zh-CN" sz="2800"/>
              <a:t>h</a:t>
            </a:r>
            <a:r>
              <a:rPr lang="en-US" altLang="zh-CN" sz="2800" baseline="-25000"/>
              <a:t>i</a:t>
            </a:r>
            <a:r>
              <a:rPr lang="en-US" altLang="zh-CN" sz="2800"/>
              <a:t>(k)</a:t>
            </a:r>
            <a:r>
              <a:rPr lang="zh-CN" altLang="en-US" sz="2800"/>
              <a:t>，</a:t>
            </a:r>
            <a:r>
              <a:rPr lang="en-US" altLang="zh-CN" sz="2800"/>
              <a:t>i=2</a:t>
            </a:r>
            <a:r>
              <a:rPr lang="zh-CN" altLang="en-US" sz="2800"/>
              <a:t>，</a:t>
            </a:r>
            <a:r>
              <a:rPr lang="en-US" altLang="zh-CN" sz="2800"/>
              <a:t>3</a:t>
            </a:r>
            <a:r>
              <a:rPr lang="zh-CN" altLang="en-US" sz="2800"/>
              <a:t>，</a:t>
            </a:r>
            <a:r>
              <a:rPr lang="en-US" altLang="zh-CN" sz="2800">
                <a:latin typeface="华文中宋" panose="02010600040101010101" pitchFamily="2" charset="-122"/>
              </a:rPr>
              <a:t>…</a:t>
            </a:r>
            <a:r>
              <a:rPr lang="zh-CN" altLang="en-US" sz="2800"/>
              <a:t>，则可令： </a:t>
            </a:r>
            <a:r>
              <a:rPr lang="en-US" altLang="zh-CN" sz="2800"/>
              <a:t>h</a:t>
            </a:r>
            <a:r>
              <a:rPr lang="en-US" altLang="zh-CN" sz="2800" baseline="-25000"/>
              <a:t>i</a:t>
            </a:r>
            <a:r>
              <a:rPr lang="en-US" altLang="zh-CN" sz="2800"/>
              <a:t>(k)=(h</a:t>
            </a:r>
            <a:r>
              <a:rPr lang="en-US" altLang="zh-CN" sz="2800" baseline="-25000"/>
              <a:t>1</a:t>
            </a:r>
            <a:r>
              <a:rPr lang="en-US" altLang="zh-CN" sz="2800"/>
              <a:t>(k) + d</a:t>
            </a:r>
            <a:r>
              <a:rPr lang="en-US" altLang="zh-CN" sz="2800" baseline="-25000"/>
              <a:t>i</a:t>
            </a:r>
            <a:r>
              <a:rPr lang="en-US" altLang="zh-CN" sz="2800"/>
              <a:t>) (mod t)</a:t>
            </a:r>
            <a:r>
              <a:rPr lang="zh-CN" altLang="en-US" sz="2800"/>
              <a:t>，这里，</a:t>
            </a:r>
            <a:r>
              <a:rPr lang="en-US" altLang="zh-CN" sz="2800"/>
              <a:t>t </a:t>
            </a:r>
            <a:r>
              <a:rPr lang="zh-CN" altLang="en-US" sz="2800"/>
              <a:t>为散列表的长度。令</a:t>
            </a:r>
            <a:r>
              <a:rPr lang="en-US" altLang="zh-CN" sz="2800"/>
              <a:t>d</a:t>
            </a:r>
            <a:r>
              <a:rPr lang="en-US" altLang="zh-CN" sz="2800" baseline="-25000"/>
              <a:t>i</a:t>
            </a:r>
            <a:r>
              <a:rPr lang="zh-CN" altLang="en-US" sz="2800"/>
              <a:t>为</a:t>
            </a:r>
            <a:r>
              <a:rPr lang="en-US" altLang="zh-CN" sz="2800"/>
              <a:t>i</a:t>
            </a:r>
            <a:r>
              <a:rPr lang="zh-CN" altLang="en-US" sz="2800"/>
              <a:t>的线性函数，即</a:t>
            </a:r>
            <a:r>
              <a:rPr lang="en-US" altLang="zh-CN" sz="2800"/>
              <a:t>d</a:t>
            </a:r>
            <a:r>
              <a:rPr lang="en-US" altLang="zh-CN" sz="2800" baseline="-25000"/>
              <a:t>i</a:t>
            </a:r>
            <a:r>
              <a:rPr lang="en-US" altLang="zh-CN" sz="2800"/>
              <a:t>=a*i</a:t>
            </a:r>
            <a:r>
              <a:rPr lang="zh-CN" altLang="en-US" sz="2800"/>
              <a:t>。</a:t>
            </a:r>
          </a:p>
          <a:p>
            <a:pPr eaLnBrk="1" hangingPunct="1">
              <a:lnSpc>
                <a:spcPct val="90000"/>
              </a:lnSpc>
            </a:pPr>
            <a:r>
              <a:rPr lang="zh-CN" altLang="en-US" sz="2800"/>
              <a:t>随机散列探测法：令</a:t>
            </a:r>
            <a:r>
              <a:rPr lang="en-US" altLang="zh-CN" sz="2800"/>
              <a:t>d</a:t>
            </a:r>
            <a:r>
              <a:rPr lang="en-US" altLang="zh-CN" sz="2800" baseline="-25000"/>
              <a:t>i</a:t>
            </a:r>
            <a:r>
              <a:rPr lang="en-US" altLang="zh-CN" sz="2800"/>
              <a:t>= r</a:t>
            </a:r>
            <a:r>
              <a:rPr lang="en-US" altLang="zh-CN" sz="2800" baseline="-25000"/>
              <a:t>i</a:t>
            </a:r>
            <a:r>
              <a:rPr lang="zh-CN" altLang="en-US" sz="2800"/>
              <a:t>，其中，</a:t>
            </a:r>
            <a:r>
              <a:rPr lang="en-US" altLang="zh-CN" sz="2800"/>
              <a:t>{r</a:t>
            </a:r>
            <a:r>
              <a:rPr lang="en-US" altLang="zh-CN" sz="2800" baseline="-25000"/>
              <a:t>1</a:t>
            </a:r>
            <a:r>
              <a:rPr lang="zh-CN" altLang="en-US" sz="2800"/>
              <a:t>， </a:t>
            </a:r>
            <a:r>
              <a:rPr lang="en-US" altLang="zh-CN" sz="2800"/>
              <a:t>r</a:t>
            </a:r>
            <a:r>
              <a:rPr lang="en-US" altLang="zh-CN" sz="2800" baseline="-25000"/>
              <a:t>2</a:t>
            </a:r>
            <a:r>
              <a:rPr lang="zh-CN" altLang="en-US" sz="2800"/>
              <a:t>， </a:t>
            </a:r>
            <a:r>
              <a:rPr lang="en-US" altLang="zh-CN" sz="2800"/>
              <a:t>r</a:t>
            </a:r>
            <a:r>
              <a:rPr lang="en-US" altLang="zh-CN" sz="2800" baseline="-25000"/>
              <a:t>n</a:t>
            </a:r>
            <a:r>
              <a:rPr lang="en-US" altLang="zh-CN" sz="2800"/>
              <a:t>}</a:t>
            </a:r>
            <a:r>
              <a:rPr lang="zh-CN" altLang="en-US" sz="2800"/>
              <a:t>为一随机数。 </a:t>
            </a:r>
          </a:p>
          <a:p>
            <a:pPr eaLnBrk="1" hangingPunct="1">
              <a:lnSpc>
                <a:spcPct val="90000"/>
              </a:lnSpc>
            </a:pPr>
            <a:r>
              <a:rPr lang="zh-CN" altLang="en-US" sz="2800"/>
              <a:t>平方散列探测法：令</a:t>
            </a:r>
          </a:p>
          <a:p>
            <a:pPr eaLnBrk="1" hangingPunct="1">
              <a:lnSpc>
                <a:spcPct val="90000"/>
              </a:lnSpc>
              <a:buFont typeface="Wingdings" pitchFamily="2" charset="2"/>
              <a:buNone/>
            </a:pPr>
            <a:r>
              <a:rPr lang="zh-CN" altLang="en-US" sz="2800"/>
              <a:t>            </a:t>
            </a:r>
            <a:r>
              <a:rPr lang="en-US" altLang="zh-CN" sz="2800"/>
              <a:t>h</a:t>
            </a:r>
            <a:r>
              <a:rPr lang="en-US" altLang="zh-CN" sz="2800" baseline="-25000"/>
              <a:t>i</a:t>
            </a:r>
            <a:r>
              <a:rPr lang="en-US" altLang="zh-CN" sz="2800"/>
              <a:t>(k)=(h</a:t>
            </a:r>
            <a:r>
              <a:rPr lang="en-US" altLang="zh-CN" sz="2800" baseline="-25000"/>
              <a:t>1</a:t>
            </a:r>
            <a:r>
              <a:rPr lang="en-US" altLang="zh-CN" sz="2800"/>
              <a:t>(k) + c*(i * i)) (mod t)</a:t>
            </a:r>
            <a:r>
              <a:rPr lang="zh-CN" altLang="en-US" sz="2800"/>
              <a:t>。</a:t>
            </a:r>
          </a:p>
          <a:p>
            <a:pPr eaLnBrk="1" hangingPunct="1">
              <a:lnSpc>
                <a:spcPct val="90000"/>
              </a:lnSpc>
              <a:buFont typeface="Wingdings" pitchFamily="2" charset="2"/>
              <a:buNone/>
            </a:pPr>
            <a:endParaRPr lang="en-US" altLang="zh-CN" sz="2800"/>
          </a:p>
        </p:txBody>
      </p:sp>
    </p:spTree>
  </p:cSld>
  <p:clrMapOvr>
    <a:masterClrMapping/>
  </p:clrMapOvr>
  <p:transition spd="med">
    <p:random/>
    <p:sndAc>
      <p:stSnd>
        <p:snd r:embed="rId2"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3394A70-3E24-43EA-2879-D44634EA34F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53DDA2C-D0E7-0C4F-82DF-994EA652DD24}" type="slidenum">
              <a:rPr lang="en-US" altLang="zh-CN">
                <a:latin typeface="Arial" panose="020B0604020202020204" pitchFamily="34" charset="0"/>
              </a:rPr>
              <a:pPr/>
              <a:t>40</a:t>
            </a:fld>
            <a:endParaRPr lang="en-US" altLang="zh-CN">
              <a:latin typeface="Arial" panose="020B0604020202020204" pitchFamily="34" charset="0"/>
            </a:endParaRPr>
          </a:p>
        </p:txBody>
      </p:sp>
      <p:sp>
        <p:nvSpPr>
          <p:cNvPr id="481282" name="Rectangle 2">
            <a:extLst>
              <a:ext uri="{FF2B5EF4-FFF2-40B4-BE49-F238E27FC236}">
                <a16:creationId xmlns:a16="http://schemas.microsoft.com/office/drawing/2014/main" id="{0A4D4B33-4CD0-640D-F0A0-92669E02CF93}"/>
              </a:ext>
            </a:extLst>
          </p:cNvPr>
          <p:cNvSpPr>
            <a:spLocks noGrp="1" noRot="1" noChangeArrowheads="1"/>
          </p:cNvSpPr>
          <p:nvPr>
            <p:ph type="title"/>
          </p:nvPr>
        </p:nvSpPr>
        <p:spPr/>
        <p:txBody>
          <a:bodyPr/>
          <a:lstStyle/>
          <a:p>
            <a:pPr eaLnBrk="1" hangingPunct="1">
              <a:defRPr/>
            </a:pPr>
            <a:r>
              <a:rPr lang="en-US" altLang="zh-CN"/>
              <a:t>(3) </a:t>
            </a:r>
            <a:r>
              <a:rPr lang="zh-CN" altLang="en-US"/>
              <a:t>二分搜索法</a:t>
            </a:r>
          </a:p>
        </p:txBody>
      </p:sp>
      <p:sp>
        <p:nvSpPr>
          <p:cNvPr id="481283" name="Rectangle 3">
            <a:extLst>
              <a:ext uri="{FF2B5EF4-FFF2-40B4-BE49-F238E27FC236}">
                <a16:creationId xmlns:a16="http://schemas.microsoft.com/office/drawing/2014/main" id="{DA113D42-C1EC-4FC7-DC0D-6D51D176D9A1}"/>
              </a:ext>
            </a:extLst>
          </p:cNvPr>
          <p:cNvSpPr>
            <a:spLocks noGrp="1" noRot="1" noChangeArrowheads="1"/>
          </p:cNvSpPr>
          <p:nvPr>
            <p:ph type="body" idx="1"/>
          </p:nvPr>
        </p:nvSpPr>
        <p:spPr/>
        <p:txBody>
          <a:bodyPr/>
          <a:lstStyle/>
          <a:p>
            <a:pPr eaLnBrk="1" hangingPunct="1">
              <a:lnSpc>
                <a:spcPct val="80000"/>
              </a:lnSpc>
            </a:pPr>
            <a:r>
              <a:rPr lang="zh-CN" altLang="en-US" sz="2800"/>
              <a:t>对于顺序结构排列的键或记录来说，二分搜索法具有较高的搜索效率。</a:t>
            </a:r>
          </a:p>
          <a:p>
            <a:pPr eaLnBrk="1" hangingPunct="1">
              <a:lnSpc>
                <a:spcPct val="80000"/>
              </a:lnSpc>
            </a:pPr>
            <a:r>
              <a:rPr lang="zh-CN" altLang="en-US" sz="2800"/>
              <a:t>设键</a:t>
            </a:r>
            <a:r>
              <a:rPr lang="en-US" altLang="zh-CN" sz="2800"/>
              <a:t>K</a:t>
            </a:r>
            <a:r>
              <a:rPr lang="en-US" altLang="zh-CN" sz="2800" baseline="-25000"/>
              <a:t>1</a:t>
            </a:r>
            <a:r>
              <a:rPr lang="zh-CN" altLang="en-US" sz="2800"/>
              <a:t>， </a:t>
            </a:r>
            <a:r>
              <a:rPr lang="en-US" altLang="zh-CN" sz="2800"/>
              <a:t>K</a:t>
            </a:r>
            <a:r>
              <a:rPr lang="en-US" altLang="zh-CN" sz="2800" baseline="-25000"/>
              <a:t>2</a:t>
            </a:r>
            <a:r>
              <a:rPr lang="en-US" altLang="zh-CN" sz="2800"/>
              <a:t> </a:t>
            </a:r>
            <a:r>
              <a:rPr lang="zh-CN" altLang="en-US" sz="2800"/>
              <a:t>， </a:t>
            </a:r>
            <a:r>
              <a:rPr lang="en-US" altLang="zh-CN" sz="2800"/>
              <a:t>K</a:t>
            </a:r>
            <a:r>
              <a:rPr lang="en-US" altLang="zh-CN" sz="2800" baseline="-25000"/>
              <a:t>3</a:t>
            </a:r>
            <a:r>
              <a:rPr lang="en-US" altLang="zh-CN" sz="2800"/>
              <a:t> </a:t>
            </a:r>
            <a:r>
              <a:rPr lang="zh-CN" altLang="en-US" sz="2800"/>
              <a:t>，</a:t>
            </a:r>
            <a:r>
              <a:rPr lang="en-US" altLang="zh-CN" sz="2800">
                <a:latin typeface="华文中宋" panose="02010600040101010101" pitchFamily="2" charset="-122"/>
              </a:rPr>
              <a:t>…</a:t>
            </a:r>
            <a:r>
              <a:rPr lang="zh-CN" altLang="en-US" sz="2800"/>
              <a:t>，</a:t>
            </a:r>
            <a:r>
              <a:rPr lang="en-US" altLang="zh-CN" sz="2800"/>
              <a:t>K</a:t>
            </a:r>
            <a:r>
              <a:rPr lang="en-US" altLang="zh-CN" sz="2800" baseline="-25000"/>
              <a:t>n</a:t>
            </a:r>
            <a:r>
              <a:rPr lang="zh-CN" altLang="en-US" sz="2800"/>
              <a:t>（</a:t>
            </a:r>
            <a:r>
              <a:rPr lang="en-US" altLang="zh-CN" sz="2800"/>
              <a:t>n&gt;1</a:t>
            </a:r>
            <a:r>
              <a:rPr lang="zh-CN" altLang="en-US" sz="2800"/>
              <a:t>）按键间距</a:t>
            </a:r>
            <a:r>
              <a:rPr lang="en-US" altLang="zh-CN" sz="2800"/>
              <a:t>d</a:t>
            </a:r>
            <a:r>
              <a:rPr lang="zh-CN" altLang="en-US" sz="2800"/>
              <a:t>排列，如果</a:t>
            </a:r>
            <a:r>
              <a:rPr lang="en-US" altLang="zh-CN" sz="2800"/>
              <a:t>K</a:t>
            </a:r>
            <a:r>
              <a:rPr lang="en-US" altLang="zh-CN" sz="2800" baseline="-25000"/>
              <a:t>1</a:t>
            </a:r>
            <a:r>
              <a:rPr lang="zh-CN" altLang="en-US" sz="2800"/>
              <a:t>的逻辑位置为</a:t>
            </a:r>
            <a:r>
              <a:rPr lang="en-US" altLang="zh-CN" sz="2800"/>
              <a:t>a</a:t>
            </a:r>
            <a:r>
              <a:rPr lang="en-US" altLang="zh-CN" sz="2800" baseline="-25000"/>
              <a:t>1</a:t>
            </a:r>
            <a:r>
              <a:rPr lang="zh-CN" altLang="en-US" sz="2800"/>
              <a:t>，则</a:t>
            </a:r>
            <a:r>
              <a:rPr lang="en-US" altLang="zh-CN" sz="2800"/>
              <a:t>K</a:t>
            </a:r>
            <a:r>
              <a:rPr lang="en-US" altLang="zh-CN" sz="2800" baseline="-25000"/>
              <a:t>i</a:t>
            </a:r>
            <a:r>
              <a:rPr lang="zh-CN" altLang="en-US" sz="2800"/>
              <a:t>的逻辑位置为</a:t>
            </a:r>
            <a:r>
              <a:rPr lang="en-US" altLang="zh-CN" sz="2800"/>
              <a:t>a</a:t>
            </a:r>
            <a:r>
              <a:rPr lang="en-US" altLang="zh-CN" sz="2800" baseline="-25000"/>
              <a:t>1</a:t>
            </a:r>
            <a:r>
              <a:rPr lang="en-US" altLang="zh-CN" sz="2800"/>
              <a:t>+i*d</a:t>
            </a:r>
            <a:r>
              <a:rPr lang="zh-CN" altLang="en-US" sz="2800"/>
              <a:t>。二分搜索法首先把所要搜索的键与队列的首尾键相比较，如果和其中之一相等，则返回所搜索到的逻辑位置。否则，再与队列的</a:t>
            </a:r>
            <a:r>
              <a:rPr lang="en-US" altLang="zh-CN" sz="2800"/>
              <a:t>1/2</a:t>
            </a:r>
            <a:r>
              <a:rPr lang="zh-CN" altLang="en-US" sz="2800"/>
              <a:t>处的键相比较，如果所要搜索的键正好等于该键的话，则返回该键的逻辑位置；否则，如果大于该键，则继续搜索右半队列，小于该键则搜索左半队列。</a:t>
            </a:r>
          </a:p>
        </p:txBody>
      </p:sp>
    </p:spTree>
  </p:cSld>
  <p:clrMapOvr>
    <a:masterClrMapping/>
  </p:clrMapOvr>
  <p:transition spd="med">
    <p:random/>
    <p:sndAc>
      <p:stSnd>
        <p:snd r:embed="rId2" name="camera.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ACA05A2-E11B-AFA0-5CD0-E856C7D3F4F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61D6955-790D-BF43-989D-F63A8B3C2E89}" type="slidenum">
              <a:rPr lang="en-US" altLang="zh-CN">
                <a:latin typeface="Arial" panose="020B0604020202020204" pitchFamily="34" charset="0"/>
              </a:rPr>
              <a:pPr/>
              <a:t>41</a:t>
            </a:fld>
            <a:endParaRPr lang="en-US" altLang="zh-CN">
              <a:latin typeface="Arial" panose="020B0604020202020204" pitchFamily="34" charset="0"/>
            </a:endParaRPr>
          </a:p>
        </p:txBody>
      </p:sp>
      <p:sp>
        <p:nvSpPr>
          <p:cNvPr id="482306" name="Rectangle 2">
            <a:extLst>
              <a:ext uri="{FF2B5EF4-FFF2-40B4-BE49-F238E27FC236}">
                <a16:creationId xmlns:a16="http://schemas.microsoft.com/office/drawing/2014/main" id="{0E29BA2B-415E-184F-63C3-DD4D1B1AD5C5}"/>
              </a:ext>
            </a:extLst>
          </p:cNvPr>
          <p:cNvSpPr>
            <a:spLocks noGrp="1" noRot="1" noChangeArrowheads="1"/>
          </p:cNvSpPr>
          <p:nvPr>
            <p:ph type="title"/>
          </p:nvPr>
        </p:nvSpPr>
        <p:spPr/>
        <p:txBody>
          <a:bodyPr/>
          <a:lstStyle/>
          <a:p>
            <a:pPr eaLnBrk="1" hangingPunct="1">
              <a:defRPr/>
            </a:pPr>
            <a:r>
              <a:rPr lang="en-US" altLang="zh-CN"/>
              <a:t>(3) </a:t>
            </a:r>
            <a:r>
              <a:rPr lang="zh-CN" altLang="en-US"/>
              <a:t>二分搜索法</a:t>
            </a:r>
          </a:p>
        </p:txBody>
      </p:sp>
      <p:sp>
        <p:nvSpPr>
          <p:cNvPr id="482307" name="Rectangle 3">
            <a:extLst>
              <a:ext uri="{FF2B5EF4-FFF2-40B4-BE49-F238E27FC236}">
                <a16:creationId xmlns:a16="http://schemas.microsoft.com/office/drawing/2014/main" id="{4B37C288-CBB4-7773-66C8-A8E839DF0418}"/>
              </a:ext>
            </a:extLst>
          </p:cNvPr>
          <p:cNvSpPr>
            <a:spLocks noGrp="1" noRot="1" noChangeArrowheads="1"/>
          </p:cNvSpPr>
          <p:nvPr>
            <p:ph type="body" idx="1"/>
          </p:nvPr>
        </p:nvSpPr>
        <p:spPr/>
        <p:txBody>
          <a:bodyPr/>
          <a:lstStyle/>
          <a:p>
            <a:pPr eaLnBrk="1" hangingPunct="1"/>
            <a:r>
              <a:rPr lang="zh-CN" altLang="en-US"/>
              <a:t>与线性搜索法相比，当</a:t>
            </a:r>
            <a:r>
              <a:rPr lang="en-US" altLang="zh-CN"/>
              <a:t>n(</a:t>
            </a:r>
            <a:r>
              <a:rPr lang="zh-CN" altLang="en-US"/>
              <a:t>表长</a:t>
            </a:r>
            <a:r>
              <a:rPr lang="en-US" altLang="zh-CN"/>
              <a:t>)=16</a:t>
            </a:r>
            <a:r>
              <a:rPr lang="zh-CN" altLang="en-US"/>
              <a:t>时，它比线性搜索快约</a:t>
            </a:r>
            <a:r>
              <a:rPr lang="en-US" altLang="zh-CN"/>
              <a:t>2</a:t>
            </a:r>
            <a:r>
              <a:rPr lang="zh-CN" altLang="en-US"/>
              <a:t>倍，当</a:t>
            </a:r>
            <a:r>
              <a:rPr lang="en-US" altLang="zh-CN"/>
              <a:t>n=1024</a:t>
            </a:r>
            <a:r>
              <a:rPr lang="zh-CN" altLang="en-US"/>
              <a:t>时，要快</a:t>
            </a:r>
            <a:r>
              <a:rPr lang="en-US" altLang="zh-CN"/>
              <a:t>50</a:t>
            </a:r>
            <a:r>
              <a:rPr lang="zh-CN" altLang="en-US"/>
              <a:t>倍。</a:t>
            </a:r>
          </a:p>
          <a:p>
            <a:pPr eaLnBrk="1" hangingPunct="1"/>
            <a:r>
              <a:rPr lang="zh-CN" altLang="en-US"/>
              <a:t>缺点：需先将记录按键值排好序。</a:t>
            </a:r>
          </a:p>
        </p:txBody>
      </p:sp>
    </p:spTree>
  </p:cSld>
  <p:clrMapOvr>
    <a:masterClrMapping/>
  </p:clrMapOvr>
  <p:transition spd="med">
    <p:random/>
    <p:sndAc>
      <p:stSnd>
        <p:snd r:embed="rId2" name="camera.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191A35F-79EB-6247-E0E8-8875965AA50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BF26F45-CB32-8345-BEBF-B002E32ADFCD}" type="slidenum">
              <a:rPr lang="en-US" altLang="zh-CN">
                <a:latin typeface="Arial" panose="020B0604020202020204" pitchFamily="34" charset="0"/>
              </a:rPr>
              <a:pPr/>
              <a:t>42</a:t>
            </a:fld>
            <a:endParaRPr lang="en-US" altLang="zh-CN">
              <a:latin typeface="Arial" panose="020B0604020202020204" pitchFamily="34" charset="0"/>
            </a:endParaRPr>
          </a:p>
        </p:txBody>
      </p:sp>
      <p:sp>
        <p:nvSpPr>
          <p:cNvPr id="483330" name="Rectangle 2">
            <a:extLst>
              <a:ext uri="{FF2B5EF4-FFF2-40B4-BE49-F238E27FC236}">
                <a16:creationId xmlns:a16="http://schemas.microsoft.com/office/drawing/2014/main" id="{C54B6534-CCC6-2B37-AE06-E07A88FA2D59}"/>
              </a:ext>
            </a:extLst>
          </p:cNvPr>
          <p:cNvSpPr>
            <a:spLocks noGrp="1" noRot="1" noChangeArrowheads="1"/>
          </p:cNvSpPr>
          <p:nvPr>
            <p:ph type="title"/>
          </p:nvPr>
        </p:nvSpPr>
        <p:spPr>
          <a:xfrm>
            <a:off x="1476375" y="73025"/>
            <a:ext cx="7416800" cy="1143000"/>
          </a:xfrm>
        </p:spPr>
        <p:txBody>
          <a:bodyPr/>
          <a:lstStyle/>
          <a:p>
            <a:pPr eaLnBrk="1" hangingPunct="1"/>
            <a:r>
              <a:rPr lang="en-US" altLang="zh-CN" sz="4000" dirty="0"/>
              <a:t>5.3 </a:t>
            </a:r>
            <a:r>
              <a:rPr lang="zh-CN" altLang="en-US" sz="4000" dirty="0"/>
              <a:t>文件的物理结构与存储设备</a:t>
            </a:r>
          </a:p>
        </p:txBody>
      </p:sp>
      <p:sp>
        <p:nvSpPr>
          <p:cNvPr id="483331" name="Rectangle 3">
            <a:extLst>
              <a:ext uri="{FF2B5EF4-FFF2-40B4-BE49-F238E27FC236}">
                <a16:creationId xmlns:a16="http://schemas.microsoft.com/office/drawing/2014/main" id="{723EB459-11FB-0E5C-0246-4A8F090FD32C}"/>
              </a:ext>
            </a:extLst>
          </p:cNvPr>
          <p:cNvSpPr>
            <a:spLocks noGrp="1" noRot="1" noChangeArrowheads="1"/>
          </p:cNvSpPr>
          <p:nvPr>
            <p:ph type="body" idx="1"/>
          </p:nvPr>
        </p:nvSpPr>
        <p:spPr/>
        <p:txBody>
          <a:bodyPr/>
          <a:lstStyle/>
          <a:p>
            <a:pPr eaLnBrk="1" hangingPunct="1">
              <a:lnSpc>
                <a:spcPct val="90000"/>
              </a:lnSpc>
            </a:pPr>
            <a:r>
              <a:rPr lang="zh-CN" altLang="en-US"/>
              <a:t>无论采用何种文件存取方法，都是首先定位信息的逻辑地址，然后由逻辑地址映射到物理地址，再对物理地址内的信息进行操作。</a:t>
            </a:r>
          </a:p>
          <a:p>
            <a:pPr eaLnBrk="1" hangingPunct="1">
              <a:lnSpc>
                <a:spcPct val="90000"/>
              </a:lnSpc>
            </a:pPr>
            <a:r>
              <a:rPr lang="zh-CN" altLang="en-US">
                <a:solidFill>
                  <a:schemeClr val="hlink"/>
                </a:solidFill>
              </a:rPr>
              <a:t>由逻辑地址到物理地址的映射是和文件的物理存储方式（物理结构）紧密相关的。</a:t>
            </a:r>
          </a:p>
          <a:p>
            <a:pPr eaLnBrk="1" hangingPunct="1">
              <a:lnSpc>
                <a:spcPct val="90000"/>
              </a:lnSpc>
            </a:pPr>
            <a:r>
              <a:rPr lang="zh-CN" altLang="en-US"/>
              <a:t>文件系统所采用的逻辑结构也和文件的物理结构密切相关。</a:t>
            </a:r>
          </a:p>
        </p:txBody>
      </p:sp>
    </p:spTree>
  </p:cSld>
  <p:clrMapOvr>
    <a:masterClrMapping/>
  </p:clrMapOvr>
  <p:transition spd="med">
    <p:random/>
    <p:sndAc>
      <p:stSnd>
        <p:snd r:embed="rId2" name="camera.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B5FE3207-C207-3529-EF6D-D2CB0EDBDDD1}"/>
              </a:ext>
            </a:extLst>
          </p:cNvPr>
          <p:cNvSpPr>
            <a:spLocks noGrp="1"/>
          </p:cNvSpPr>
          <p:nvPr>
            <p:ph type="sldNum" sz="quarter" idx="12"/>
          </p:nvPr>
        </p:nvSpPr>
        <p:spPr/>
        <p:txBody>
          <a:bodyPr/>
          <a:lstStyle/>
          <a:p>
            <a:fld id="{4E520306-E855-8443-8EBA-8C8946E7D384}" type="slidenum">
              <a:rPr lang="en-US" altLang="zh-CN" smtClean="0"/>
              <a:pPr/>
              <a:t>43</a:t>
            </a:fld>
            <a:endParaRPr lang="en-US" altLang="zh-CN"/>
          </a:p>
        </p:txBody>
      </p:sp>
      <p:grpSp>
        <p:nvGrpSpPr>
          <p:cNvPr id="12" name="组合 11">
            <a:extLst>
              <a:ext uri="{FF2B5EF4-FFF2-40B4-BE49-F238E27FC236}">
                <a16:creationId xmlns:a16="http://schemas.microsoft.com/office/drawing/2014/main" id="{78D8E421-42FC-13FD-A1C4-0C59216CD568}"/>
              </a:ext>
            </a:extLst>
          </p:cNvPr>
          <p:cNvGrpSpPr/>
          <p:nvPr>
            <p:custDataLst>
              <p:tags r:id="rId2"/>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E796F6DD-0830-8A26-373F-12F655A732C4}"/>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BC5C08E2-11FF-742D-A5AB-5C99B7BC11F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C64EB10F-B216-53D1-84BC-5AAF52D6E74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1" name="TipText">
              <a:extLst>
                <a:ext uri="{FF2B5EF4-FFF2-40B4-BE49-F238E27FC236}">
                  <a16:creationId xmlns:a16="http://schemas.microsoft.com/office/drawing/2014/main" id="{D631F283-7E2B-29E7-5A61-E330DCF8E08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sp>
        <p:nvSpPr>
          <p:cNvPr id="13" name="文本框 12">
            <a:extLst>
              <a:ext uri="{FF2B5EF4-FFF2-40B4-BE49-F238E27FC236}">
                <a16:creationId xmlns:a16="http://schemas.microsoft.com/office/drawing/2014/main" id="{24A73BAB-E1CE-336A-2EF0-EF50CEEF0ABB}"/>
              </a:ext>
            </a:extLst>
          </p:cNvPr>
          <p:cNvSpPr txBox="1"/>
          <p:nvPr>
            <p:custDataLst>
              <p:tags r:id="rId3"/>
            </p:custDataLst>
          </p:nvPr>
        </p:nvSpPr>
        <p:spPr>
          <a:xfrm>
            <a:off x="914400" y="635000"/>
            <a:ext cx="7315200"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文件的逻辑结构是为了方便</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而设计的。</a:t>
            </a:r>
          </a:p>
        </p:txBody>
      </p:sp>
      <p:sp>
        <p:nvSpPr>
          <p:cNvPr id="14" name="文本框 13">
            <a:extLst>
              <a:ext uri="{FF2B5EF4-FFF2-40B4-BE49-F238E27FC236}">
                <a16:creationId xmlns:a16="http://schemas.microsoft.com/office/drawing/2014/main" id="{FEDBA793-6928-88FC-40BE-5074F5C63598}"/>
              </a:ext>
            </a:extLst>
          </p:cNvPr>
          <p:cNvSpPr txBox="1"/>
          <p:nvPr>
            <p:custDataLst>
              <p:tags r:id="rId4"/>
            </p:custDataLst>
          </p:nvPr>
        </p:nvSpPr>
        <p:spPr>
          <a:xfrm>
            <a:off x="1828800" y="278606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存储介质特性</a:t>
            </a:r>
          </a:p>
        </p:txBody>
      </p:sp>
      <p:sp>
        <p:nvSpPr>
          <p:cNvPr id="15" name="文本框 14">
            <a:extLst>
              <a:ext uri="{FF2B5EF4-FFF2-40B4-BE49-F238E27FC236}">
                <a16:creationId xmlns:a16="http://schemas.microsoft.com/office/drawing/2014/main" id="{38114BDE-B63D-4AAE-D1E4-E307DE262A89}"/>
              </a:ext>
            </a:extLst>
          </p:cNvPr>
          <p:cNvSpPr txBox="1"/>
          <p:nvPr>
            <p:custDataLst>
              <p:tags r:id="rId5"/>
            </p:custDataLst>
          </p:nvPr>
        </p:nvSpPr>
        <p:spPr>
          <a:xfrm>
            <a:off x="1828800" y="364331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操作系统的管理方式</a:t>
            </a:r>
          </a:p>
        </p:txBody>
      </p:sp>
      <p:sp>
        <p:nvSpPr>
          <p:cNvPr id="16" name="文本框 15">
            <a:extLst>
              <a:ext uri="{FF2B5EF4-FFF2-40B4-BE49-F238E27FC236}">
                <a16:creationId xmlns:a16="http://schemas.microsoft.com/office/drawing/2014/main" id="{AD6FD96A-10C5-B5F4-4941-3F1515D04AF9}"/>
              </a:ext>
            </a:extLst>
          </p:cNvPr>
          <p:cNvSpPr txBox="1"/>
          <p:nvPr>
            <p:custDataLst>
              <p:tags r:id="rId6"/>
            </p:custDataLst>
          </p:nvPr>
        </p:nvSpPr>
        <p:spPr>
          <a:xfrm>
            <a:off x="1828800" y="450056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主存容量</a:t>
            </a:r>
          </a:p>
        </p:txBody>
      </p:sp>
      <p:sp>
        <p:nvSpPr>
          <p:cNvPr id="17" name="文本框 16">
            <a:extLst>
              <a:ext uri="{FF2B5EF4-FFF2-40B4-BE49-F238E27FC236}">
                <a16:creationId xmlns:a16="http://schemas.microsoft.com/office/drawing/2014/main" id="{563CE4F4-58CF-EC1A-A7C7-7B02DEA82805}"/>
              </a:ext>
            </a:extLst>
          </p:cNvPr>
          <p:cNvSpPr txBox="1"/>
          <p:nvPr>
            <p:custDataLst>
              <p:tags r:id="rId7"/>
            </p:custDataLst>
          </p:nvPr>
        </p:nvSpPr>
        <p:spPr>
          <a:xfrm>
            <a:off x="1828800" y="535781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a:t>
            </a:r>
          </a:p>
        </p:txBody>
      </p:sp>
      <p:sp>
        <p:nvSpPr>
          <p:cNvPr id="18" name="椭圆 17">
            <a:extLst>
              <a:ext uri="{FF2B5EF4-FFF2-40B4-BE49-F238E27FC236}">
                <a16:creationId xmlns:a16="http://schemas.microsoft.com/office/drawing/2014/main" id="{1FD0D99D-728E-A954-BC30-794642285EEC}"/>
              </a:ext>
            </a:extLst>
          </p:cNvPr>
          <p:cNvSpPr>
            <a:spLocks noChangeAspect="1"/>
          </p:cNvSpPr>
          <p:nvPr>
            <p:custDataLst>
              <p:tags r:id="rId8"/>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1C2F3188-71B5-2DFC-E550-332628CA9360}"/>
              </a:ext>
            </a:extLst>
          </p:cNvPr>
          <p:cNvSpPr>
            <a:spLocks noChangeAspect="1"/>
          </p:cNvSpPr>
          <p:nvPr>
            <p:custDataLst>
              <p:tags r:id="rId9"/>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a:extLst>
              <a:ext uri="{FF2B5EF4-FFF2-40B4-BE49-F238E27FC236}">
                <a16:creationId xmlns:a16="http://schemas.microsoft.com/office/drawing/2014/main" id="{D4E913C6-5BBF-4EB6-F1BC-55439376359D}"/>
              </a:ext>
            </a:extLst>
          </p:cNvPr>
          <p:cNvSpPr>
            <a:spLocks noChangeAspect="1"/>
          </p:cNvSpPr>
          <p:nvPr>
            <p:custDataLst>
              <p:tags r:id="rId10"/>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a:extLst>
              <a:ext uri="{FF2B5EF4-FFF2-40B4-BE49-F238E27FC236}">
                <a16:creationId xmlns:a16="http://schemas.microsoft.com/office/drawing/2014/main" id="{023B35C3-8262-8ABF-A4A8-9A4F7A27700A}"/>
              </a:ext>
            </a:extLst>
          </p:cNvPr>
          <p:cNvSpPr>
            <a:spLocks noChangeAspect="1"/>
          </p:cNvSpPr>
          <p:nvPr>
            <p:custDataLst>
              <p:tags r:id="rId11"/>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3877480C-1509-71EC-8182-8B66EB9A216B}"/>
              </a:ext>
            </a:extLst>
          </p:cNvPr>
          <p:cNvSpPr/>
          <p:nvPr>
            <p:custDataLst>
              <p:tags r:id="rId1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7" name="图片 6">
            <a:extLst>
              <a:ext uri="{FF2B5EF4-FFF2-40B4-BE49-F238E27FC236}">
                <a16:creationId xmlns:a16="http://schemas.microsoft.com/office/drawing/2014/main" id="{C5E8CD28-EC62-43C7-038B-2DEE44BD5042}"/>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437143841"/>
      </p:ext>
    </p:extLst>
  </p:cSld>
  <p:clrMapOvr>
    <a:masterClrMapping/>
  </p:clrMapOvr>
  <p:transition spd="med">
    <p:random/>
    <p:sndAc>
      <p:stSnd>
        <p:snd r:embed="rId19" name="camera.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A511C39-1BA0-1F8D-704E-1E4732EB4456}"/>
              </a:ext>
            </a:extLst>
          </p:cNvPr>
          <p:cNvSpPr>
            <a:spLocks noGrp="1"/>
          </p:cNvSpPr>
          <p:nvPr>
            <p:ph type="sldNum" sz="quarter" idx="12"/>
          </p:nvPr>
        </p:nvSpPr>
        <p:spPr/>
        <p:txBody>
          <a:bodyPr/>
          <a:lstStyle/>
          <a:p>
            <a:fld id="{D336532F-5193-5D40-BF4B-ED275CD8BFEF}" type="slidenum">
              <a:rPr lang="en-US" altLang="zh-CN" smtClean="0"/>
              <a:pPr/>
              <a:t>44</a:t>
            </a:fld>
            <a:endParaRPr lang="en-US" altLang="zh-CN"/>
          </a:p>
        </p:txBody>
      </p:sp>
      <p:grpSp>
        <p:nvGrpSpPr>
          <p:cNvPr id="10" name="组合 9">
            <a:extLst>
              <a:ext uri="{FF2B5EF4-FFF2-40B4-BE49-F238E27FC236}">
                <a16:creationId xmlns:a16="http://schemas.microsoft.com/office/drawing/2014/main" id="{6AFD7DD3-8AEF-9ABF-7C3C-3C90B2781E6C}"/>
              </a:ext>
            </a:extLst>
          </p:cNvPr>
          <p:cNvGrpSpPr/>
          <p:nvPr>
            <p:custDataLst>
              <p:tags r:id="rId2"/>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C6E2AC90-8971-6238-2801-AAF6B6131AD6}"/>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ColorBlock">
              <a:extLst>
                <a:ext uri="{FF2B5EF4-FFF2-40B4-BE49-F238E27FC236}">
                  <a16:creationId xmlns:a16="http://schemas.microsoft.com/office/drawing/2014/main" id="{9E5FDB4C-CE4D-264D-F95D-758D8F6CE92A}"/>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TypeText">
              <a:extLst>
                <a:ext uri="{FF2B5EF4-FFF2-40B4-BE49-F238E27FC236}">
                  <a16:creationId xmlns:a16="http://schemas.microsoft.com/office/drawing/2014/main" id="{E76E0370-B11F-9FEB-806A-87E215CD49C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9" name="TipText">
              <a:extLst>
                <a:ext uri="{FF2B5EF4-FFF2-40B4-BE49-F238E27FC236}">
                  <a16:creationId xmlns:a16="http://schemas.microsoft.com/office/drawing/2014/main" id="{EF9FA670-0F19-C0AA-5652-D4E601BDEA9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sp>
        <p:nvSpPr>
          <p:cNvPr id="11" name="文本框 10">
            <a:extLst>
              <a:ext uri="{FF2B5EF4-FFF2-40B4-BE49-F238E27FC236}">
                <a16:creationId xmlns:a16="http://schemas.microsoft.com/office/drawing/2014/main" id="{CF2AEDDC-D0ED-2C12-A6F5-14784649757A}"/>
              </a:ext>
            </a:extLst>
          </p:cNvPr>
          <p:cNvSpPr txBox="1"/>
          <p:nvPr>
            <p:custDataLst>
              <p:tags r:id="rId3"/>
            </p:custDataLst>
          </p:nvPr>
        </p:nvSpPr>
        <p:spPr>
          <a:xfrm>
            <a:off x="914400" y="635000"/>
            <a:ext cx="7315200" cy="2143125"/>
          </a:xfrm>
          <a:prstGeom prst="rect">
            <a:avLst/>
          </a:prstGeom>
          <a:noFill/>
        </p:spPr>
        <p:txBody>
          <a:bodyPr vert="horz" wrap="square"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从用户的观点看，操作系统中引入文件系统的目的是</a:t>
            </a:r>
            <a:r>
              <a:rPr kumimoji="1"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12" name="文本框 11">
            <a:extLst>
              <a:ext uri="{FF2B5EF4-FFF2-40B4-BE49-F238E27FC236}">
                <a16:creationId xmlns:a16="http://schemas.microsoft.com/office/drawing/2014/main" id="{E2E16CA2-7815-A25E-1B89-54595F878312}"/>
              </a:ext>
            </a:extLst>
          </p:cNvPr>
          <p:cNvSpPr txBox="1"/>
          <p:nvPr>
            <p:custDataLst>
              <p:tags r:id="rId4"/>
            </p:custDataLst>
          </p:nvPr>
        </p:nvSpPr>
        <p:spPr>
          <a:xfrm>
            <a:off x="1828800" y="278606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保护用户数据</a:t>
            </a:r>
          </a:p>
        </p:txBody>
      </p:sp>
      <p:sp>
        <p:nvSpPr>
          <p:cNvPr id="13" name="文本框 12">
            <a:extLst>
              <a:ext uri="{FF2B5EF4-FFF2-40B4-BE49-F238E27FC236}">
                <a16:creationId xmlns:a16="http://schemas.microsoft.com/office/drawing/2014/main" id="{FFC4DFCE-F838-69DF-E9DC-FDEA745C1F21}"/>
              </a:ext>
            </a:extLst>
          </p:cNvPr>
          <p:cNvSpPr txBox="1"/>
          <p:nvPr>
            <p:custDataLst>
              <p:tags r:id="rId5"/>
            </p:custDataLst>
          </p:nvPr>
        </p:nvSpPr>
        <p:spPr>
          <a:xfrm>
            <a:off x="1828800" y="365242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实现对文件的按名存取</a:t>
            </a:r>
          </a:p>
        </p:txBody>
      </p:sp>
      <p:sp>
        <p:nvSpPr>
          <p:cNvPr id="14" name="文本框 13">
            <a:extLst>
              <a:ext uri="{FF2B5EF4-FFF2-40B4-BE49-F238E27FC236}">
                <a16:creationId xmlns:a16="http://schemas.microsoft.com/office/drawing/2014/main" id="{C276A822-A893-3643-497D-9C955183F6D1}"/>
              </a:ext>
            </a:extLst>
          </p:cNvPr>
          <p:cNvSpPr txBox="1"/>
          <p:nvPr>
            <p:custDataLst>
              <p:tags r:id="rId6"/>
            </p:custDataLst>
          </p:nvPr>
        </p:nvSpPr>
        <p:spPr>
          <a:xfrm>
            <a:off x="1828800" y="450056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实现虚拟存储</a:t>
            </a:r>
          </a:p>
        </p:txBody>
      </p:sp>
      <p:sp>
        <p:nvSpPr>
          <p:cNvPr id="15" name="文本框 14">
            <a:extLst>
              <a:ext uri="{FF2B5EF4-FFF2-40B4-BE49-F238E27FC236}">
                <a16:creationId xmlns:a16="http://schemas.microsoft.com/office/drawing/2014/main" id="{16C8F1AA-3B89-BB22-2C4B-54AC97128950}"/>
              </a:ext>
            </a:extLst>
          </p:cNvPr>
          <p:cNvSpPr txBox="1"/>
          <p:nvPr>
            <p:custDataLst>
              <p:tags r:id="rId7"/>
            </p:custDataLst>
          </p:nvPr>
        </p:nvSpPr>
        <p:spPr>
          <a:xfrm>
            <a:off x="1828800" y="5357813"/>
            <a:ext cx="6400800" cy="642938"/>
          </a:xfrm>
          <a:prstGeom prst="rect">
            <a:avLst/>
          </a:prstGeom>
          <a:noFill/>
        </p:spPr>
        <p:txBody>
          <a:bodyPr vert="horz" rtlCol="0" anchor="ctr" anchorCtr="0">
            <a:noAutofit/>
          </a:bodyPr>
          <a:lstStyle/>
          <a:p>
            <a:r>
              <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保存用户和系统文档及数据</a:t>
            </a:r>
          </a:p>
        </p:txBody>
      </p:sp>
      <p:sp>
        <p:nvSpPr>
          <p:cNvPr id="16" name="椭圆 15">
            <a:extLst>
              <a:ext uri="{FF2B5EF4-FFF2-40B4-BE49-F238E27FC236}">
                <a16:creationId xmlns:a16="http://schemas.microsoft.com/office/drawing/2014/main" id="{D629F6CA-40EC-BA4E-3165-44126FB0806A}"/>
              </a:ext>
            </a:extLst>
          </p:cNvPr>
          <p:cNvSpPr>
            <a:spLocks noChangeAspect="1"/>
          </p:cNvSpPr>
          <p:nvPr>
            <p:custDataLst>
              <p:tags r:id="rId8"/>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80B4CF75-6288-131D-190D-29F36324D964}"/>
              </a:ext>
            </a:extLst>
          </p:cNvPr>
          <p:cNvSpPr>
            <a:spLocks noChangeAspect="1"/>
          </p:cNvSpPr>
          <p:nvPr>
            <p:custDataLst>
              <p:tags r:id="rId9"/>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E559D32B-1C3C-8D26-253A-646C57047C74}"/>
              </a:ext>
            </a:extLst>
          </p:cNvPr>
          <p:cNvSpPr>
            <a:spLocks noChangeAspect="1"/>
          </p:cNvSpPr>
          <p:nvPr>
            <p:custDataLst>
              <p:tags r:id="rId10"/>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C402FFBA-615F-6EDA-CAB7-D65C9AE4EB8B}"/>
              </a:ext>
            </a:extLst>
          </p:cNvPr>
          <p:cNvSpPr>
            <a:spLocks noChangeAspect="1"/>
          </p:cNvSpPr>
          <p:nvPr>
            <p:custDataLst>
              <p:tags r:id="rId11"/>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圆角矩形 19">
            <a:extLst>
              <a:ext uri="{FF2B5EF4-FFF2-40B4-BE49-F238E27FC236}">
                <a16:creationId xmlns:a16="http://schemas.microsoft.com/office/drawing/2014/main" id="{6BA16EEB-8AE4-B69C-9172-5650B70ADF98}"/>
              </a:ext>
            </a:extLst>
          </p:cNvPr>
          <p:cNvSpPr/>
          <p:nvPr>
            <p:custDataLst>
              <p:tags r:id="rId1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5" name="图片 4">
            <a:extLst>
              <a:ext uri="{FF2B5EF4-FFF2-40B4-BE49-F238E27FC236}">
                <a16:creationId xmlns:a16="http://schemas.microsoft.com/office/drawing/2014/main" id="{8AE30E8E-2805-076E-E84D-254AE4D7938C}"/>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66422939"/>
      </p:ext>
    </p:extLst>
  </p:cSld>
  <p:clrMapOvr>
    <a:masterClrMapping/>
  </p:clrMapOvr>
  <p:transition spd="med">
    <p:random/>
    <p:sndAc>
      <p:stSnd>
        <p:snd r:embed="rId19" name="camera.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BB5BCF0-6894-D549-157E-2E5E0E27084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B6594C7-0EB2-BA42-9E22-215614BF6D5C}" type="slidenum">
              <a:rPr lang="en-US" altLang="zh-CN">
                <a:latin typeface="Arial" panose="020B0604020202020204" pitchFamily="34" charset="0"/>
              </a:rPr>
              <a:pPr/>
              <a:t>45</a:t>
            </a:fld>
            <a:endParaRPr lang="en-US" altLang="zh-CN">
              <a:latin typeface="Arial" panose="020B0604020202020204" pitchFamily="34" charset="0"/>
            </a:endParaRPr>
          </a:p>
        </p:txBody>
      </p:sp>
      <p:sp>
        <p:nvSpPr>
          <p:cNvPr id="484354" name="Rectangle 2">
            <a:extLst>
              <a:ext uri="{FF2B5EF4-FFF2-40B4-BE49-F238E27FC236}">
                <a16:creationId xmlns:a16="http://schemas.microsoft.com/office/drawing/2014/main" id="{426265C1-F8B5-D54C-21FF-E2CA054C1BDC}"/>
              </a:ext>
            </a:extLst>
          </p:cNvPr>
          <p:cNvSpPr>
            <a:spLocks noGrp="1" noRot="1" noChangeArrowheads="1"/>
          </p:cNvSpPr>
          <p:nvPr>
            <p:ph type="title"/>
          </p:nvPr>
        </p:nvSpPr>
        <p:spPr/>
        <p:txBody>
          <a:bodyPr/>
          <a:lstStyle/>
          <a:p>
            <a:pPr eaLnBrk="1" hangingPunct="1"/>
            <a:r>
              <a:rPr lang="en-US" altLang="zh-CN" dirty="0"/>
              <a:t>5.3 .1 </a:t>
            </a:r>
            <a:r>
              <a:rPr lang="zh-CN" altLang="en-US" dirty="0"/>
              <a:t>文件的物理结构</a:t>
            </a:r>
          </a:p>
        </p:txBody>
      </p:sp>
      <p:sp>
        <p:nvSpPr>
          <p:cNvPr id="484355" name="Rectangle 3">
            <a:extLst>
              <a:ext uri="{FF2B5EF4-FFF2-40B4-BE49-F238E27FC236}">
                <a16:creationId xmlns:a16="http://schemas.microsoft.com/office/drawing/2014/main" id="{33C4DEF9-235E-5064-A7D6-82180E1AE05D}"/>
              </a:ext>
            </a:extLst>
          </p:cNvPr>
          <p:cNvSpPr>
            <a:spLocks noGrp="1" noRot="1" noChangeArrowheads="1"/>
          </p:cNvSpPr>
          <p:nvPr>
            <p:ph type="body" idx="1"/>
          </p:nvPr>
        </p:nvSpPr>
        <p:spPr>
          <a:xfrm>
            <a:off x="539750" y="1773238"/>
            <a:ext cx="7772400" cy="4392612"/>
          </a:xfrm>
        </p:spPr>
        <p:txBody>
          <a:bodyPr/>
          <a:lstStyle/>
          <a:p>
            <a:pPr algn="just" eaLnBrk="1" hangingPunct="1"/>
            <a:r>
              <a:rPr lang="zh-CN" altLang="en-US" sz="2800"/>
              <a:t>一个文件存储介质，格式化后就分成许多大小相等的单位－－存储块（物理盘块），在现代计算机系统中，一般来说，每个物理块是一个磁盘的扇区，长度为</a:t>
            </a:r>
            <a:r>
              <a:rPr lang="en-US" altLang="zh-CN" sz="2800">
                <a:solidFill>
                  <a:schemeClr val="hlink"/>
                </a:solidFill>
              </a:rPr>
              <a:t>512</a:t>
            </a:r>
            <a:r>
              <a:rPr lang="zh-CN" altLang="en-US" sz="2800"/>
              <a:t>字节或</a:t>
            </a:r>
            <a:r>
              <a:rPr lang="en-US" altLang="zh-CN" sz="2800">
                <a:solidFill>
                  <a:schemeClr val="hlink"/>
                </a:solidFill>
              </a:rPr>
              <a:t>1024</a:t>
            </a:r>
            <a:r>
              <a:rPr lang="zh-CN" altLang="en-US" sz="2800"/>
              <a:t>字节。并给每个存储块有个编号，称为</a:t>
            </a:r>
            <a:r>
              <a:rPr lang="zh-CN" altLang="en-US" sz="2800">
                <a:solidFill>
                  <a:schemeClr val="hlink"/>
                </a:solidFill>
              </a:rPr>
              <a:t>物理块号</a:t>
            </a:r>
            <a:r>
              <a:rPr lang="zh-CN" altLang="en-US" sz="2800"/>
              <a:t>。</a:t>
            </a:r>
          </a:p>
          <a:p>
            <a:pPr algn="just" eaLnBrk="1" hangingPunct="1"/>
            <a:r>
              <a:rPr lang="zh-CN" altLang="en-US" sz="2800"/>
              <a:t>为了有效地利用存储设备和便于系统管理，一般</a:t>
            </a:r>
            <a:r>
              <a:rPr lang="zh-CN" altLang="en-US" sz="2800">
                <a:solidFill>
                  <a:schemeClr val="hlink"/>
                </a:solidFill>
              </a:rPr>
              <a:t>把文件信息划分为与物理存储设备的物理块大小相等的逻辑块</a:t>
            </a:r>
            <a:r>
              <a:rPr lang="zh-CN" altLang="en-US" sz="2800"/>
              <a:t>。从而，</a:t>
            </a:r>
            <a:r>
              <a:rPr lang="zh-CN" altLang="en-US" sz="2800">
                <a:solidFill>
                  <a:schemeClr val="hlink"/>
                </a:solidFill>
              </a:rPr>
              <a:t>以块作为分配和传送信息的基本单位</a:t>
            </a:r>
            <a:r>
              <a:rPr lang="zh-CN" altLang="en-US" sz="2800"/>
              <a:t>。</a:t>
            </a:r>
            <a:endParaRPr lang="zh-CN" altLang="en-US" sz="2800">
              <a:solidFill>
                <a:schemeClr val="accent2"/>
              </a:solidFill>
            </a:endParaRPr>
          </a:p>
        </p:txBody>
      </p:sp>
    </p:spTree>
  </p:cSld>
  <p:clrMapOvr>
    <a:masterClrMapping/>
  </p:clrMapOvr>
  <p:transition spd="med">
    <p:random/>
    <p:sndAc>
      <p:stSnd>
        <p:snd r:embed="rId2" name="camera.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4194307-6494-9560-8809-E348819A015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8386C94-BDFF-B74F-9723-0441FB95CF44}" type="slidenum">
              <a:rPr lang="en-US" altLang="zh-CN">
                <a:latin typeface="Arial" panose="020B0604020202020204" pitchFamily="34" charset="0"/>
              </a:rPr>
              <a:pPr/>
              <a:t>46</a:t>
            </a:fld>
            <a:endParaRPr lang="en-US" altLang="zh-CN">
              <a:latin typeface="Arial" panose="020B0604020202020204" pitchFamily="34" charset="0"/>
            </a:endParaRPr>
          </a:p>
        </p:txBody>
      </p:sp>
      <p:sp>
        <p:nvSpPr>
          <p:cNvPr id="485378" name="Rectangle 2">
            <a:extLst>
              <a:ext uri="{FF2B5EF4-FFF2-40B4-BE49-F238E27FC236}">
                <a16:creationId xmlns:a16="http://schemas.microsoft.com/office/drawing/2014/main" id="{FBE90013-A098-DB94-4069-1648B7BD10DC}"/>
              </a:ext>
            </a:extLst>
          </p:cNvPr>
          <p:cNvSpPr>
            <a:spLocks noGrp="1" noRot="1" noChangeArrowheads="1"/>
          </p:cNvSpPr>
          <p:nvPr>
            <p:ph type="title"/>
          </p:nvPr>
        </p:nvSpPr>
        <p:spPr/>
        <p:txBody>
          <a:bodyPr/>
          <a:lstStyle/>
          <a:p>
            <a:pPr eaLnBrk="1" hangingPunct="1"/>
            <a:r>
              <a:rPr lang="en-US" altLang="zh-CN" dirty="0"/>
              <a:t>5.3 .1 </a:t>
            </a:r>
            <a:r>
              <a:rPr lang="zh-CN" altLang="en-US" dirty="0"/>
              <a:t>文件的物理结构</a:t>
            </a:r>
          </a:p>
        </p:txBody>
      </p:sp>
      <p:sp>
        <p:nvSpPr>
          <p:cNvPr id="485379" name="Rectangle 3">
            <a:extLst>
              <a:ext uri="{FF2B5EF4-FFF2-40B4-BE49-F238E27FC236}">
                <a16:creationId xmlns:a16="http://schemas.microsoft.com/office/drawing/2014/main" id="{E0928FE7-4D5B-09E6-B2EE-534B1376B4CC}"/>
              </a:ext>
            </a:extLst>
          </p:cNvPr>
          <p:cNvSpPr>
            <a:spLocks noGrp="1" noRot="1" noChangeArrowheads="1"/>
          </p:cNvSpPr>
          <p:nvPr>
            <p:ph type="body" idx="1"/>
          </p:nvPr>
        </p:nvSpPr>
        <p:spPr/>
        <p:txBody>
          <a:bodyPr/>
          <a:lstStyle/>
          <a:p>
            <a:pPr eaLnBrk="1" hangingPunct="1"/>
            <a:r>
              <a:rPr lang="zh-CN" altLang="en-US" sz="2800"/>
              <a:t>对于流式文件，每一个物理块存放长度相等的文件信息。</a:t>
            </a:r>
          </a:p>
          <a:p>
            <a:pPr eaLnBrk="1" hangingPunct="1"/>
            <a:r>
              <a:rPr lang="zh-CN" altLang="en-US" sz="2800"/>
              <a:t>对于记录式文件，由于记录的长度可以是固定的也可以是可变的，其长度不一定刚好等于物理块的大小，从而逻辑地址到物理地址的变换较复杂。</a:t>
            </a:r>
          </a:p>
          <a:p>
            <a:pPr eaLnBrk="1" hangingPunct="1"/>
            <a:r>
              <a:rPr lang="zh-CN" altLang="en-US" sz="2800"/>
              <a:t>为便于讨论，本章中均假设记录的长度是固定的，且其长度刚好等于物理块的大小。</a:t>
            </a:r>
          </a:p>
        </p:txBody>
      </p:sp>
    </p:spTree>
  </p:cSld>
  <p:clrMapOvr>
    <a:masterClrMapping/>
  </p:clrMapOvr>
  <p:transition spd="med">
    <p:random/>
    <p:sndAc>
      <p:stSnd>
        <p:snd r:embed="rId2" name="camera.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D404E86-A45B-F926-DB3B-51D3C5C7C43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B2EC3DC-3624-EC4B-97E7-0E9146DD1FA8}" type="slidenum">
              <a:rPr lang="en-US" altLang="zh-CN">
                <a:latin typeface="Arial" panose="020B0604020202020204" pitchFamily="34" charset="0"/>
              </a:rPr>
              <a:pPr/>
              <a:t>47</a:t>
            </a:fld>
            <a:endParaRPr lang="en-US" altLang="zh-CN">
              <a:latin typeface="Arial" panose="020B0604020202020204" pitchFamily="34" charset="0"/>
            </a:endParaRPr>
          </a:p>
        </p:txBody>
      </p:sp>
      <p:sp>
        <p:nvSpPr>
          <p:cNvPr id="486402" name="Rectangle 2">
            <a:extLst>
              <a:ext uri="{FF2B5EF4-FFF2-40B4-BE49-F238E27FC236}">
                <a16:creationId xmlns:a16="http://schemas.microsoft.com/office/drawing/2014/main" id="{9009CA35-43A1-CBCF-F732-9897F4C976A2}"/>
              </a:ext>
            </a:extLst>
          </p:cNvPr>
          <p:cNvSpPr>
            <a:spLocks noGrp="1" noRot="1" noChangeArrowheads="1"/>
          </p:cNvSpPr>
          <p:nvPr>
            <p:ph type="title"/>
          </p:nvPr>
        </p:nvSpPr>
        <p:spPr/>
        <p:txBody>
          <a:bodyPr/>
          <a:lstStyle/>
          <a:p>
            <a:pPr eaLnBrk="1" hangingPunct="1"/>
            <a:r>
              <a:rPr lang="en-US" altLang="zh-CN" dirty="0"/>
              <a:t>5.3 .1 </a:t>
            </a:r>
            <a:r>
              <a:rPr lang="zh-CN" altLang="en-US" dirty="0"/>
              <a:t>文件的物理结构</a:t>
            </a:r>
          </a:p>
        </p:txBody>
      </p:sp>
      <p:sp>
        <p:nvSpPr>
          <p:cNvPr id="486403" name="Rectangle 3">
            <a:extLst>
              <a:ext uri="{FF2B5EF4-FFF2-40B4-BE49-F238E27FC236}">
                <a16:creationId xmlns:a16="http://schemas.microsoft.com/office/drawing/2014/main" id="{C2635822-8630-DA63-E359-46566CDF6B60}"/>
              </a:ext>
            </a:extLst>
          </p:cNvPr>
          <p:cNvSpPr>
            <a:spLocks noGrp="1" noRot="1" noChangeArrowheads="1"/>
          </p:cNvSpPr>
          <p:nvPr>
            <p:ph type="body" idx="1"/>
          </p:nvPr>
        </p:nvSpPr>
        <p:spPr/>
        <p:txBody>
          <a:bodyPr/>
          <a:lstStyle/>
          <a:p>
            <a:pPr algn="just" eaLnBrk="1" hangingPunct="1"/>
            <a:r>
              <a:rPr lang="zh-CN" altLang="en-US" sz="3600"/>
              <a:t>文件的物理结构指文件在存储介质上的结构，目前有三种基本结构</a:t>
            </a:r>
            <a:r>
              <a:rPr lang="en-US" altLang="zh-CN" sz="3600"/>
              <a:t>:</a:t>
            </a:r>
          </a:p>
          <a:p>
            <a:pPr lvl="1" algn="just" eaLnBrk="1" hangingPunct="1"/>
            <a:r>
              <a:rPr lang="zh-CN" altLang="en-US" sz="3200">
                <a:solidFill>
                  <a:schemeClr val="hlink"/>
                </a:solidFill>
              </a:rPr>
              <a:t>连续文件结构</a:t>
            </a:r>
          </a:p>
          <a:p>
            <a:pPr lvl="1" algn="just" eaLnBrk="1" hangingPunct="1"/>
            <a:r>
              <a:rPr lang="zh-CN" altLang="en-US" sz="3200">
                <a:solidFill>
                  <a:schemeClr val="hlink"/>
                </a:solidFill>
              </a:rPr>
              <a:t>串联文件结构</a:t>
            </a:r>
          </a:p>
          <a:p>
            <a:pPr lvl="1" algn="just" eaLnBrk="1" hangingPunct="1"/>
            <a:r>
              <a:rPr lang="zh-CN" altLang="en-US" sz="3200">
                <a:solidFill>
                  <a:schemeClr val="hlink"/>
                </a:solidFill>
              </a:rPr>
              <a:t>索引文件结构</a:t>
            </a:r>
          </a:p>
          <a:p>
            <a:pPr eaLnBrk="1" hangingPunct="1"/>
            <a:endParaRPr lang="en-US" altLang="zh-CN">
              <a:solidFill>
                <a:schemeClr val="hlink"/>
              </a:solidFill>
            </a:endParaRPr>
          </a:p>
        </p:txBody>
      </p:sp>
    </p:spTree>
  </p:cSld>
  <p:clrMapOvr>
    <a:masterClrMapping/>
  </p:clrMapOvr>
  <p:transition spd="med">
    <p:random/>
    <p:sndAc>
      <p:stSnd>
        <p:snd r:embed="rId2" name="camera.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FFC0A37-D0B2-1C2E-8B1E-99CACF75227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550D60B-3A95-F546-A401-AD193FD3CB56}" type="slidenum">
              <a:rPr lang="en-US" altLang="zh-CN">
                <a:latin typeface="Arial" panose="020B0604020202020204" pitchFamily="34" charset="0"/>
              </a:rPr>
              <a:pPr/>
              <a:t>48</a:t>
            </a:fld>
            <a:endParaRPr lang="en-US" altLang="zh-CN">
              <a:latin typeface="Arial" panose="020B0604020202020204" pitchFamily="34" charset="0"/>
            </a:endParaRPr>
          </a:p>
        </p:txBody>
      </p:sp>
      <p:sp>
        <p:nvSpPr>
          <p:cNvPr id="487426" name="Rectangle 2">
            <a:extLst>
              <a:ext uri="{FF2B5EF4-FFF2-40B4-BE49-F238E27FC236}">
                <a16:creationId xmlns:a16="http://schemas.microsoft.com/office/drawing/2014/main" id="{C4C9D99F-C6AB-D353-ED03-2A80DC6D2D80}"/>
              </a:ext>
            </a:extLst>
          </p:cNvPr>
          <p:cNvSpPr>
            <a:spLocks noGrp="1" noRot="1" noChangeArrowheads="1"/>
          </p:cNvSpPr>
          <p:nvPr>
            <p:ph type="title"/>
          </p:nvPr>
        </p:nvSpPr>
        <p:spPr/>
        <p:txBody>
          <a:bodyPr/>
          <a:lstStyle/>
          <a:p>
            <a:pPr eaLnBrk="1" hangingPunct="1"/>
            <a:r>
              <a:rPr lang="en-US" altLang="zh-CN"/>
              <a:t>1. </a:t>
            </a:r>
            <a:r>
              <a:rPr lang="zh-CN" altLang="en-US"/>
              <a:t>连续文件</a:t>
            </a:r>
          </a:p>
        </p:txBody>
      </p:sp>
      <p:graphicFrame>
        <p:nvGraphicFramePr>
          <p:cNvPr id="53253" name="Object 3">
            <a:extLst>
              <a:ext uri="{FF2B5EF4-FFF2-40B4-BE49-F238E27FC236}">
                <a16:creationId xmlns:a16="http://schemas.microsoft.com/office/drawing/2014/main" id="{DE919467-6DF6-1B34-A6DD-2444632C8517}"/>
              </a:ext>
            </a:extLst>
          </p:cNvPr>
          <p:cNvGraphicFramePr>
            <a:graphicFrameLocks noGrp="1" noChangeAspect="1"/>
          </p:cNvGraphicFramePr>
          <p:nvPr>
            <p:ph idx="1"/>
          </p:nvPr>
        </p:nvGraphicFramePr>
        <p:xfrm>
          <a:off x="685800" y="1814513"/>
          <a:ext cx="8153400" cy="4992687"/>
        </p:xfrm>
        <a:graphic>
          <a:graphicData uri="http://schemas.openxmlformats.org/presentationml/2006/ole">
            <mc:AlternateContent xmlns:mc="http://schemas.openxmlformats.org/markup-compatibility/2006">
              <mc:Choice xmlns:v="urn:schemas-microsoft-com:vml" Requires="v">
                <p:oleObj name="BMP 图象" r:id="rId3" imgW="3200400" imgH="2266950" progId="Paint.Picture">
                  <p:embed/>
                </p:oleObj>
              </mc:Choice>
              <mc:Fallback>
                <p:oleObj name="BMP 图象" r:id="rId3" imgW="3200400" imgH="226695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814513"/>
                        <a:ext cx="8153400" cy="4992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437446E-3631-4636-1199-7F8EBB214F8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F827BAA-34E5-024F-8507-C842FB9812EE}" type="slidenum">
              <a:rPr lang="en-US" altLang="zh-CN">
                <a:latin typeface="Arial" panose="020B0604020202020204" pitchFamily="34" charset="0"/>
              </a:rPr>
              <a:pPr/>
              <a:t>49</a:t>
            </a:fld>
            <a:endParaRPr lang="en-US" altLang="zh-CN">
              <a:latin typeface="Arial" panose="020B0604020202020204" pitchFamily="34" charset="0"/>
            </a:endParaRPr>
          </a:p>
        </p:txBody>
      </p:sp>
      <p:sp>
        <p:nvSpPr>
          <p:cNvPr id="488450" name="Rectangle 2">
            <a:extLst>
              <a:ext uri="{FF2B5EF4-FFF2-40B4-BE49-F238E27FC236}">
                <a16:creationId xmlns:a16="http://schemas.microsoft.com/office/drawing/2014/main" id="{F0166949-938F-9A16-2A62-64827E0F08B8}"/>
              </a:ext>
            </a:extLst>
          </p:cNvPr>
          <p:cNvSpPr>
            <a:spLocks noGrp="1" noRot="1" noChangeArrowheads="1"/>
          </p:cNvSpPr>
          <p:nvPr>
            <p:ph type="title"/>
          </p:nvPr>
        </p:nvSpPr>
        <p:spPr/>
        <p:txBody>
          <a:bodyPr/>
          <a:lstStyle/>
          <a:p>
            <a:pPr eaLnBrk="1" hangingPunct="1"/>
            <a:r>
              <a:rPr lang="en-US" altLang="zh-CN"/>
              <a:t>1.</a:t>
            </a:r>
            <a:r>
              <a:rPr lang="zh-CN" altLang="en-US"/>
              <a:t>连续文件</a:t>
            </a:r>
          </a:p>
        </p:txBody>
      </p:sp>
      <p:sp>
        <p:nvSpPr>
          <p:cNvPr id="488451" name="Rectangle 3">
            <a:extLst>
              <a:ext uri="{FF2B5EF4-FFF2-40B4-BE49-F238E27FC236}">
                <a16:creationId xmlns:a16="http://schemas.microsoft.com/office/drawing/2014/main" id="{55CC618E-D9F9-7C03-FF30-0BE415B54C96}"/>
              </a:ext>
            </a:extLst>
          </p:cNvPr>
          <p:cNvSpPr>
            <a:spLocks noGrp="1" noRot="1" noChangeArrowheads="1"/>
          </p:cNvSpPr>
          <p:nvPr>
            <p:ph type="body" idx="1"/>
          </p:nvPr>
        </p:nvSpPr>
        <p:spPr>
          <a:xfrm>
            <a:off x="323850" y="1844675"/>
            <a:ext cx="8569325" cy="4392613"/>
          </a:xfrm>
        </p:spPr>
        <p:txBody>
          <a:bodyPr/>
          <a:lstStyle/>
          <a:p>
            <a:pPr algn="just" eaLnBrk="1" hangingPunct="1"/>
            <a:r>
              <a:rPr lang="zh-CN" altLang="en-US" sz="2800">
                <a:solidFill>
                  <a:schemeClr val="hlink"/>
                </a:solidFill>
              </a:rPr>
              <a:t>优点：</a:t>
            </a:r>
            <a:r>
              <a:rPr lang="zh-CN" altLang="en-US" sz="2800"/>
              <a:t>结构简单，实现容易，不需要额外的开销。</a:t>
            </a:r>
          </a:p>
          <a:p>
            <a:pPr algn="just" eaLnBrk="1" hangingPunct="1"/>
            <a:r>
              <a:rPr lang="zh-CN" altLang="en-US" sz="2800">
                <a:solidFill>
                  <a:schemeClr val="hlink"/>
                </a:solidFill>
              </a:rPr>
              <a:t>缺点：</a:t>
            </a:r>
          </a:p>
          <a:p>
            <a:pPr lvl="1" algn="just" eaLnBrk="1" hangingPunct="1"/>
            <a:r>
              <a:rPr lang="zh-CN" altLang="en-US" sz="2400"/>
              <a:t>用户创建文件时要给出文件的大小；</a:t>
            </a:r>
          </a:p>
          <a:p>
            <a:pPr lvl="1" algn="just" eaLnBrk="1" hangingPunct="1"/>
            <a:r>
              <a:rPr lang="zh-CN" altLang="en-US" sz="2400"/>
              <a:t>不利于文件的动态增加和修改；</a:t>
            </a:r>
          </a:p>
          <a:p>
            <a:pPr lvl="1" algn="just" eaLnBrk="1" hangingPunct="1"/>
            <a:r>
              <a:rPr lang="zh-CN" altLang="en-US" sz="2400"/>
              <a:t>连续文件是一种连续结构的文件，对每个文件</a:t>
            </a:r>
          </a:p>
          <a:p>
            <a:pPr lvl="1" algn="just" eaLnBrk="1" hangingPunct="1">
              <a:buFont typeface="Wingdings" pitchFamily="2" charset="2"/>
              <a:buNone/>
            </a:pPr>
            <a:r>
              <a:rPr lang="zh-CN" altLang="en-US" sz="2400"/>
              <a:t>要求存放在存储介质上的连续的物理块中，存</a:t>
            </a:r>
          </a:p>
          <a:p>
            <a:pPr lvl="1" algn="just" eaLnBrk="1" hangingPunct="1">
              <a:buFont typeface="Wingdings" pitchFamily="2" charset="2"/>
              <a:buNone/>
            </a:pPr>
            <a:r>
              <a:rPr lang="zh-CN" altLang="en-US" sz="2400"/>
              <a:t>储空间利用率不高。类似于存储管理中的分区</a:t>
            </a:r>
          </a:p>
          <a:p>
            <a:pPr lvl="1" algn="just" eaLnBrk="1" hangingPunct="1"/>
            <a:r>
              <a:rPr lang="zh-CN" altLang="en-US" sz="2400"/>
              <a:t>适用于变化不大的顺序访问的文件，在流行的</a:t>
            </a:r>
            <a:r>
              <a:rPr lang="en-US" altLang="zh-CN" sz="2400"/>
              <a:t>UNIX</a:t>
            </a:r>
            <a:r>
              <a:rPr lang="zh-CN" altLang="en-US" sz="2400"/>
              <a:t>系统中仍保留了连续文件结构。</a:t>
            </a:r>
          </a:p>
        </p:txBody>
      </p:sp>
    </p:spTree>
  </p:cSld>
  <p:clrMapOvr>
    <a:masterClrMapping/>
  </p:clrMapOvr>
  <p:transition spd="med">
    <p:random/>
    <p:sndAc>
      <p:stSnd>
        <p:snd r:embed="rId2" name="camera.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08EE278-D679-06A4-43B3-FE11F12D342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E539EB6-2616-6F47-9C8A-C19789222567}" type="slidenum">
              <a:rPr lang="en-US" altLang="zh-CN">
                <a:latin typeface="Arial" panose="020B0604020202020204" pitchFamily="34" charset="0"/>
              </a:rPr>
              <a:pPr/>
              <a:t>50</a:t>
            </a:fld>
            <a:endParaRPr lang="en-US" altLang="zh-CN">
              <a:latin typeface="Arial" panose="020B0604020202020204" pitchFamily="34" charset="0"/>
            </a:endParaRPr>
          </a:p>
        </p:txBody>
      </p:sp>
      <p:sp>
        <p:nvSpPr>
          <p:cNvPr id="489474" name="Rectangle 2">
            <a:extLst>
              <a:ext uri="{FF2B5EF4-FFF2-40B4-BE49-F238E27FC236}">
                <a16:creationId xmlns:a16="http://schemas.microsoft.com/office/drawing/2014/main" id="{D9407FC9-4C0C-44EB-A1F8-73355DCDC17D}"/>
              </a:ext>
            </a:extLst>
          </p:cNvPr>
          <p:cNvSpPr>
            <a:spLocks noGrp="1" noRot="1" noChangeArrowheads="1"/>
          </p:cNvSpPr>
          <p:nvPr>
            <p:ph type="title"/>
          </p:nvPr>
        </p:nvSpPr>
        <p:spPr/>
        <p:txBody>
          <a:bodyPr/>
          <a:lstStyle/>
          <a:p>
            <a:pPr eaLnBrk="1" hangingPunct="1"/>
            <a:r>
              <a:rPr lang="en-US" altLang="zh-CN"/>
              <a:t>2. </a:t>
            </a:r>
            <a:r>
              <a:rPr lang="zh-CN" altLang="en-US"/>
              <a:t>串联文件</a:t>
            </a:r>
          </a:p>
        </p:txBody>
      </p:sp>
      <p:sp>
        <p:nvSpPr>
          <p:cNvPr id="489475" name="Rectangle 3">
            <a:extLst>
              <a:ext uri="{FF2B5EF4-FFF2-40B4-BE49-F238E27FC236}">
                <a16:creationId xmlns:a16="http://schemas.microsoft.com/office/drawing/2014/main" id="{02359A46-E698-A186-F24C-A2B81D3041EC}"/>
              </a:ext>
            </a:extLst>
          </p:cNvPr>
          <p:cNvSpPr>
            <a:spLocks noGrp="1" noRot="1" noChangeArrowheads="1"/>
          </p:cNvSpPr>
          <p:nvPr>
            <p:ph type="body" idx="1"/>
          </p:nvPr>
        </p:nvSpPr>
        <p:spPr>
          <a:xfrm>
            <a:off x="395288" y="1916113"/>
            <a:ext cx="8424862" cy="3886200"/>
          </a:xfrm>
        </p:spPr>
        <p:txBody>
          <a:bodyPr/>
          <a:lstStyle/>
          <a:p>
            <a:pPr eaLnBrk="1" hangingPunct="1"/>
            <a:r>
              <a:rPr lang="zh-CN" altLang="en-US" sz="2800">
                <a:latin typeface="宋体" panose="02010600030101010101" pitchFamily="2" charset="-122"/>
              </a:rPr>
              <a:t>一个串联文件结构是按顺序由串联的块组成的，即文件的信息按存储介质的物理特性存于若干块中。</a:t>
            </a:r>
          </a:p>
          <a:p>
            <a:pPr eaLnBrk="1" hangingPunct="1"/>
            <a:r>
              <a:rPr lang="zh-CN" altLang="en-US" sz="2800">
                <a:latin typeface="宋体" panose="02010600030101010101" pitchFamily="2" charset="-122"/>
              </a:rPr>
              <a:t>每个物理块的最末一个字</a:t>
            </a:r>
            <a:r>
              <a:rPr lang="en-US" altLang="zh-CN" sz="2800">
                <a:latin typeface="宋体" panose="02010600030101010101" pitchFamily="2" charset="-122"/>
              </a:rPr>
              <a:t>(</a:t>
            </a:r>
            <a:r>
              <a:rPr lang="zh-CN" altLang="en-US" sz="2800">
                <a:latin typeface="宋体" panose="02010600030101010101" pitchFamily="2" charset="-122"/>
              </a:rPr>
              <a:t>或第一个字</a:t>
            </a:r>
            <a:r>
              <a:rPr lang="en-US" altLang="zh-CN" sz="2800">
                <a:latin typeface="宋体" panose="02010600030101010101" pitchFamily="2" charset="-122"/>
              </a:rPr>
              <a:t>)</a:t>
            </a:r>
            <a:r>
              <a:rPr lang="zh-CN" altLang="en-US" sz="2800">
                <a:latin typeface="宋体" panose="02010600030101010101" pitchFamily="2" charset="-122"/>
              </a:rPr>
              <a:t>作为链接字，它指出后继块的物理地址。链首指针存放在该文件目录中。文件的结尾块的指针为</a:t>
            </a:r>
            <a:r>
              <a:rPr lang="zh-CN" altLang="en-US" sz="2800">
                <a:latin typeface="华文中宋" panose="02010600040101010101" pitchFamily="2" charset="-122"/>
              </a:rPr>
              <a:t>“</a:t>
            </a:r>
            <a:r>
              <a:rPr lang="zh-CN" altLang="en-US" sz="2800">
                <a:latin typeface="宋体" panose="02010600030101010101" pitchFamily="2" charset="-122"/>
              </a:rPr>
              <a:t>∧</a:t>
            </a:r>
            <a:r>
              <a:rPr lang="zh-CN" altLang="en-US" sz="2800">
                <a:latin typeface="华文中宋" panose="02010600040101010101" pitchFamily="2" charset="-122"/>
              </a:rPr>
              <a:t>”</a:t>
            </a:r>
            <a:r>
              <a:rPr lang="zh-CN" altLang="en-US" sz="2800">
                <a:latin typeface="宋体" panose="02010600030101010101" pitchFamily="2" charset="-122"/>
              </a:rPr>
              <a:t>。</a:t>
            </a:r>
          </a:p>
          <a:p>
            <a:pPr eaLnBrk="1" hangingPunct="1"/>
            <a:r>
              <a:rPr lang="zh-CN" altLang="en-US" sz="2800">
                <a:latin typeface="宋体" panose="02010600030101010101" pitchFamily="2" charset="-122"/>
              </a:rPr>
              <a:t>这种文件结构不要求连续存放。</a:t>
            </a:r>
          </a:p>
          <a:p>
            <a:pPr eaLnBrk="1" hangingPunct="1"/>
            <a:r>
              <a:rPr lang="zh-CN" altLang="en-US" sz="2800">
                <a:latin typeface="宋体" panose="02010600030101010101" pitchFamily="2" charset="-122"/>
              </a:rPr>
              <a:t>对于记录式文件一块中可包含一个逻辑记录或多个逻辑记录，也可以若干物理块包含一个逻辑记录。</a:t>
            </a:r>
          </a:p>
        </p:txBody>
      </p:sp>
    </p:spTree>
  </p:cSld>
  <p:clrMapOvr>
    <a:masterClrMapping/>
  </p:clrMapOvr>
  <p:transition spd="med">
    <p:random/>
    <p:sndAc>
      <p:stSnd>
        <p:snd r:embed="rId2" name="camera.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6EEC80F-4F73-B598-987B-52D7C4663E1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4928390-B563-F040-8DC0-158E42BA9755}" type="slidenum">
              <a:rPr lang="en-US" altLang="zh-CN">
                <a:latin typeface="Arial" panose="020B0604020202020204" pitchFamily="34" charset="0"/>
              </a:rPr>
              <a:pPr/>
              <a:t>51</a:t>
            </a:fld>
            <a:endParaRPr lang="en-US" altLang="zh-CN">
              <a:latin typeface="Arial" panose="020B0604020202020204" pitchFamily="34" charset="0"/>
            </a:endParaRPr>
          </a:p>
        </p:txBody>
      </p:sp>
      <p:sp>
        <p:nvSpPr>
          <p:cNvPr id="490498" name="Rectangle 2">
            <a:extLst>
              <a:ext uri="{FF2B5EF4-FFF2-40B4-BE49-F238E27FC236}">
                <a16:creationId xmlns:a16="http://schemas.microsoft.com/office/drawing/2014/main" id="{F77A816D-7680-CD5D-DF3B-31B88ACDE952}"/>
              </a:ext>
            </a:extLst>
          </p:cNvPr>
          <p:cNvSpPr>
            <a:spLocks noGrp="1" noRot="1" noChangeArrowheads="1"/>
          </p:cNvSpPr>
          <p:nvPr>
            <p:ph type="title"/>
          </p:nvPr>
        </p:nvSpPr>
        <p:spPr/>
        <p:txBody>
          <a:bodyPr/>
          <a:lstStyle/>
          <a:p>
            <a:pPr eaLnBrk="1" hangingPunct="1"/>
            <a:r>
              <a:rPr lang="en-US" altLang="zh-CN"/>
              <a:t>2. </a:t>
            </a:r>
            <a:r>
              <a:rPr lang="zh-CN" altLang="en-US"/>
              <a:t>串联文件</a:t>
            </a:r>
          </a:p>
        </p:txBody>
      </p:sp>
      <p:graphicFrame>
        <p:nvGraphicFramePr>
          <p:cNvPr id="56325" name="Object 3">
            <a:extLst>
              <a:ext uri="{FF2B5EF4-FFF2-40B4-BE49-F238E27FC236}">
                <a16:creationId xmlns:a16="http://schemas.microsoft.com/office/drawing/2014/main" id="{6F975D9E-D971-EF8F-A822-0AD61B218093}"/>
              </a:ext>
            </a:extLst>
          </p:cNvPr>
          <p:cNvGraphicFramePr>
            <a:graphicFrameLocks noGrp="1" noChangeAspect="1"/>
          </p:cNvGraphicFramePr>
          <p:nvPr>
            <p:ph idx="1"/>
          </p:nvPr>
        </p:nvGraphicFramePr>
        <p:xfrm>
          <a:off x="685800" y="1839913"/>
          <a:ext cx="8001000" cy="4960937"/>
        </p:xfrm>
        <a:graphic>
          <a:graphicData uri="http://schemas.openxmlformats.org/presentationml/2006/ole">
            <mc:AlternateContent xmlns:mc="http://schemas.openxmlformats.org/markup-compatibility/2006">
              <mc:Choice xmlns:v="urn:schemas-microsoft-com:vml" Requires="v">
                <p:oleObj name="BMP 图象" r:id="rId3" imgW="3200400" imgH="2133600" progId="Paint.Picture">
                  <p:embed/>
                </p:oleObj>
              </mc:Choice>
              <mc:Fallback>
                <p:oleObj name="BMP 图象" r:id="rId3" imgW="3200400" imgH="213360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839913"/>
                        <a:ext cx="8001000" cy="4960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6902E74-929F-8D41-86B3-0CF1980E651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F95F2BF-7EE5-AD4D-9D63-9EDDED8A097E}" type="slidenum">
              <a:rPr lang="en-US" altLang="zh-CN">
                <a:latin typeface="Arial" panose="020B0604020202020204" pitchFamily="34" charset="0"/>
              </a:rPr>
              <a:pPr/>
              <a:t>52</a:t>
            </a:fld>
            <a:endParaRPr lang="en-US" altLang="zh-CN">
              <a:latin typeface="Arial" panose="020B0604020202020204" pitchFamily="34" charset="0"/>
            </a:endParaRPr>
          </a:p>
        </p:txBody>
      </p:sp>
      <p:sp>
        <p:nvSpPr>
          <p:cNvPr id="491522" name="Rectangle 2">
            <a:extLst>
              <a:ext uri="{FF2B5EF4-FFF2-40B4-BE49-F238E27FC236}">
                <a16:creationId xmlns:a16="http://schemas.microsoft.com/office/drawing/2014/main" id="{2925CF74-AB98-7AB0-CEB0-E7971246695D}"/>
              </a:ext>
            </a:extLst>
          </p:cNvPr>
          <p:cNvSpPr>
            <a:spLocks noGrp="1" noRot="1" noChangeArrowheads="1"/>
          </p:cNvSpPr>
          <p:nvPr>
            <p:ph type="title"/>
          </p:nvPr>
        </p:nvSpPr>
        <p:spPr/>
        <p:txBody>
          <a:bodyPr/>
          <a:lstStyle/>
          <a:p>
            <a:pPr eaLnBrk="1" hangingPunct="1"/>
            <a:r>
              <a:rPr lang="en-US" altLang="zh-CN"/>
              <a:t>2. </a:t>
            </a:r>
            <a:r>
              <a:rPr lang="zh-CN" altLang="en-US"/>
              <a:t>串联文件</a:t>
            </a:r>
          </a:p>
        </p:txBody>
      </p:sp>
      <p:sp>
        <p:nvSpPr>
          <p:cNvPr id="491523" name="Rectangle 3">
            <a:extLst>
              <a:ext uri="{FF2B5EF4-FFF2-40B4-BE49-F238E27FC236}">
                <a16:creationId xmlns:a16="http://schemas.microsoft.com/office/drawing/2014/main" id="{DA7AD030-04FC-E4A4-47FD-E50B05D08669}"/>
              </a:ext>
            </a:extLst>
          </p:cNvPr>
          <p:cNvSpPr>
            <a:spLocks noGrp="1" noRot="1" noChangeArrowheads="1"/>
          </p:cNvSpPr>
          <p:nvPr>
            <p:ph type="body" idx="1"/>
          </p:nvPr>
        </p:nvSpPr>
        <p:spPr>
          <a:xfrm>
            <a:off x="836613" y="1784350"/>
            <a:ext cx="7699375" cy="4286250"/>
          </a:xfrm>
        </p:spPr>
        <p:txBody>
          <a:bodyPr/>
          <a:lstStyle/>
          <a:p>
            <a:pPr algn="just" eaLnBrk="1" hangingPunct="1"/>
            <a:r>
              <a:rPr lang="zh-CN" altLang="en-US" sz="2800"/>
              <a:t>评价：</a:t>
            </a:r>
          </a:p>
          <a:p>
            <a:pPr algn="just" eaLnBrk="1" hangingPunct="1"/>
            <a:r>
              <a:rPr lang="en-US" altLang="zh-CN" sz="2800"/>
              <a:t>1.</a:t>
            </a:r>
            <a:r>
              <a:rPr lang="zh-CN" altLang="en-US" sz="2800"/>
              <a:t>存储空间利用率高；</a:t>
            </a:r>
          </a:p>
          <a:p>
            <a:pPr algn="just" eaLnBrk="1" hangingPunct="1"/>
            <a:r>
              <a:rPr lang="en-US" altLang="zh-CN" sz="2800"/>
              <a:t>2.</a:t>
            </a:r>
            <a:r>
              <a:rPr lang="zh-CN" altLang="en-US" sz="2800"/>
              <a:t>文件创建时用户不必指出文件的大小；</a:t>
            </a:r>
          </a:p>
          <a:p>
            <a:pPr algn="just" eaLnBrk="1" hangingPunct="1"/>
            <a:r>
              <a:rPr lang="en-US" altLang="zh-CN" sz="2800"/>
              <a:t>3.</a:t>
            </a:r>
            <a:r>
              <a:rPr lang="zh-CN" altLang="en-US" sz="2800"/>
              <a:t>文件动态扩充和修改容易。</a:t>
            </a:r>
          </a:p>
          <a:p>
            <a:pPr algn="just" eaLnBrk="1" hangingPunct="1"/>
            <a:r>
              <a:rPr lang="en-US" altLang="zh-CN" sz="2800"/>
              <a:t>4.</a:t>
            </a:r>
            <a:r>
              <a:rPr lang="zh-CN" altLang="en-US" sz="2800"/>
              <a:t>顺序存取效率高，</a:t>
            </a:r>
            <a:r>
              <a:rPr lang="zh-CN" altLang="en-US" sz="2800">
                <a:solidFill>
                  <a:schemeClr val="hlink"/>
                </a:solidFill>
              </a:rPr>
              <a:t>随机存取效率太低</a:t>
            </a:r>
            <a:r>
              <a:rPr lang="zh-CN" altLang="en-US" sz="2800"/>
              <a:t>，如果访问文件的最后的内容，实际上是要访问整个文件。</a:t>
            </a:r>
          </a:p>
          <a:p>
            <a:pPr algn="just" eaLnBrk="1" hangingPunct="1"/>
            <a:r>
              <a:rPr lang="zh-CN" altLang="en-US" sz="2800"/>
              <a:t>类似于存储管理中的页式</a:t>
            </a:r>
          </a:p>
        </p:txBody>
      </p:sp>
    </p:spTree>
  </p:cSld>
  <p:clrMapOvr>
    <a:masterClrMapping/>
  </p:clrMapOvr>
  <p:transition spd="med">
    <p:random/>
    <p:sndAc>
      <p:stSnd>
        <p:snd r:embed="rId2" name="camera.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31052CC-30D5-8045-39D0-DA5C7B6B31B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102ED53-1885-AF47-9A2B-C137D710D36F}" type="slidenum">
              <a:rPr lang="en-US" altLang="zh-CN">
                <a:latin typeface="Arial" panose="020B0604020202020204" pitchFamily="34" charset="0"/>
              </a:rPr>
              <a:pPr/>
              <a:t>53</a:t>
            </a:fld>
            <a:endParaRPr lang="en-US" altLang="zh-CN">
              <a:latin typeface="Arial" panose="020B0604020202020204" pitchFamily="34" charset="0"/>
            </a:endParaRPr>
          </a:p>
        </p:txBody>
      </p:sp>
      <p:sp>
        <p:nvSpPr>
          <p:cNvPr id="492546" name="Rectangle 2">
            <a:extLst>
              <a:ext uri="{FF2B5EF4-FFF2-40B4-BE49-F238E27FC236}">
                <a16:creationId xmlns:a16="http://schemas.microsoft.com/office/drawing/2014/main" id="{6AA10B67-8264-B12C-B864-05024F12FF1E}"/>
              </a:ext>
            </a:extLst>
          </p:cNvPr>
          <p:cNvSpPr>
            <a:spLocks noGrp="1" noRot="1" noChangeArrowheads="1"/>
          </p:cNvSpPr>
          <p:nvPr>
            <p:ph type="title"/>
          </p:nvPr>
        </p:nvSpPr>
        <p:spPr/>
        <p:txBody>
          <a:bodyPr/>
          <a:lstStyle/>
          <a:p>
            <a:pPr eaLnBrk="1" hangingPunct="1"/>
            <a:r>
              <a:rPr lang="en-US" altLang="zh-CN"/>
              <a:t>2. </a:t>
            </a:r>
            <a:r>
              <a:rPr lang="zh-CN" altLang="en-US"/>
              <a:t>串联文件</a:t>
            </a:r>
          </a:p>
        </p:txBody>
      </p:sp>
      <p:sp>
        <p:nvSpPr>
          <p:cNvPr id="492547" name="Rectangle 3">
            <a:extLst>
              <a:ext uri="{FF2B5EF4-FFF2-40B4-BE49-F238E27FC236}">
                <a16:creationId xmlns:a16="http://schemas.microsoft.com/office/drawing/2014/main" id="{5D680086-B1B5-80CF-71F0-A27BFB23449D}"/>
              </a:ext>
            </a:extLst>
          </p:cNvPr>
          <p:cNvSpPr>
            <a:spLocks noGrp="1" noRot="1" noChangeArrowheads="1"/>
          </p:cNvSpPr>
          <p:nvPr>
            <p:ph type="body" idx="1"/>
          </p:nvPr>
        </p:nvSpPr>
        <p:spPr>
          <a:xfrm>
            <a:off x="836613" y="1784350"/>
            <a:ext cx="7699375" cy="4286250"/>
          </a:xfrm>
        </p:spPr>
        <p:txBody>
          <a:bodyPr/>
          <a:lstStyle/>
          <a:p>
            <a:pPr eaLnBrk="1" hangingPunct="1"/>
            <a:r>
              <a:rPr lang="zh-CN" altLang="en-US" sz="2800">
                <a:latin typeface="宋体" panose="02010600030101010101" pitchFamily="2" charset="-122"/>
              </a:rPr>
              <a:t>为了克服链接文件的存取效率太低的问题，人们提出</a:t>
            </a:r>
            <a:r>
              <a:rPr lang="zh-CN" altLang="en-US" sz="2800">
                <a:solidFill>
                  <a:srgbClr val="FF0066"/>
                </a:solidFill>
                <a:latin typeface="宋体" panose="02010600030101010101" pitchFamily="2" charset="-122"/>
              </a:rPr>
              <a:t>文件映照的技术</a:t>
            </a:r>
            <a:r>
              <a:rPr lang="zh-CN" altLang="en-US" sz="2800">
                <a:latin typeface="宋体" panose="02010600030101010101" pitchFamily="2" charset="-122"/>
              </a:rPr>
              <a:t>，即把链接文件中的链接字集中在一结构中，</a:t>
            </a:r>
            <a:r>
              <a:rPr lang="zh-CN" altLang="en-US" sz="2800">
                <a:solidFill>
                  <a:srgbClr val="FF0066"/>
                </a:solidFill>
                <a:latin typeface="宋体" panose="02010600030101010101" pitchFamily="2" charset="-122"/>
              </a:rPr>
              <a:t>这样既保持了链接文件的优点，也克服了其缺点</a:t>
            </a:r>
            <a:r>
              <a:rPr lang="zh-CN" altLang="en-US" sz="2800">
                <a:latin typeface="宋体" panose="02010600030101010101" pitchFamily="2" charset="-122"/>
              </a:rPr>
              <a:t>，</a:t>
            </a:r>
            <a:r>
              <a:rPr lang="en-US" altLang="zh-CN" sz="2800">
                <a:latin typeface="宋体" panose="02010600030101010101" pitchFamily="2" charset="-122"/>
              </a:rPr>
              <a:t>DOS</a:t>
            </a:r>
            <a:r>
              <a:rPr lang="zh-CN" altLang="en-US" sz="2800">
                <a:latin typeface="宋体" panose="02010600030101010101" pitchFamily="2" charset="-122"/>
              </a:rPr>
              <a:t>、</a:t>
            </a:r>
            <a:r>
              <a:rPr lang="en-US" altLang="zh-CN" sz="2800">
                <a:latin typeface="宋体" panose="02010600030101010101" pitchFamily="2" charset="-122"/>
              </a:rPr>
              <a:t>WINDOWS</a:t>
            </a:r>
            <a:r>
              <a:rPr lang="zh-CN" altLang="en-US" sz="2800">
                <a:latin typeface="宋体" panose="02010600030101010101" pitchFamily="2" charset="-122"/>
              </a:rPr>
              <a:t>系统就采用了这样结构。</a:t>
            </a:r>
          </a:p>
          <a:p>
            <a:pPr algn="just" eaLnBrk="1" hangingPunct="1"/>
            <a:endParaRPr lang="en-US" altLang="zh-CN" sz="2800">
              <a:latin typeface="宋体" panose="02010600030101010101" pitchFamily="2" charset="-122"/>
            </a:endParaRPr>
          </a:p>
        </p:txBody>
      </p:sp>
    </p:spTree>
  </p:cSld>
  <p:clrMapOvr>
    <a:masterClrMapping/>
  </p:clrMapOvr>
  <p:transition spd="med">
    <p:random/>
    <p:sndAc>
      <p:stSnd>
        <p:snd r:embed="rId2" name="camera.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840ECFFA-CB60-4E9A-48E2-0EA58A47576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0720381-DC89-7649-8CE6-7EEF092CF951}" type="slidenum">
              <a:rPr lang="en-US" altLang="zh-CN">
                <a:latin typeface="Arial" panose="020B0604020202020204" pitchFamily="34" charset="0"/>
              </a:rPr>
              <a:pPr/>
              <a:t>54</a:t>
            </a:fld>
            <a:endParaRPr lang="en-US" altLang="zh-CN">
              <a:latin typeface="Arial" panose="020B0604020202020204" pitchFamily="34" charset="0"/>
            </a:endParaRPr>
          </a:p>
        </p:txBody>
      </p:sp>
      <p:sp>
        <p:nvSpPr>
          <p:cNvPr id="493570" name="Rectangle 2">
            <a:extLst>
              <a:ext uri="{FF2B5EF4-FFF2-40B4-BE49-F238E27FC236}">
                <a16:creationId xmlns:a16="http://schemas.microsoft.com/office/drawing/2014/main" id="{BB89BDF0-21BF-9C8A-B8AB-2A7850045796}"/>
              </a:ext>
            </a:extLst>
          </p:cNvPr>
          <p:cNvSpPr>
            <a:spLocks noGrp="1" noRot="1" noChangeArrowheads="1"/>
          </p:cNvSpPr>
          <p:nvPr>
            <p:ph type="title"/>
          </p:nvPr>
        </p:nvSpPr>
        <p:spPr/>
        <p:txBody>
          <a:bodyPr/>
          <a:lstStyle/>
          <a:p>
            <a:pPr eaLnBrk="1" hangingPunct="1"/>
            <a:r>
              <a:rPr lang="zh-CN" altLang="en-US"/>
              <a:t>文件映照的技术</a:t>
            </a:r>
          </a:p>
        </p:txBody>
      </p:sp>
      <p:sp>
        <p:nvSpPr>
          <p:cNvPr id="493571" name="Rectangle 3">
            <a:extLst>
              <a:ext uri="{FF2B5EF4-FFF2-40B4-BE49-F238E27FC236}">
                <a16:creationId xmlns:a16="http://schemas.microsoft.com/office/drawing/2014/main" id="{54E15972-26D1-A9CE-90D3-BAC9FCCE0F7F}"/>
              </a:ext>
            </a:extLst>
          </p:cNvPr>
          <p:cNvSpPr>
            <a:spLocks noGrp="1" noRot="1" noChangeArrowheads="1"/>
          </p:cNvSpPr>
          <p:nvPr>
            <p:ph type="body" sz="half" idx="1"/>
          </p:nvPr>
        </p:nvSpPr>
        <p:spPr>
          <a:xfrm>
            <a:off x="685800" y="1981200"/>
            <a:ext cx="3810000" cy="4648200"/>
          </a:xfrm>
          <a:ln>
            <a:solidFill>
              <a:srgbClr val="FF0066"/>
            </a:solidFill>
            <a:miter lim="800000"/>
            <a:headEnd/>
            <a:tailEnd/>
          </a:ln>
        </p:spPr>
        <p:txBody>
          <a:bodyPr/>
          <a:lstStyle/>
          <a:p>
            <a:pPr marL="0" indent="0" algn="just" eaLnBrk="1" hangingPunct="1"/>
            <a:r>
              <a:rPr lang="en-US" altLang="zh-CN" sz="2800"/>
              <a:t>FAT</a:t>
            </a:r>
            <a:r>
              <a:rPr lang="zh-CN" altLang="en-US" sz="2800"/>
              <a:t>：文件分配表，磁盘格式化后建立，从磁盘的</a:t>
            </a:r>
          </a:p>
          <a:p>
            <a:pPr marL="0" indent="0" algn="just" eaLnBrk="1" hangingPunct="1"/>
            <a:r>
              <a:rPr lang="en-US" altLang="zh-CN" sz="2800"/>
              <a:t>F8H</a:t>
            </a:r>
            <a:r>
              <a:rPr lang="zh-CN" altLang="en-US" sz="2800"/>
              <a:t>：硬盘</a:t>
            </a:r>
          </a:p>
          <a:p>
            <a:pPr marL="0" indent="0" algn="just" eaLnBrk="1" hangingPunct="1"/>
            <a:r>
              <a:rPr lang="en-US" altLang="zh-CN" sz="2800"/>
              <a:t>000H</a:t>
            </a:r>
            <a:r>
              <a:rPr lang="zh-CN" altLang="en-US" sz="2800"/>
              <a:t>：空闲簇</a:t>
            </a:r>
          </a:p>
          <a:p>
            <a:pPr marL="0" indent="0" algn="just" eaLnBrk="1" hangingPunct="1"/>
            <a:r>
              <a:rPr lang="en-US" altLang="zh-CN" sz="2800"/>
              <a:t>FFFH</a:t>
            </a:r>
            <a:r>
              <a:rPr lang="zh-CN" altLang="en-US" sz="2800"/>
              <a:t>：文件的结尾簇</a:t>
            </a:r>
          </a:p>
          <a:p>
            <a:pPr marL="0" indent="0" algn="just" eaLnBrk="1" hangingPunct="1"/>
            <a:r>
              <a:rPr lang="en-US" altLang="zh-CN" sz="2800"/>
              <a:t>XXXH</a:t>
            </a:r>
            <a:r>
              <a:rPr lang="zh-CN" altLang="en-US" sz="2800"/>
              <a:t>：文件的下一簇</a:t>
            </a:r>
            <a:endParaRPr lang="zh-CN" altLang="en-US" sz="3600"/>
          </a:p>
        </p:txBody>
      </p:sp>
      <p:graphicFrame>
        <p:nvGraphicFramePr>
          <p:cNvPr id="59398" name="Object 4">
            <a:extLst>
              <a:ext uri="{FF2B5EF4-FFF2-40B4-BE49-F238E27FC236}">
                <a16:creationId xmlns:a16="http://schemas.microsoft.com/office/drawing/2014/main" id="{A5FE9065-4D8E-AD31-18B2-CC2BB129F29F}"/>
              </a:ext>
            </a:extLst>
          </p:cNvPr>
          <p:cNvGraphicFramePr>
            <a:graphicFrameLocks noGrp="1" noChangeAspect="1"/>
          </p:cNvGraphicFramePr>
          <p:nvPr>
            <p:ph type="clipArt" sz="half" idx="2"/>
          </p:nvPr>
        </p:nvGraphicFramePr>
        <p:xfrm>
          <a:off x="4648200" y="1981200"/>
          <a:ext cx="4303713" cy="4648200"/>
        </p:xfrm>
        <a:graphic>
          <a:graphicData uri="http://schemas.openxmlformats.org/presentationml/2006/ole">
            <mc:AlternateContent xmlns:mc="http://schemas.openxmlformats.org/markup-compatibility/2006">
              <mc:Choice xmlns:v="urn:schemas-microsoft-com:vml" Requires="v">
                <p:oleObj name="BMP 图象" r:id="rId3" imgW="2457450" imgH="2520950" progId="Paint.Picture">
                  <p:embed/>
                </p:oleObj>
              </mc:Choice>
              <mc:Fallback>
                <p:oleObj name="BMP 图象" r:id="rId3" imgW="2457450" imgH="252095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81200"/>
                        <a:ext cx="4303713"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3D2EB6D-C172-1841-0529-080D3D7359B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2EF9191-CEAD-E449-99E6-8595464315B1}" type="slidenum">
              <a:rPr lang="en-US" altLang="zh-CN">
                <a:latin typeface="Arial" panose="020B0604020202020204" pitchFamily="34" charset="0"/>
              </a:rPr>
              <a:pPr/>
              <a:t>55</a:t>
            </a:fld>
            <a:endParaRPr lang="en-US" altLang="zh-CN">
              <a:latin typeface="Arial" panose="020B0604020202020204" pitchFamily="34" charset="0"/>
            </a:endParaRPr>
          </a:p>
        </p:txBody>
      </p:sp>
      <p:sp>
        <p:nvSpPr>
          <p:cNvPr id="494594" name="Rectangle 2">
            <a:extLst>
              <a:ext uri="{FF2B5EF4-FFF2-40B4-BE49-F238E27FC236}">
                <a16:creationId xmlns:a16="http://schemas.microsoft.com/office/drawing/2014/main" id="{EEBA55F9-F71B-6597-A14D-FFC24430E04D}"/>
              </a:ext>
            </a:extLst>
          </p:cNvPr>
          <p:cNvSpPr>
            <a:spLocks noGrp="1" noRot="1" noChangeArrowheads="1"/>
          </p:cNvSpPr>
          <p:nvPr>
            <p:ph type="title"/>
          </p:nvPr>
        </p:nvSpPr>
        <p:spPr/>
        <p:txBody>
          <a:bodyPr/>
          <a:lstStyle/>
          <a:p>
            <a:pPr eaLnBrk="1" hangingPunct="1"/>
            <a:r>
              <a:rPr lang="en-US" altLang="zh-CN"/>
              <a:t>3. </a:t>
            </a:r>
            <a:r>
              <a:rPr lang="zh-CN" altLang="en-US"/>
              <a:t>索引文件结构</a:t>
            </a:r>
          </a:p>
        </p:txBody>
      </p:sp>
      <p:sp>
        <p:nvSpPr>
          <p:cNvPr id="494595" name="Rectangle 3">
            <a:extLst>
              <a:ext uri="{FF2B5EF4-FFF2-40B4-BE49-F238E27FC236}">
                <a16:creationId xmlns:a16="http://schemas.microsoft.com/office/drawing/2014/main" id="{F3C8B75E-23D3-DE30-7EB9-B959AAE9D6D9}"/>
              </a:ext>
            </a:extLst>
          </p:cNvPr>
          <p:cNvSpPr>
            <a:spLocks noGrp="1" noRot="1" noChangeArrowheads="1"/>
          </p:cNvSpPr>
          <p:nvPr>
            <p:ph type="body" idx="1"/>
          </p:nvPr>
        </p:nvSpPr>
        <p:spPr>
          <a:xfrm>
            <a:off x="539750" y="1773238"/>
            <a:ext cx="7916863" cy="3884612"/>
          </a:xfrm>
        </p:spPr>
        <p:txBody>
          <a:bodyPr/>
          <a:lstStyle/>
          <a:p>
            <a:pPr algn="just" eaLnBrk="1" hangingPunct="1"/>
            <a:r>
              <a:rPr lang="zh-CN" altLang="en-US" sz="2800">
                <a:latin typeface="华文中宋" panose="02010600040101010101" pitchFamily="2" charset="-122"/>
                <a:ea typeface="华文中宋" panose="02010600040101010101" pitchFamily="2" charset="-122"/>
              </a:rPr>
              <a:t>随机文件结构是另一种形式的非连续文件，文件数据存放的存储介质上的物理块号与文件的逻辑块号一一对应，并建立这样对应关系的数据结构－－</a:t>
            </a:r>
            <a:r>
              <a:rPr lang="zh-CN" altLang="en-US" sz="2800">
                <a:solidFill>
                  <a:schemeClr val="hlink"/>
                </a:solidFill>
                <a:latin typeface="华文中宋" panose="02010600040101010101" pitchFamily="2" charset="-122"/>
                <a:ea typeface="华文中宋" panose="02010600040101010101" pitchFamily="2" charset="-122"/>
              </a:rPr>
              <a:t>文件索引表</a:t>
            </a:r>
            <a:r>
              <a:rPr lang="zh-CN" altLang="en-US" sz="2800">
                <a:latin typeface="华文中宋" panose="02010600040101010101" pitchFamily="2" charset="-122"/>
                <a:ea typeface="华文中宋" panose="02010600040101010101" pitchFamily="2" charset="-122"/>
              </a:rPr>
              <a:t>。</a:t>
            </a:r>
          </a:p>
          <a:p>
            <a:pPr algn="just" eaLnBrk="1" hangingPunct="1"/>
            <a:r>
              <a:rPr lang="zh-CN" altLang="en-US" sz="2800">
                <a:latin typeface="华文中宋" panose="02010600040101010101" pitchFamily="2" charset="-122"/>
                <a:ea typeface="华文中宋" panose="02010600040101010101" pitchFamily="2" charset="-122"/>
              </a:rPr>
              <a:t>访问文件时，根据文件的逻辑块号查文件索引表，找到对应的物理块号，然后，进行访问。</a:t>
            </a:r>
          </a:p>
          <a:p>
            <a:pPr algn="just" eaLnBrk="1" hangingPunct="1"/>
            <a:r>
              <a:rPr lang="zh-CN" altLang="en-US" sz="2800">
                <a:latin typeface="华文中宋" panose="02010600040101010101" pitchFamily="2" charset="-122"/>
                <a:ea typeface="华文中宋" panose="02010600040101010101" pitchFamily="2" charset="-122"/>
              </a:rPr>
              <a:t>随机文件有三种形式的结构：</a:t>
            </a:r>
            <a:r>
              <a:rPr lang="zh-CN" altLang="en-US" sz="2800">
                <a:solidFill>
                  <a:schemeClr val="hlink"/>
                </a:solidFill>
                <a:latin typeface="华文中宋" panose="02010600040101010101" pitchFamily="2" charset="-122"/>
                <a:ea typeface="华文中宋" panose="02010600040101010101" pitchFamily="2" charset="-122"/>
              </a:rPr>
              <a:t>直接地址结构</a:t>
            </a:r>
            <a:r>
              <a:rPr lang="zh-CN" altLang="en-US" sz="2800">
                <a:solidFill>
                  <a:schemeClr val="tx2"/>
                </a:solidFill>
                <a:latin typeface="华文中宋" panose="02010600040101010101" pitchFamily="2" charset="-122"/>
                <a:ea typeface="华文中宋" panose="02010600040101010101" pitchFamily="2" charset="-122"/>
              </a:rPr>
              <a:t>、</a:t>
            </a:r>
            <a:r>
              <a:rPr lang="zh-CN" altLang="en-US" sz="2800">
                <a:solidFill>
                  <a:schemeClr val="hlink"/>
                </a:solidFill>
                <a:latin typeface="华文中宋" panose="02010600040101010101" pitchFamily="2" charset="-122"/>
                <a:ea typeface="华文中宋" panose="02010600040101010101" pitchFamily="2" charset="-122"/>
              </a:rPr>
              <a:t>索引结构</a:t>
            </a:r>
            <a:r>
              <a:rPr lang="zh-CN" altLang="en-US" sz="2800">
                <a:solidFill>
                  <a:schemeClr val="tx2"/>
                </a:solidFill>
                <a:latin typeface="华文中宋" panose="02010600040101010101" pitchFamily="2" charset="-122"/>
                <a:ea typeface="华文中宋" panose="02010600040101010101" pitchFamily="2" charset="-122"/>
              </a:rPr>
              <a:t>、</a:t>
            </a:r>
            <a:r>
              <a:rPr lang="zh-CN" altLang="en-US" sz="2800">
                <a:solidFill>
                  <a:schemeClr val="hlink"/>
                </a:solidFill>
                <a:latin typeface="华文中宋" panose="02010600040101010101" pitchFamily="2" charset="-122"/>
                <a:ea typeface="华文中宋" panose="02010600040101010101" pitchFamily="2" charset="-122"/>
              </a:rPr>
              <a:t>计算寻址结构</a:t>
            </a:r>
            <a:r>
              <a:rPr lang="zh-CN" altLang="en-US" sz="2800">
                <a:solidFill>
                  <a:schemeClr val="tx2"/>
                </a:solidFill>
                <a:latin typeface="华文中宋" panose="02010600040101010101" pitchFamily="2" charset="-122"/>
                <a:ea typeface="华文中宋" panose="02010600040101010101" pitchFamily="2" charset="-122"/>
              </a:rPr>
              <a:t>。</a:t>
            </a:r>
          </a:p>
          <a:p>
            <a:pPr algn="just" eaLnBrk="1" hangingPunct="1"/>
            <a:r>
              <a:rPr lang="zh-CN" altLang="en-US" sz="2800">
                <a:latin typeface="华文中宋" panose="02010600040101010101" pitchFamily="2" charset="-122"/>
                <a:ea typeface="华文中宋" panose="02010600040101010101" pitchFamily="2" charset="-122"/>
              </a:rPr>
              <a:t>索引结构是当代计算机操作系统中普遍采用的结构，如</a:t>
            </a:r>
            <a:r>
              <a:rPr lang="en-US" altLang="zh-CN" sz="2800">
                <a:latin typeface="华文中宋" panose="02010600040101010101" pitchFamily="2" charset="-122"/>
                <a:ea typeface="华文中宋" panose="02010600040101010101" pitchFamily="2" charset="-122"/>
              </a:rPr>
              <a:t>UNIX</a:t>
            </a:r>
            <a:r>
              <a:rPr lang="zh-CN" altLang="en-US" sz="2800">
                <a:latin typeface="华文中宋" panose="02010600040101010101" pitchFamily="2" charset="-122"/>
                <a:ea typeface="华文中宋" panose="02010600040101010101" pitchFamily="2" charset="-122"/>
              </a:rPr>
              <a:t>系统、</a:t>
            </a:r>
            <a:r>
              <a:rPr lang="en-US" altLang="zh-CN" sz="2800">
                <a:latin typeface="华文中宋" panose="02010600040101010101" pitchFamily="2" charset="-122"/>
                <a:ea typeface="华文中宋" panose="02010600040101010101" pitchFamily="2" charset="-122"/>
              </a:rPr>
              <a:t>LINUX</a:t>
            </a:r>
            <a:r>
              <a:rPr lang="zh-CN" altLang="en-US" sz="2800">
                <a:latin typeface="华文中宋" panose="02010600040101010101" pitchFamily="2" charset="-122"/>
                <a:ea typeface="华文中宋" panose="02010600040101010101" pitchFamily="2" charset="-122"/>
              </a:rPr>
              <a:t>系统。</a:t>
            </a:r>
          </a:p>
        </p:txBody>
      </p:sp>
    </p:spTree>
  </p:cSld>
  <p:clrMapOvr>
    <a:masterClrMapping/>
  </p:clrMapOvr>
  <p:transition spd="med">
    <p:random/>
    <p:sndAc>
      <p:stSnd>
        <p:snd r:embed="rId2" name="camera.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94CEEFAB-D0C8-3149-5B29-F112C14A610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96A5F37-734D-C944-9555-55ED4197F6AE}" type="slidenum">
              <a:rPr lang="en-US" altLang="zh-CN">
                <a:latin typeface="Arial" panose="020B0604020202020204" pitchFamily="34" charset="0"/>
              </a:rPr>
              <a:pPr/>
              <a:t>56</a:t>
            </a:fld>
            <a:endParaRPr lang="en-US" altLang="zh-CN">
              <a:latin typeface="Arial" panose="020B0604020202020204" pitchFamily="34" charset="0"/>
            </a:endParaRPr>
          </a:p>
        </p:txBody>
      </p:sp>
      <p:sp>
        <p:nvSpPr>
          <p:cNvPr id="495618" name="Rectangle 2">
            <a:extLst>
              <a:ext uri="{FF2B5EF4-FFF2-40B4-BE49-F238E27FC236}">
                <a16:creationId xmlns:a16="http://schemas.microsoft.com/office/drawing/2014/main" id="{EBCD444F-C5FD-7CDD-1FBE-CF44916C736B}"/>
              </a:ext>
            </a:extLst>
          </p:cNvPr>
          <p:cNvSpPr>
            <a:spLocks noGrp="1" noRot="1" noChangeArrowheads="1"/>
          </p:cNvSpPr>
          <p:nvPr>
            <p:ph type="title"/>
          </p:nvPr>
        </p:nvSpPr>
        <p:spPr/>
        <p:txBody>
          <a:bodyPr/>
          <a:lstStyle/>
          <a:p>
            <a:pPr eaLnBrk="1" hangingPunct="1"/>
            <a:r>
              <a:rPr lang="en-US" altLang="zh-CN"/>
              <a:t>3. </a:t>
            </a:r>
            <a:r>
              <a:rPr lang="zh-CN" altLang="en-US"/>
              <a:t>索引文件结构</a:t>
            </a:r>
          </a:p>
        </p:txBody>
      </p:sp>
      <p:sp>
        <p:nvSpPr>
          <p:cNvPr id="495619" name="Rectangle 3">
            <a:extLst>
              <a:ext uri="{FF2B5EF4-FFF2-40B4-BE49-F238E27FC236}">
                <a16:creationId xmlns:a16="http://schemas.microsoft.com/office/drawing/2014/main" id="{3DC789B0-4D2D-5245-2C7F-595F727E60C0}"/>
              </a:ext>
            </a:extLst>
          </p:cNvPr>
          <p:cNvSpPr>
            <a:spLocks noGrp="1" noRot="1" noChangeArrowheads="1"/>
          </p:cNvSpPr>
          <p:nvPr>
            <p:ph type="body" sz="half" idx="1"/>
          </p:nvPr>
        </p:nvSpPr>
        <p:spPr>
          <a:xfrm>
            <a:off x="685800" y="1844675"/>
            <a:ext cx="3810000" cy="4148138"/>
          </a:xfrm>
        </p:spPr>
        <p:txBody>
          <a:bodyPr/>
          <a:lstStyle/>
          <a:p>
            <a:pPr marL="0" indent="0" eaLnBrk="1" hangingPunct="1"/>
            <a:r>
              <a:rPr lang="zh-CN" altLang="en-US" sz="2400">
                <a:solidFill>
                  <a:schemeClr val="tx2"/>
                </a:solidFill>
              </a:rPr>
              <a:t>这种文件结构的数据结构是文件的索引表，每个文件有一个索引表，表中每个表目包括：</a:t>
            </a:r>
            <a:r>
              <a:rPr lang="zh-CN" altLang="en-US" sz="2400">
                <a:solidFill>
                  <a:schemeClr val="hlink"/>
                </a:solidFill>
              </a:rPr>
              <a:t>逻辑块号，物理块号。</a:t>
            </a:r>
          </a:p>
          <a:p>
            <a:pPr marL="0" indent="0" algn="just" eaLnBrk="1" hangingPunct="1"/>
            <a:r>
              <a:rPr lang="zh-CN" altLang="en-US" sz="2400">
                <a:solidFill>
                  <a:schemeClr val="hlink"/>
                </a:solidFill>
              </a:rPr>
              <a:t>索引表位置：</a:t>
            </a:r>
            <a:r>
              <a:rPr lang="zh-CN" altLang="en-US" sz="2400"/>
              <a:t>文件目录中，文件的开头等。</a:t>
            </a:r>
          </a:p>
          <a:p>
            <a:pPr marL="0" indent="0" algn="just" eaLnBrk="1" hangingPunct="1"/>
            <a:r>
              <a:rPr lang="zh-CN" altLang="en-US" sz="2400">
                <a:solidFill>
                  <a:schemeClr val="hlink"/>
                </a:solidFill>
              </a:rPr>
              <a:t>索引表大小</a:t>
            </a:r>
            <a:r>
              <a:rPr lang="en-US" altLang="zh-CN" sz="2400">
                <a:solidFill>
                  <a:schemeClr val="hlink"/>
                </a:solidFill>
              </a:rPr>
              <a:t>:</a:t>
            </a:r>
            <a:r>
              <a:rPr lang="zh-CN" altLang="en-US" sz="2400"/>
              <a:t>固定大小，非固定大小。</a:t>
            </a:r>
          </a:p>
        </p:txBody>
      </p:sp>
      <p:graphicFrame>
        <p:nvGraphicFramePr>
          <p:cNvPr id="61446" name="Object 4">
            <a:extLst>
              <a:ext uri="{FF2B5EF4-FFF2-40B4-BE49-F238E27FC236}">
                <a16:creationId xmlns:a16="http://schemas.microsoft.com/office/drawing/2014/main" id="{6AD499B6-C96C-60C8-A2C0-ACF076A8E3A6}"/>
              </a:ext>
            </a:extLst>
          </p:cNvPr>
          <p:cNvGraphicFramePr>
            <a:graphicFrameLocks noGrp="1" noChangeAspect="1"/>
          </p:cNvGraphicFramePr>
          <p:nvPr>
            <p:ph type="clipArt" sz="half" idx="2"/>
          </p:nvPr>
        </p:nvGraphicFramePr>
        <p:xfrm>
          <a:off x="4648200" y="1981200"/>
          <a:ext cx="4303713" cy="4648200"/>
        </p:xfrm>
        <a:graphic>
          <a:graphicData uri="http://schemas.openxmlformats.org/presentationml/2006/ole">
            <mc:AlternateContent xmlns:mc="http://schemas.openxmlformats.org/markup-compatibility/2006">
              <mc:Choice xmlns:v="urn:schemas-microsoft-com:vml" Requires="v">
                <p:oleObj name="BMP 图象" r:id="rId3" imgW="3378200" imgH="2279650" progId="Paint.Picture">
                  <p:embed/>
                </p:oleObj>
              </mc:Choice>
              <mc:Fallback>
                <p:oleObj name="BMP 图象" r:id="rId3" imgW="3378200" imgH="227965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81200"/>
                        <a:ext cx="4303713"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E594E82-647F-EB57-CB85-5A8D9E97E82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C652324-0B66-3C41-867D-14F7BDC53E72}" type="slidenum">
              <a:rPr lang="en-US" altLang="zh-CN">
                <a:latin typeface="Arial" panose="020B0604020202020204" pitchFamily="34" charset="0"/>
              </a:rPr>
              <a:pPr/>
              <a:t>57</a:t>
            </a:fld>
            <a:endParaRPr lang="en-US" altLang="zh-CN">
              <a:latin typeface="Arial" panose="020B0604020202020204" pitchFamily="34" charset="0"/>
            </a:endParaRPr>
          </a:p>
        </p:txBody>
      </p:sp>
      <p:sp>
        <p:nvSpPr>
          <p:cNvPr id="496642" name="Rectangle 2">
            <a:extLst>
              <a:ext uri="{FF2B5EF4-FFF2-40B4-BE49-F238E27FC236}">
                <a16:creationId xmlns:a16="http://schemas.microsoft.com/office/drawing/2014/main" id="{22C4F312-F004-721E-2775-3CC4C5001533}"/>
              </a:ext>
            </a:extLst>
          </p:cNvPr>
          <p:cNvSpPr>
            <a:spLocks noGrp="1" noRot="1" noChangeArrowheads="1"/>
          </p:cNvSpPr>
          <p:nvPr>
            <p:ph type="title"/>
          </p:nvPr>
        </p:nvSpPr>
        <p:spPr/>
        <p:txBody>
          <a:bodyPr/>
          <a:lstStyle/>
          <a:p>
            <a:pPr eaLnBrk="1" hangingPunct="1"/>
            <a:r>
              <a:rPr lang="en-US" altLang="zh-CN"/>
              <a:t>3. </a:t>
            </a:r>
            <a:r>
              <a:rPr lang="zh-CN" altLang="en-US"/>
              <a:t>索引文件结构</a:t>
            </a:r>
          </a:p>
        </p:txBody>
      </p:sp>
      <p:sp>
        <p:nvSpPr>
          <p:cNvPr id="496643" name="Rectangle 3">
            <a:extLst>
              <a:ext uri="{FF2B5EF4-FFF2-40B4-BE49-F238E27FC236}">
                <a16:creationId xmlns:a16="http://schemas.microsoft.com/office/drawing/2014/main" id="{1C03B2A1-2C78-568B-EE78-50CE09A41803}"/>
              </a:ext>
            </a:extLst>
          </p:cNvPr>
          <p:cNvSpPr>
            <a:spLocks noGrp="1" noRot="1" noChangeArrowheads="1"/>
          </p:cNvSpPr>
          <p:nvPr>
            <p:ph type="body" idx="1"/>
          </p:nvPr>
        </p:nvSpPr>
        <p:spPr>
          <a:xfrm>
            <a:off x="685800" y="1844675"/>
            <a:ext cx="7772400" cy="4148138"/>
          </a:xfrm>
        </p:spPr>
        <p:txBody>
          <a:bodyPr/>
          <a:lstStyle/>
          <a:p>
            <a:pPr algn="just" eaLnBrk="1" hangingPunct="1"/>
            <a:r>
              <a:rPr lang="en-US" altLang="zh-CN">
                <a:latin typeface="宋体" panose="02010600030101010101" pitchFamily="2" charset="-122"/>
              </a:rPr>
              <a:t>UNIX</a:t>
            </a:r>
            <a:r>
              <a:rPr lang="zh-CN" altLang="en-US">
                <a:latin typeface="宋体" panose="02010600030101010101" pitchFamily="2" charset="-122"/>
              </a:rPr>
              <a:t>系统采用索引文件结构，</a:t>
            </a:r>
            <a:r>
              <a:rPr lang="en-US" altLang="zh-CN">
                <a:latin typeface="宋体" panose="02010600030101010101" pitchFamily="2" charset="-122"/>
              </a:rPr>
              <a:t>UNIX</a:t>
            </a:r>
            <a:r>
              <a:rPr lang="zh-CN" altLang="en-US">
                <a:latin typeface="宋体" panose="02010600030101010101" pitchFamily="2" charset="-122"/>
              </a:rPr>
              <a:t>系统采用多级间接索引结构，</a:t>
            </a:r>
            <a:r>
              <a:rPr lang="zh-CN" altLang="en-US">
                <a:solidFill>
                  <a:schemeClr val="hlink"/>
                </a:solidFill>
                <a:latin typeface="宋体" panose="02010600030101010101" pitchFamily="2" charset="-122"/>
              </a:rPr>
              <a:t>对小型文件采用直接索引，对大型文件采用间接索引</a:t>
            </a:r>
            <a:r>
              <a:rPr lang="zh-CN" altLang="en-US">
                <a:latin typeface="宋体" panose="02010600030101010101" pitchFamily="2" charset="-122"/>
              </a:rPr>
              <a:t>，从而，既保证绝大多数的文件有高的存取效率，又能适应存取一些大型文件。（既保证了文件系统的高效率，又使其有很宽的适应面）。</a:t>
            </a:r>
          </a:p>
        </p:txBody>
      </p:sp>
    </p:spTree>
  </p:cSld>
  <p:clrMapOvr>
    <a:masterClrMapping/>
  </p:clrMapOvr>
  <p:transition spd="med">
    <p:random/>
    <p:sndAc>
      <p:stSnd>
        <p:snd r:embed="rId2" name="camera.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F239DC1-3CAD-2DD7-EE37-AE5284982CEA}"/>
              </a:ext>
            </a:extLst>
          </p:cNvPr>
          <p:cNvSpPr>
            <a:spLocks noGrp="1"/>
          </p:cNvSpPr>
          <p:nvPr>
            <p:ph type="dt" sz="quarter" idx="10"/>
          </p:nvPr>
        </p:nvSpPr>
        <p:spPr/>
        <p:txBody>
          <a:bodyPr/>
          <a:lstStyle/>
          <a:p>
            <a:pPr>
              <a:defRPr/>
            </a:pPr>
            <a:r>
              <a:rPr lang="zh-CN" altLang="zh-CN"/>
              <a:t>2009-4-7</a:t>
            </a:r>
          </a:p>
        </p:txBody>
      </p:sp>
      <p:sp>
        <p:nvSpPr>
          <p:cNvPr id="6" name="灯片编号占位符 5">
            <a:extLst>
              <a:ext uri="{FF2B5EF4-FFF2-40B4-BE49-F238E27FC236}">
                <a16:creationId xmlns:a16="http://schemas.microsoft.com/office/drawing/2014/main" id="{E9CC701D-16B7-8C42-5FFE-07486269211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6F6839B-14B4-6648-896E-E495D03E3305}" type="slidenum">
              <a:rPr lang="en-US" altLang="zh-CN">
                <a:latin typeface="Arial" panose="020B0604020202020204" pitchFamily="34" charset="0"/>
              </a:rPr>
              <a:pPr/>
              <a:t>58</a:t>
            </a:fld>
            <a:endParaRPr lang="en-US" altLang="zh-CN">
              <a:latin typeface="Arial" panose="020B0604020202020204" pitchFamily="34" charset="0"/>
            </a:endParaRPr>
          </a:p>
        </p:txBody>
      </p:sp>
      <p:sp>
        <p:nvSpPr>
          <p:cNvPr id="497666" name="Rectangle 2">
            <a:extLst>
              <a:ext uri="{FF2B5EF4-FFF2-40B4-BE49-F238E27FC236}">
                <a16:creationId xmlns:a16="http://schemas.microsoft.com/office/drawing/2014/main" id="{5B603F3E-E25B-C8E3-BB05-EBFF089AE44A}"/>
              </a:ext>
            </a:extLst>
          </p:cNvPr>
          <p:cNvSpPr>
            <a:spLocks noGrp="1" noRot="1" noChangeArrowheads="1"/>
          </p:cNvSpPr>
          <p:nvPr>
            <p:ph type="title"/>
          </p:nvPr>
        </p:nvSpPr>
        <p:spPr/>
        <p:txBody>
          <a:bodyPr/>
          <a:lstStyle/>
          <a:p>
            <a:pPr eaLnBrk="1" hangingPunct="1">
              <a:defRPr/>
            </a:pPr>
            <a:endParaRPr lang="zh-CN" altLang="zh-CN"/>
          </a:p>
        </p:txBody>
      </p:sp>
      <p:graphicFrame>
        <p:nvGraphicFramePr>
          <p:cNvPr id="63493" name="Object 3">
            <a:extLst>
              <a:ext uri="{FF2B5EF4-FFF2-40B4-BE49-F238E27FC236}">
                <a16:creationId xmlns:a16="http://schemas.microsoft.com/office/drawing/2014/main" id="{D6218F31-0845-BCB8-660E-1BE34245AED3}"/>
              </a:ext>
            </a:extLst>
          </p:cNvPr>
          <p:cNvGraphicFramePr>
            <a:graphicFrameLocks noGrp="1" noChangeAspect="1"/>
          </p:cNvGraphicFramePr>
          <p:nvPr>
            <p:ph idx="1"/>
          </p:nvPr>
        </p:nvGraphicFramePr>
        <p:xfrm>
          <a:off x="0" y="0"/>
          <a:ext cx="9144000" cy="6840538"/>
        </p:xfrm>
        <a:graphic>
          <a:graphicData uri="http://schemas.openxmlformats.org/presentationml/2006/ole">
            <mc:AlternateContent xmlns:mc="http://schemas.openxmlformats.org/markup-compatibility/2006">
              <mc:Choice xmlns:v="urn:schemas-microsoft-com:vml" Requires="v">
                <p:oleObj name="BMP 图象" r:id="rId3" imgW="2628900" imgH="2184400" progId="Paint.Picture">
                  <p:embed/>
                </p:oleObj>
              </mc:Choice>
              <mc:Fallback>
                <p:oleObj name="BMP 图象" r:id="rId3" imgW="2628900" imgH="218440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40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C6D4EA2-14BA-0C33-A1F9-D513C5A49D1F}"/>
              </a:ext>
            </a:extLst>
          </p:cNvPr>
          <p:cNvSpPr>
            <a:spLocks noGrp="1"/>
          </p:cNvSpPr>
          <p:nvPr>
            <p:ph type="dt" sz="quarter" idx="10"/>
          </p:nvPr>
        </p:nvSpPr>
        <p:spPr/>
        <p:txBody>
          <a:bodyPr/>
          <a:lstStyle/>
          <a:p>
            <a:pPr>
              <a:defRPr/>
            </a:pPr>
            <a:r>
              <a:rPr lang="zh-CN" altLang="zh-CN"/>
              <a:t>2009-4-7</a:t>
            </a:r>
          </a:p>
        </p:txBody>
      </p:sp>
      <p:sp>
        <p:nvSpPr>
          <p:cNvPr id="6" name="灯片编号占位符 5">
            <a:extLst>
              <a:ext uri="{FF2B5EF4-FFF2-40B4-BE49-F238E27FC236}">
                <a16:creationId xmlns:a16="http://schemas.microsoft.com/office/drawing/2014/main" id="{5E5EB59A-8CD9-044C-1CE1-4AA5187781A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FD78CFC-DB55-DB4E-9F72-B797B6DAD7DE}" type="slidenum">
              <a:rPr lang="en-US" altLang="zh-CN">
                <a:latin typeface="Arial" panose="020B0604020202020204" pitchFamily="34" charset="0"/>
              </a:rPr>
              <a:pPr/>
              <a:t>59</a:t>
            </a:fld>
            <a:endParaRPr lang="en-US" altLang="zh-CN">
              <a:latin typeface="Arial" panose="020B0604020202020204" pitchFamily="34" charset="0"/>
            </a:endParaRPr>
          </a:p>
        </p:txBody>
      </p:sp>
      <p:sp>
        <p:nvSpPr>
          <p:cNvPr id="498690" name="Rectangle 2">
            <a:extLst>
              <a:ext uri="{FF2B5EF4-FFF2-40B4-BE49-F238E27FC236}">
                <a16:creationId xmlns:a16="http://schemas.microsoft.com/office/drawing/2014/main" id="{3928FFA8-B379-B3A5-78D9-3EDF28AC8903}"/>
              </a:ext>
            </a:extLst>
          </p:cNvPr>
          <p:cNvSpPr>
            <a:spLocks noGrp="1" noRot="1" noChangeArrowheads="1"/>
          </p:cNvSpPr>
          <p:nvPr>
            <p:ph type="title"/>
          </p:nvPr>
        </p:nvSpPr>
        <p:spPr/>
        <p:txBody>
          <a:bodyPr/>
          <a:lstStyle/>
          <a:p>
            <a:pPr eaLnBrk="1" hangingPunct="1">
              <a:defRPr/>
            </a:pPr>
            <a:endParaRPr lang="zh-CN" altLang="zh-CN"/>
          </a:p>
        </p:txBody>
      </p:sp>
      <p:graphicFrame>
        <p:nvGraphicFramePr>
          <p:cNvPr id="64517" name="Object 3">
            <a:extLst>
              <a:ext uri="{FF2B5EF4-FFF2-40B4-BE49-F238E27FC236}">
                <a16:creationId xmlns:a16="http://schemas.microsoft.com/office/drawing/2014/main" id="{A00A9B0B-D583-DB8A-6112-469D722B4F9A}"/>
              </a:ext>
            </a:extLst>
          </p:cNvPr>
          <p:cNvGraphicFramePr>
            <a:graphicFrameLocks noGrp="1" noChangeAspect="1"/>
          </p:cNvGraphicFramePr>
          <p:nvPr>
            <p:ph idx="1"/>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name="BMP 图象" r:id="rId3" imgW="3276600" imgH="2800350" progId="Paint.Picture">
                  <p:embed/>
                </p:oleObj>
              </mc:Choice>
              <mc:Fallback>
                <p:oleObj name="BMP 图象" r:id="rId3" imgW="3276600" imgH="280035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C06EF978-FBF2-1F2E-C9E4-8D54E18FD973}"/>
              </a:ext>
            </a:extLst>
          </p:cNvPr>
          <p:cNvSpPr>
            <a:spLocks noGrp="1"/>
          </p:cNvSpPr>
          <p:nvPr>
            <p:ph type="sldNum" sz="quarter" idx="12"/>
          </p:nvPr>
        </p:nvSpPr>
        <p:spPr/>
        <p:txBody>
          <a:bodyPr/>
          <a:lstStyle/>
          <a:p>
            <a:fld id="{4E520306-E855-8443-8EBA-8C8946E7D384}" type="slidenum">
              <a:rPr lang="en-US" altLang="zh-CN" smtClean="0"/>
              <a:pPr/>
              <a:t>60</a:t>
            </a:fld>
            <a:endParaRPr lang="en-US" altLang="zh-CN"/>
          </a:p>
        </p:txBody>
      </p:sp>
      <p:grpSp>
        <p:nvGrpSpPr>
          <p:cNvPr id="12" name="组合 11">
            <a:extLst>
              <a:ext uri="{FF2B5EF4-FFF2-40B4-BE49-F238E27FC236}">
                <a16:creationId xmlns:a16="http://schemas.microsoft.com/office/drawing/2014/main" id="{62186429-1E8E-D556-84FF-66A2E5C63DC2}"/>
              </a:ext>
            </a:extLst>
          </p:cNvPr>
          <p:cNvGrpSpPr/>
          <p:nvPr>
            <p:custDataLst>
              <p:tags r:id="rId2"/>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95208760-DEF1-A45F-14A6-F030700A15A8}"/>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ColorBlock">
              <a:extLst>
                <a:ext uri="{FF2B5EF4-FFF2-40B4-BE49-F238E27FC236}">
                  <a16:creationId xmlns:a16="http://schemas.microsoft.com/office/drawing/2014/main" id="{30615876-D2FE-C274-425F-480399CA66E5}"/>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ypeText">
              <a:extLst>
                <a:ext uri="{FF2B5EF4-FFF2-40B4-BE49-F238E27FC236}">
                  <a16:creationId xmlns:a16="http://schemas.microsoft.com/office/drawing/2014/main" id="{8090301B-3981-A748-9B78-CDDAECFA875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kumimoji="1"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1" name="TipText">
              <a:extLst>
                <a:ext uri="{FF2B5EF4-FFF2-40B4-BE49-F238E27FC236}">
                  <a16:creationId xmlns:a16="http://schemas.microsoft.com/office/drawing/2014/main" id="{A765A11B-5895-C3AC-21F1-70D8BBFB2C0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sp>
        <p:nvSpPr>
          <p:cNvPr id="13" name="文本框 12">
            <a:extLst>
              <a:ext uri="{FF2B5EF4-FFF2-40B4-BE49-F238E27FC236}">
                <a16:creationId xmlns:a16="http://schemas.microsoft.com/office/drawing/2014/main" id="{45147295-AE74-2C8B-7CCA-FE9D40CC71E0}"/>
              </a:ext>
            </a:extLst>
          </p:cNvPr>
          <p:cNvSpPr txBox="1"/>
          <p:nvPr>
            <p:custDataLst>
              <p:tags r:id="rId3"/>
            </p:custDataLst>
          </p:nvPr>
        </p:nvSpPr>
        <p:spPr>
          <a:xfrm>
            <a:off x="914400" y="635000"/>
            <a:ext cx="7315200" cy="2143125"/>
          </a:xfrm>
          <a:prstGeom prst="rect">
            <a:avLst/>
          </a:prstGeom>
          <a:noFill/>
        </p:spPr>
        <p:txBody>
          <a:bodyPr vert="horz" wrap="square" rtlCol="0" anchor="ctr" anchorCtr="0">
            <a:noAutofit/>
          </a:bodyPr>
          <a:lstStyle/>
          <a:p>
            <a:endPar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设文件索引结点中有</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个地址项，其中</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个地地址项是直接地址索引，</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个地址项是一级间接地址索引，</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个地址项是二级间接地址索引，每个地址项大小为</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kumimoji="1" lang="en"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kumimoji="1" lang="zh-CN" altLang="e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若磁盘索引块和磁盘数据块大小均为</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256</a:t>
            </a:r>
            <a:r>
              <a:rPr kumimoji="1" lang="en"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kumimoji="1" lang="zh-CN" altLang="e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则可表示的单个文件最大长度是</a:t>
            </a:r>
            <a:r>
              <a:rPr kumimoji="1"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14" name="文本框 13">
            <a:extLst>
              <a:ext uri="{FF2B5EF4-FFF2-40B4-BE49-F238E27FC236}">
                <a16:creationId xmlns:a16="http://schemas.microsoft.com/office/drawing/2014/main" id="{4E141D18-09CE-21AF-1830-81249272D2CA}"/>
              </a:ext>
            </a:extLst>
          </p:cNvPr>
          <p:cNvSpPr txBox="1"/>
          <p:nvPr>
            <p:custDataLst>
              <p:tags r:id="rId4"/>
            </p:custDataLst>
          </p:nvPr>
        </p:nvSpPr>
        <p:spPr>
          <a:xfrm>
            <a:off x="1828800" y="2786063"/>
            <a:ext cx="6400800" cy="642938"/>
          </a:xfrm>
          <a:prstGeom prst="rect">
            <a:avLst/>
          </a:prstGeom>
          <a:noFill/>
        </p:spPr>
        <p:txBody>
          <a:bodyPr vert="horz" rtlCol="0" anchor="ctr" anchorCtr="0">
            <a:noAutofit/>
          </a:bodyPr>
          <a:lstStyle/>
          <a:p>
            <a:r>
              <a:rPr kumimoji="1" lang="en"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33KB</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文本框 14">
            <a:extLst>
              <a:ext uri="{FF2B5EF4-FFF2-40B4-BE49-F238E27FC236}">
                <a16:creationId xmlns:a16="http://schemas.microsoft.com/office/drawing/2014/main" id="{648E3AB3-5A1B-1404-1023-64FFA87B7B9E}"/>
              </a:ext>
            </a:extLst>
          </p:cNvPr>
          <p:cNvSpPr txBox="1"/>
          <p:nvPr>
            <p:custDataLst>
              <p:tags r:id="rId5"/>
            </p:custDataLst>
          </p:nvPr>
        </p:nvSpPr>
        <p:spPr>
          <a:xfrm>
            <a:off x="1828800" y="3643313"/>
            <a:ext cx="6400800" cy="642938"/>
          </a:xfrm>
          <a:prstGeom prst="rect">
            <a:avLst/>
          </a:prstGeom>
          <a:noFill/>
        </p:spPr>
        <p:txBody>
          <a:bodyPr vert="horz" rtlCol="0" anchor="ctr" anchorCtr="0">
            <a:noAutofit/>
          </a:bodyPr>
          <a:lstStyle/>
          <a:p>
            <a:r>
              <a:rPr kumimoji="1" lang="en"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519KB</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文本框 15">
            <a:extLst>
              <a:ext uri="{FF2B5EF4-FFF2-40B4-BE49-F238E27FC236}">
                <a16:creationId xmlns:a16="http://schemas.microsoft.com/office/drawing/2014/main" id="{875EEE27-B6AA-94B1-27B7-AB00E69A2BD8}"/>
              </a:ext>
            </a:extLst>
          </p:cNvPr>
          <p:cNvSpPr txBox="1"/>
          <p:nvPr>
            <p:custDataLst>
              <p:tags r:id="rId6"/>
            </p:custDataLst>
          </p:nvPr>
        </p:nvSpPr>
        <p:spPr>
          <a:xfrm>
            <a:off x="1828800" y="4500563"/>
            <a:ext cx="6400800" cy="642938"/>
          </a:xfrm>
          <a:prstGeom prst="rect">
            <a:avLst/>
          </a:prstGeom>
          <a:noFill/>
        </p:spPr>
        <p:txBody>
          <a:bodyPr vert="horz" rtlCol="0" anchor="ctr" anchorCtr="0">
            <a:noAutofit/>
          </a:bodyPr>
          <a:lstStyle/>
          <a:p>
            <a:r>
              <a:rPr kumimoji="1" lang="en"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1057KB</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文本框 16">
            <a:extLst>
              <a:ext uri="{FF2B5EF4-FFF2-40B4-BE49-F238E27FC236}">
                <a16:creationId xmlns:a16="http://schemas.microsoft.com/office/drawing/2014/main" id="{DBC18730-4939-15A6-38E2-B9423312A057}"/>
              </a:ext>
            </a:extLst>
          </p:cNvPr>
          <p:cNvSpPr txBox="1"/>
          <p:nvPr>
            <p:custDataLst>
              <p:tags r:id="rId7"/>
            </p:custDataLst>
          </p:nvPr>
        </p:nvSpPr>
        <p:spPr>
          <a:xfrm>
            <a:off x="1828800" y="5357813"/>
            <a:ext cx="6400800" cy="642938"/>
          </a:xfrm>
          <a:prstGeom prst="rect">
            <a:avLst/>
          </a:prstGeom>
          <a:noFill/>
        </p:spPr>
        <p:txBody>
          <a:bodyPr vert="horz" rtlCol="0" anchor="ctr" anchorCtr="0">
            <a:noAutofit/>
          </a:bodyPr>
          <a:lstStyle/>
          <a:p>
            <a:r>
              <a:rPr kumimoji="1" lang="en"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16516KB</a:t>
            </a:r>
            <a:endParaRPr kumimoji="1"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01E2ACF3-D2E3-735F-3FC7-552A2C3FD48E}"/>
              </a:ext>
            </a:extLst>
          </p:cNvPr>
          <p:cNvSpPr>
            <a:spLocks noChangeAspect="1"/>
          </p:cNvSpPr>
          <p:nvPr>
            <p:custDataLst>
              <p:tags r:id="rId8"/>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椭圆 18">
            <a:extLst>
              <a:ext uri="{FF2B5EF4-FFF2-40B4-BE49-F238E27FC236}">
                <a16:creationId xmlns:a16="http://schemas.microsoft.com/office/drawing/2014/main" id="{1E2EF3B1-22B8-3EB9-01D2-77A9189747E3}"/>
              </a:ext>
            </a:extLst>
          </p:cNvPr>
          <p:cNvSpPr>
            <a:spLocks noChangeAspect="1"/>
          </p:cNvSpPr>
          <p:nvPr>
            <p:custDataLst>
              <p:tags r:id="rId9"/>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椭圆 19">
            <a:extLst>
              <a:ext uri="{FF2B5EF4-FFF2-40B4-BE49-F238E27FC236}">
                <a16:creationId xmlns:a16="http://schemas.microsoft.com/office/drawing/2014/main" id="{C46EF488-4227-D61B-C289-A51C3B8E04B2}"/>
              </a:ext>
            </a:extLst>
          </p:cNvPr>
          <p:cNvSpPr>
            <a:spLocks noChangeAspect="1"/>
          </p:cNvSpPr>
          <p:nvPr>
            <p:custDataLst>
              <p:tags r:id="rId10"/>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a:extLst>
              <a:ext uri="{FF2B5EF4-FFF2-40B4-BE49-F238E27FC236}">
                <a16:creationId xmlns:a16="http://schemas.microsoft.com/office/drawing/2014/main" id="{A34F56F0-3A54-1CE2-B492-2FE8F47F9355}"/>
              </a:ext>
            </a:extLst>
          </p:cNvPr>
          <p:cNvSpPr>
            <a:spLocks noChangeAspect="1"/>
          </p:cNvSpPr>
          <p:nvPr>
            <p:custDataLst>
              <p:tags r:id="rId11"/>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圆角矩形 21">
            <a:extLst>
              <a:ext uri="{FF2B5EF4-FFF2-40B4-BE49-F238E27FC236}">
                <a16:creationId xmlns:a16="http://schemas.microsoft.com/office/drawing/2014/main" id="{76370871-65F2-2BB8-8364-8C515424B28B}"/>
              </a:ext>
            </a:extLst>
          </p:cNvPr>
          <p:cNvSpPr/>
          <p:nvPr>
            <p:custDataLst>
              <p:tags r:id="rId1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7" name="图片 6">
            <a:extLst>
              <a:ext uri="{FF2B5EF4-FFF2-40B4-BE49-F238E27FC236}">
                <a16:creationId xmlns:a16="http://schemas.microsoft.com/office/drawing/2014/main" id="{BE137C9F-40CB-5494-19DD-20C633638058}"/>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525069500"/>
      </p:ext>
    </p:extLst>
  </p:cSld>
  <p:clrMapOvr>
    <a:masterClrMapping/>
  </p:clrMapOvr>
  <p:transition spd="med">
    <p:random/>
    <p:sndAc>
      <p:stSnd>
        <p:snd r:embed="rId19" name="camera.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DE917E6-6D1F-07DC-3C86-6BA2E88B87D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CE74C54-363C-4248-800E-86A170FC2157}" type="slidenum">
              <a:rPr lang="en-US" altLang="zh-CN">
                <a:latin typeface="Arial" panose="020B0604020202020204" pitchFamily="34" charset="0"/>
              </a:rPr>
              <a:pPr/>
              <a:t>61</a:t>
            </a:fld>
            <a:endParaRPr lang="en-US" altLang="zh-CN">
              <a:latin typeface="Arial" panose="020B0604020202020204" pitchFamily="34" charset="0"/>
            </a:endParaRPr>
          </a:p>
        </p:txBody>
      </p:sp>
      <p:sp>
        <p:nvSpPr>
          <p:cNvPr id="499714" name="Rectangle 2">
            <a:extLst>
              <a:ext uri="{FF2B5EF4-FFF2-40B4-BE49-F238E27FC236}">
                <a16:creationId xmlns:a16="http://schemas.microsoft.com/office/drawing/2014/main" id="{E6D88D55-9A5C-C7F0-A10A-560C99FF73FD}"/>
              </a:ext>
            </a:extLst>
          </p:cNvPr>
          <p:cNvSpPr>
            <a:spLocks noGrp="1" noRot="1" noChangeArrowheads="1"/>
          </p:cNvSpPr>
          <p:nvPr>
            <p:ph type="title"/>
          </p:nvPr>
        </p:nvSpPr>
        <p:spPr/>
        <p:txBody>
          <a:bodyPr/>
          <a:lstStyle/>
          <a:p>
            <a:pPr eaLnBrk="1" hangingPunct="1"/>
            <a:r>
              <a:rPr lang="en-US" altLang="zh-CN"/>
              <a:t>3. </a:t>
            </a:r>
            <a:r>
              <a:rPr lang="zh-CN" altLang="en-US"/>
              <a:t>索引文件结构</a:t>
            </a:r>
          </a:p>
        </p:txBody>
      </p:sp>
      <p:sp>
        <p:nvSpPr>
          <p:cNvPr id="499715" name="Rectangle 3">
            <a:extLst>
              <a:ext uri="{FF2B5EF4-FFF2-40B4-BE49-F238E27FC236}">
                <a16:creationId xmlns:a16="http://schemas.microsoft.com/office/drawing/2014/main" id="{8E759577-E38A-EFBB-5C6A-0F4A3C7FC54C}"/>
              </a:ext>
            </a:extLst>
          </p:cNvPr>
          <p:cNvSpPr>
            <a:spLocks noGrp="1" noRot="1" noChangeArrowheads="1"/>
          </p:cNvSpPr>
          <p:nvPr>
            <p:ph type="body" idx="1"/>
          </p:nvPr>
        </p:nvSpPr>
        <p:spPr>
          <a:xfrm>
            <a:off x="250825" y="1905000"/>
            <a:ext cx="8435975" cy="4403725"/>
          </a:xfrm>
        </p:spPr>
        <p:txBody>
          <a:bodyPr/>
          <a:lstStyle/>
          <a:p>
            <a:pPr eaLnBrk="1" hangingPunct="1">
              <a:lnSpc>
                <a:spcPct val="90000"/>
              </a:lnSpc>
            </a:pPr>
            <a:r>
              <a:rPr lang="zh-CN" altLang="en-US"/>
              <a:t>索引结构既适用于顺序存取，也适用于随机存取。</a:t>
            </a:r>
          </a:p>
          <a:p>
            <a:pPr eaLnBrk="1" hangingPunct="1">
              <a:lnSpc>
                <a:spcPct val="90000"/>
              </a:lnSpc>
            </a:pPr>
            <a:r>
              <a:rPr lang="zh-CN" altLang="en-US"/>
              <a:t>缺点：</a:t>
            </a:r>
          </a:p>
          <a:p>
            <a:pPr lvl="1" eaLnBrk="1" hangingPunct="1">
              <a:lnSpc>
                <a:spcPct val="90000"/>
              </a:lnSpc>
            </a:pPr>
            <a:r>
              <a:rPr lang="zh-CN" altLang="en-US"/>
              <a:t>索引表增加了系统开销</a:t>
            </a:r>
          </a:p>
          <a:p>
            <a:pPr lvl="1" eaLnBrk="1" hangingPunct="1">
              <a:lnSpc>
                <a:spcPct val="90000"/>
              </a:lnSpc>
            </a:pPr>
            <a:r>
              <a:rPr lang="zh-CN" altLang="en-US"/>
              <a:t>存取文件时需要至少访问存储器二次以上：一次是访问索引表，一次是根据物理块号访问文件信息。</a:t>
            </a:r>
          </a:p>
          <a:p>
            <a:pPr eaLnBrk="1" hangingPunct="1">
              <a:lnSpc>
                <a:spcPct val="90000"/>
              </a:lnSpc>
            </a:pPr>
            <a:r>
              <a:rPr lang="zh-CN" altLang="en-US"/>
              <a:t>改进办法：当对某个文件进行操作之前，系统预先把索引表放入内存。</a:t>
            </a:r>
          </a:p>
        </p:txBody>
      </p:sp>
    </p:spTree>
  </p:cSld>
  <p:clrMapOvr>
    <a:masterClrMapping/>
  </p:clrMapOvr>
  <p:transition spd="med">
    <p:random/>
    <p:sndAc>
      <p:stSnd>
        <p:snd r:embed="rId2" name="camera.wav"/>
      </p:stSnd>
    </p:sndAc>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554477A-E930-E6C0-764A-D378B71344F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FCE1278-91F5-EC40-AFAB-8604E7EB7FAC}" type="slidenum">
              <a:rPr lang="en-US" altLang="zh-CN">
                <a:latin typeface="Arial" panose="020B0604020202020204" pitchFamily="34" charset="0"/>
              </a:rPr>
              <a:pPr/>
              <a:t>62</a:t>
            </a:fld>
            <a:endParaRPr lang="en-US" altLang="zh-CN">
              <a:latin typeface="Arial" panose="020B0604020202020204" pitchFamily="34" charset="0"/>
            </a:endParaRPr>
          </a:p>
        </p:txBody>
      </p:sp>
      <p:sp>
        <p:nvSpPr>
          <p:cNvPr id="500738" name="Rectangle 2">
            <a:extLst>
              <a:ext uri="{FF2B5EF4-FFF2-40B4-BE49-F238E27FC236}">
                <a16:creationId xmlns:a16="http://schemas.microsoft.com/office/drawing/2014/main" id="{23DBE3FD-D145-0C21-30E3-58A5DB529628}"/>
              </a:ext>
            </a:extLst>
          </p:cNvPr>
          <p:cNvSpPr>
            <a:spLocks noGrp="1" noRot="1" noChangeArrowheads="1"/>
          </p:cNvSpPr>
          <p:nvPr>
            <p:ph type="title"/>
          </p:nvPr>
        </p:nvSpPr>
        <p:spPr/>
        <p:txBody>
          <a:bodyPr/>
          <a:lstStyle/>
          <a:p>
            <a:pPr eaLnBrk="1" hangingPunct="1"/>
            <a:r>
              <a:rPr lang="en-US" altLang="zh-CN"/>
              <a:t>4.</a:t>
            </a:r>
            <a:r>
              <a:rPr lang="zh-CN" altLang="en-US"/>
              <a:t>三种文件结构的比较</a:t>
            </a:r>
          </a:p>
        </p:txBody>
      </p:sp>
      <p:sp>
        <p:nvSpPr>
          <p:cNvPr id="500739" name="Rectangle 3">
            <a:extLst>
              <a:ext uri="{FF2B5EF4-FFF2-40B4-BE49-F238E27FC236}">
                <a16:creationId xmlns:a16="http://schemas.microsoft.com/office/drawing/2014/main" id="{85BE5528-4E49-709D-E0B2-A87332F807C2}"/>
              </a:ext>
            </a:extLst>
          </p:cNvPr>
          <p:cNvSpPr>
            <a:spLocks noGrp="1" noRot="1" noChangeArrowheads="1"/>
          </p:cNvSpPr>
          <p:nvPr>
            <p:ph type="body" idx="1"/>
          </p:nvPr>
        </p:nvSpPr>
        <p:spPr>
          <a:xfrm>
            <a:off x="250825" y="1844675"/>
            <a:ext cx="8642350" cy="4148138"/>
          </a:xfrm>
        </p:spPr>
        <p:txBody>
          <a:bodyPr/>
          <a:lstStyle/>
          <a:p>
            <a:pPr algn="just" eaLnBrk="1" hangingPunct="1"/>
            <a:r>
              <a:rPr lang="zh-CN" altLang="en-US" sz="2800">
                <a:latin typeface="华文中宋" panose="02010600040101010101" pitchFamily="2" charset="-122"/>
                <a:ea typeface="华文中宋" panose="02010600040101010101" pitchFamily="2" charset="-122"/>
              </a:rPr>
              <a:t>连续文件的优点是不需要额外的空间开销，只要在文件目录中指出文件的大小和首块的块号即可，对顺序的访问效率很高。适应于顺序存取。缺点是动态地增长和缩小系统开销很大；文件创建时要求用户提供文件的大小；存储空间浪费较大。</a:t>
            </a:r>
          </a:p>
          <a:p>
            <a:pPr algn="just" eaLnBrk="1" hangingPunct="1"/>
            <a:r>
              <a:rPr lang="zh-CN" altLang="en-US" sz="2800">
                <a:solidFill>
                  <a:schemeClr val="hlink"/>
                </a:solidFill>
                <a:latin typeface="华文中宋" panose="02010600040101010101" pitchFamily="2" charset="-122"/>
                <a:ea typeface="华文中宋" panose="02010600040101010101" pitchFamily="2" charset="-122"/>
              </a:rPr>
              <a:t>串联文件克服了连续文件的不足之处，但文件的随机访问系统开销较大。适应于顺序访问的文件。</a:t>
            </a:r>
            <a:r>
              <a:rPr lang="en-US" altLang="zh-CN" sz="2800">
                <a:solidFill>
                  <a:schemeClr val="hlink"/>
                </a:solidFill>
                <a:latin typeface="华文中宋" panose="02010600040101010101" pitchFamily="2" charset="-122"/>
                <a:ea typeface="华文中宋" panose="02010600040101010101" pitchFamily="2" charset="-122"/>
              </a:rPr>
              <a:t>DOS</a:t>
            </a:r>
            <a:r>
              <a:rPr lang="zh-CN" altLang="en-US" sz="2800">
                <a:solidFill>
                  <a:schemeClr val="hlink"/>
                </a:solidFill>
                <a:latin typeface="华文中宋" panose="02010600040101010101" pitchFamily="2" charset="-122"/>
                <a:ea typeface="华文中宋" panose="02010600040101010101" pitchFamily="2" charset="-122"/>
              </a:rPr>
              <a:t>系统中改造了串联文件的结构，使其克服了串联文件的不足，但增加了系统的危险性。</a:t>
            </a:r>
          </a:p>
          <a:p>
            <a:pPr eaLnBrk="1" hangingPunct="1"/>
            <a:endParaRPr lang="en-US" altLang="zh-CN" sz="2000"/>
          </a:p>
        </p:txBody>
      </p:sp>
    </p:spTree>
  </p:cSld>
  <p:clrMapOvr>
    <a:masterClrMapping/>
  </p:clrMapOvr>
  <p:transition spd="med">
    <p:random/>
    <p:sndAc>
      <p:stSnd>
        <p:snd r:embed="rId2" name="camera.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1018F3D-8680-E241-ED24-CE16B9EABC9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5C77C72-B7A1-2E44-BBE5-BAA5EE004F78}" type="slidenum">
              <a:rPr lang="en-US" altLang="zh-CN">
                <a:latin typeface="Arial" panose="020B0604020202020204" pitchFamily="34" charset="0"/>
              </a:rPr>
              <a:pPr/>
              <a:t>63</a:t>
            </a:fld>
            <a:endParaRPr lang="en-US" altLang="zh-CN">
              <a:latin typeface="Arial" panose="020B0604020202020204" pitchFamily="34" charset="0"/>
            </a:endParaRPr>
          </a:p>
        </p:txBody>
      </p:sp>
      <p:sp>
        <p:nvSpPr>
          <p:cNvPr id="501762" name="Rectangle 2">
            <a:extLst>
              <a:ext uri="{FF2B5EF4-FFF2-40B4-BE49-F238E27FC236}">
                <a16:creationId xmlns:a16="http://schemas.microsoft.com/office/drawing/2014/main" id="{7407D43A-5212-5FFC-C966-9A12DFB73510}"/>
              </a:ext>
            </a:extLst>
          </p:cNvPr>
          <p:cNvSpPr>
            <a:spLocks noGrp="1" noRot="1" noChangeArrowheads="1"/>
          </p:cNvSpPr>
          <p:nvPr>
            <p:ph type="title"/>
          </p:nvPr>
        </p:nvSpPr>
        <p:spPr/>
        <p:txBody>
          <a:bodyPr/>
          <a:lstStyle/>
          <a:p>
            <a:pPr eaLnBrk="1" hangingPunct="1"/>
            <a:r>
              <a:rPr lang="en-US" altLang="zh-CN"/>
              <a:t>4.</a:t>
            </a:r>
            <a:r>
              <a:rPr lang="zh-CN" altLang="en-US"/>
              <a:t>三种文件结构的比较</a:t>
            </a:r>
          </a:p>
        </p:txBody>
      </p:sp>
      <p:sp>
        <p:nvSpPr>
          <p:cNvPr id="501763" name="Rectangle 3">
            <a:extLst>
              <a:ext uri="{FF2B5EF4-FFF2-40B4-BE49-F238E27FC236}">
                <a16:creationId xmlns:a16="http://schemas.microsoft.com/office/drawing/2014/main" id="{9F91F386-5738-EF9F-50F3-57A4F2249C03}"/>
              </a:ext>
            </a:extLst>
          </p:cNvPr>
          <p:cNvSpPr>
            <a:spLocks noGrp="1" noRot="1" noChangeArrowheads="1"/>
          </p:cNvSpPr>
          <p:nvPr>
            <p:ph type="body" idx="1"/>
          </p:nvPr>
        </p:nvSpPr>
        <p:spPr>
          <a:xfrm>
            <a:off x="836613" y="1784350"/>
            <a:ext cx="7699375" cy="4286250"/>
          </a:xfrm>
        </p:spPr>
        <p:txBody>
          <a:bodyPr/>
          <a:lstStyle/>
          <a:p>
            <a:pPr eaLnBrk="1" hangingPunct="1"/>
            <a:r>
              <a:rPr lang="zh-CN" altLang="en-US" sz="2800">
                <a:solidFill>
                  <a:schemeClr val="hlink"/>
                </a:solidFill>
                <a:latin typeface="华文中宋" panose="02010600040101010101" pitchFamily="2" charset="-122"/>
                <a:ea typeface="华文中宋" panose="02010600040101010101" pitchFamily="2" charset="-122"/>
              </a:rPr>
              <a:t>索引文件既适应于顺序访问，也适应于随机访问，是一种比较 好的文件物理结构，但要有用于索引表的空间开销和文件索引的时间开销。</a:t>
            </a:r>
            <a:r>
              <a:rPr lang="en-US" altLang="zh-CN" sz="2800">
                <a:solidFill>
                  <a:schemeClr val="hlink"/>
                </a:solidFill>
                <a:latin typeface="华文中宋" panose="02010600040101010101" pitchFamily="2" charset="-122"/>
                <a:ea typeface="华文中宋" panose="02010600040101010101" pitchFamily="2" charset="-122"/>
              </a:rPr>
              <a:t>UNIX</a:t>
            </a:r>
            <a:r>
              <a:rPr lang="zh-CN" altLang="en-US" sz="2800">
                <a:solidFill>
                  <a:schemeClr val="hlink"/>
                </a:solidFill>
                <a:latin typeface="华文中宋" panose="02010600040101010101" pitchFamily="2" charset="-122"/>
                <a:ea typeface="华文中宋" panose="02010600040101010101" pitchFamily="2" charset="-122"/>
              </a:rPr>
              <a:t>系统是使用索引结构成功的例子。</a:t>
            </a:r>
          </a:p>
          <a:p>
            <a:pPr eaLnBrk="1" hangingPunct="1"/>
            <a:r>
              <a:rPr lang="zh-CN" altLang="en-US" sz="2800">
                <a:latin typeface="华文中宋" panose="02010600040101010101" pitchFamily="2" charset="-122"/>
                <a:ea typeface="华文中宋" panose="02010600040101010101" pitchFamily="2" charset="-122"/>
              </a:rPr>
              <a:t>在当前流行的一些</a:t>
            </a:r>
            <a:r>
              <a:rPr lang="en-US" altLang="zh-CN" sz="2800">
                <a:latin typeface="华文中宋" panose="02010600040101010101" pitchFamily="2" charset="-122"/>
                <a:ea typeface="华文中宋" panose="02010600040101010101" pitchFamily="2" charset="-122"/>
              </a:rPr>
              <a:t>UNIX</a:t>
            </a:r>
            <a:r>
              <a:rPr lang="zh-CN" altLang="en-US" sz="2800">
                <a:latin typeface="华文中宋" panose="02010600040101010101" pitchFamily="2" charset="-122"/>
                <a:ea typeface="华文中宋" panose="02010600040101010101" pitchFamily="2" charset="-122"/>
              </a:rPr>
              <a:t>操作系统的版本中，同时支持连续文件结构和索引文件结构。</a:t>
            </a:r>
            <a:r>
              <a:rPr lang="en-US" altLang="zh-CN" sz="2800">
                <a:latin typeface="华文中宋" panose="02010600040101010101" pitchFamily="2" charset="-122"/>
                <a:ea typeface="华文中宋" panose="02010600040101010101" pitchFamily="2" charset="-122"/>
              </a:rPr>
              <a:t>DOS</a:t>
            </a:r>
            <a:r>
              <a:rPr lang="zh-CN" altLang="en-US" sz="2800">
                <a:latin typeface="华文中宋" panose="02010600040101010101" pitchFamily="2" charset="-122"/>
                <a:ea typeface="华文中宋" panose="02010600040101010101" pitchFamily="2" charset="-122"/>
              </a:rPr>
              <a:t>、</a:t>
            </a:r>
            <a:r>
              <a:rPr lang="en-US" altLang="zh-CN" sz="2800">
                <a:latin typeface="华文中宋" panose="02010600040101010101" pitchFamily="2" charset="-122"/>
                <a:ea typeface="华文中宋" panose="02010600040101010101" pitchFamily="2" charset="-122"/>
              </a:rPr>
              <a:t>WINDOWS</a:t>
            </a:r>
            <a:r>
              <a:rPr lang="zh-CN" altLang="en-US" sz="2800">
                <a:latin typeface="华文中宋" panose="02010600040101010101" pitchFamily="2" charset="-122"/>
                <a:ea typeface="华文中宋" panose="02010600040101010101" pitchFamily="2" charset="-122"/>
              </a:rPr>
              <a:t>系统支持类似于文件映照结构</a:t>
            </a:r>
          </a:p>
          <a:p>
            <a:pPr eaLnBrk="1" hangingPunct="1"/>
            <a:endParaRPr lang="en-US" altLang="zh-CN" sz="2800">
              <a:latin typeface="华文中宋" panose="02010600040101010101" pitchFamily="2" charset="-122"/>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058B92F-BCB9-6401-723B-621B87D55A5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49B671D-9BD6-014E-98A8-8AAC23B90886}" type="slidenum">
              <a:rPr lang="en-US" altLang="zh-CN">
                <a:latin typeface="Arial" panose="020B0604020202020204" pitchFamily="34" charset="0"/>
              </a:rPr>
              <a:pPr/>
              <a:t>64</a:t>
            </a:fld>
            <a:endParaRPr lang="en-US" altLang="zh-CN">
              <a:latin typeface="Arial" panose="020B0604020202020204" pitchFamily="34" charset="0"/>
            </a:endParaRPr>
          </a:p>
        </p:txBody>
      </p:sp>
      <p:sp>
        <p:nvSpPr>
          <p:cNvPr id="502786" name="Rectangle 2">
            <a:extLst>
              <a:ext uri="{FF2B5EF4-FFF2-40B4-BE49-F238E27FC236}">
                <a16:creationId xmlns:a16="http://schemas.microsoft.com/office/drawing/2014/main" id="{7CB9A7B3-EF34-7D79-0DF1-2F9DA5B62C3A}"/>
              </a:ext>
            </a:extLst>
          </p:cNvPr>
          <p:cNvSpPr>
            <a:spLocks noGrp="1" noRot="1" noChangeArrowheads="1"/>
          </p:cNvSpPr>
          <p:nvPr>
            <p:ph type="title"/>
          </p:nvPr>
        </p:nvSpPr>
        <p:spPr/>
        <p:txBody>
          <a:bodyPr/>
          <a:lstStyle/>
          <a:p>
            <a:pPr eaLnBrk="1" hangingPunct="1"/>
            <a:r>
              <a:rPr lang="en-US" altLang="zh-CN" dirty="0"/>
              <a:t>5.3.2 </a:t>
            </a:r>
            <a:r>
              <a:rPr lang="zh-CN" altLang="en-US" dirty="0"/>
              <a:t>文件存储设备</a:t>
            </a:r>
          </a:p>
        </p:txBody>
      </p:sp>
      <p:sp>
        <p:nvSpPr>
          <p:cNvPr id="502787" name="Rectangle 3">
            <a:extLst>
              <a:ext uri="{FF2B5EF4-FFF2-40B4-BE49-F238E27FC236}">
                <a16:creationId xmlns:a16="http://schemas.microsoft.com/office/drawing/2014/main" id="{415E589B-E23E-8426-6E2A-1DB134689FDA}"/>
              </a:ext>
            </a:extLst>
          </p:cNvPr>
          <p:cNvSpPr>
            <a:spLocks noGrp="1" noRot="1" noChangeArrowheads="1"/>
          </p:cNvSpPr>
          <p:nvPr>
            <p:ph type="body" idx="1"/>
          </p:nvPr>
        </p:nvSpPr>
        <p:spPr/>
        <p:txBody>
          <a:bodyPr/>
          <a:lstStyle/>
          <a:p>
            <a:pPr eaLnBrk="1" hangingPunct="1"/>
            <a:r>
              <a:rPr lang="zh-CN" altLang="en-US"/>
              <a:t>常用的设备：磁盘、光盘、磁带</a:t>
            </a:r>
          </a:p>
          <a:p>
            <a:pPr eaLnBrk="1" hangingPunct="1"/>
            <a:r>
              <a:rPr lang="zh-CN" altLang="en-US"/>
              <a:t>存储设备的类型决定了文件的存取设备和方法。</a:t>
            </a:r>
          </a:p>
          <a:p>
            <a:pPr eaLnBrk="1" hangingPunct="1"/>
            <a:r>
              <a:rPr lang="zh-CN" altLang="en-US"/>
              <a:t>类型：</a:t>
            </a:r>
          </a:p>
          <a:p>
            <a:pPr lvl="1" eaLnBrk="1" hangingPunct="1"/>
            <a:r>
              <a:rPr lang="zh-CN" altLang="en-US"/>
              <a:t>顺序存储设备：磁带</a:t>
            </a:r>
          </a:p>
          <a:p>
            <a:pPr lvl="1" eaLnBrk="1" hangingPunct="1"/>
            <a:r>
              <a:rPr lang="zh-CN" altLang="en-US"/>
              <a:t>直接存储设备：磁盘、光盘</a:t>
            </a:r>
          </a:p>
        </p:txBody>
      </p:sp>
    </p:spTree>
  </p:cSld>
  <p:clrMapOvr>
    <a:masterClrMapping/>
  </p:clrMapOvr>
  <p:transition spd="med">
    <p:random/>
    <p:sndAc>
      <p:stSnd>
        <p:snd r:embed="rId2" name="camera.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5">
            <a:extLst>
              <a:ext uri="{FF2B5EF4-FFF2-40B4-BE49-F238E27FC236}">
                <a16:creationId xmlns:a16="http://schemas.microsoft.com/office/drawing/2014/main" id="{0C0EB163-50BB-7780-7CCC-315081B1437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00BAC2A-5038-0341-9427-469D806B522A}" type="slidenum">
              <a:rPr lang="en-US" altLang="zh-CN">
                <a:latin typeface="Arial" panose="020B0604020202020204" pitchFamily="34" charset="0"/>
              </a:rPr>
              <a:pPr/>
              <a:t>65</a:t>
            </a:fld>
            <a:endParaRPr lang="en-US" altLang="zh-CN">
              <a:latin typeface="Arial" panose="020B0604020202020204" pitchFamily="34" charset="0"/>
            </a:endParaRPr>
          </a:p>
        </p:txBody>
      </p:sp>
      <p:sp>
        <p:nvSpPr>
          <p:cNvPr id="503810" name="Rectangle 2">
            <a:extLst>
              <a:ext uri="{FF2B5EF4-FFF2-40B4-BE49-F238E27FC236}">
                <a16:creationId xmlns:a16="http://schemas.microsoft.com/office/drawing/2014/main" id="{EB26C3A3-08CF-6CEA-A623-A0F56BBF87AC}"/>
              </a:ext>
            </a:extLst>
          </p:cNvPr>
          <p:cNvSpPr>
            <a:spLocks noGrp="1" noRot="1" noChangeArrowheads="1"/>
          </p:cNvSpPr>
          <p:nvPr>
            <p:ph type="title"/>
          </p:nvPr>
        </p:nvSpPr>
        <p:spPr/>
        <p:txBody>
          <a:bodyPr/>
          <a:lstStyle/>
          <a:p>
            <a:pPr eaLnBrk="1" hangingPunct="1"/>
            <a:r>
              <a:rPr lang="en-US" altLang="zh-CN"/>
              <a:t>1. </a:t>
            </a:r>
            <a:r>
              <a:rPr lang="zh-CN" altLang="en-US"/>
              <a:t>顺序存取设备</a:t>
            </a:r>
          </a:p>
        </p:txBody>
      </p:sp>
      <p:sp>
        <p:nvSpPr>
          <p:cNvPr id="503811" name="Rectangle 3">
            <a:extLst>
              <a:ext uri="{FF2B5EF4-FFF2-40B4-BE49-F238E27FC236}">
                <a16:creationId xmlns:a16="http://schemas.microsoft.com/office/drawing/2014/main" id="{43EDECA5-F1A5-B09C-7F46-10E98C62658E}"/>
              </a:ext>
            </a:extLst>
          </p:cNvPr>
          <p:cNvSpPr>
            <a:spLocks noGrp="1" noRot="1" noChangeArrowheads="1"/>
          </p:cNvSpPr>
          <p:nvPr>
            <p:ph type="body" idx="1"/>
          </p:nvPr>
        </p:nvSpPr>
        <p:spPr>
          <a:xfrm>
            <a:off x="609600" y="1773238"/>
            <a:ext cx="8153400" cy="2282825"/>
          </a:xfrm>
        </p:spPr>
        <p:txBody>
          <a:bodyPr/>
          <a:lstStyle/>
          <a:p>
            <a:pPr eaLnBrk="1" hangingPunct="1"/>
            <a:r>
              <a:rPr lang="zh-CN" altLang="en-US"/>
              <a:t>磁带是一种最典型的顺序存取设备。</a:t>
            </a:r>
          </a:p>
          <a:p>
            <a:pPr eaLnBrk="1" hangingPunct="1"/>
            <a:r>
              <a:rPr lang="zh-CN" altLang="en-US"/>
              <a:t>顺序存取设备：只有在前面的物理块被存取访问过之后，才能存取后续的物理块的内容。</a:t>
            </a:r>
          </a:p>
        </p:txBody>
      </p:sp>
      <p:graphicFrame>
        <p:nvGraphicFramePr>
          <p:cNvPr id="503812" name="Group 4">
            <a:extLst>
              <a:ext uri="{FF2B5EF4-FFF2-40B4-BE49-F238E27FC236}">
                <a16:creationId xmlns:a16="http://schemas.microsoft.com/office/drawing/2014/main" id="{179AF8AD-450C-F697-D8EE-D11262540077}"/>
              </a:ext>
            </a:extLst>
          </p:cNvPr>
          <p:cNvGraphicFramePr>
            <a:graphicFrameLocks noGrp="1"/>
          </p:cNvGraphicFramePr>
          <p:nvPr/>
        </p:nvGraphicFramePr>
        <p:xfrm>
          <a:off x="971550" y="4437063"/>
          <a:ext cx="7561263" cy="1091136"/>
        </p:xfrm>
        <a:graphic>
          <a:graphicData uri="http://schemas.openxmlformats.org/drawingml/2006/table">
            <a:tbl>
              <a:tblPr/>
              <a:tblGrid>
                <a:gridCol w="1223963">
                  <a:extLst>
                    <a:ext uri="{9D8B030D-6E8A-4147-A177-3AD203B41FA5}">
                      <a16:colId xmlns:a16="http://schemas.microsoft.com/office/drawing/2014/main" val="958226074"/>
                    </a:ext>
                  </a:extLst>
                </a:gridCol>
                <a:gridCol w="1119187">
                  <a:extLst>
                    <a:ext uri="{9D8B030D-6E8A-4147-A177-3AD203B41FA5}">
                      <a16:colId xmlns:a16="http://schemas.microsoft.com/office/drawing/2014/main" val="1765051554"/>
                    </a:ext>
                  </a:extLst>
                </a:gridCol>
                <a:gridCol w="1438275">
                  <a:extLst>
                    <a:ext uri="{9D8B030D-6E8A-4147-A177-3AD203B41FA5}">
                      <a16:colId xmlns:a16="http://schemas.microsoft.com/office/drawing/2014/main" val="2149254567"/>
                    </a:ext>
                  </a:extLst>
                </a:gridCol>
                <a:gridCol w="1057275">
                  <a:extLst>
                    <a:ext uri="{9D8B030D-6E8A-4147-A177-3AD203B41FA5}">
                      <a16:colId xmlns:a16="http://schemas.microsoft.com/office/drawing/2014/main" val="885454984"/>
                    </a:ext>
                  </a:extLst>
                </a:gridCol>
                <a:gridCol w="1695450">
                  <a:extLst>
                    <a:ext uri="{9D8B030D-6E8A-4147-A177-3AD203B41FA5}">
                      <a16:colId xmlns:a16="http://schemas.microsoft.com/office/drawing/2014/main" val="3678689818"/>
                    </a:ext>
                  </a:extLst>
                </a:gridCol>
                <a:gridCol w="1027113">
                  <a:extLst>
                    <a:ext uri="{9D8B030D-6E8A-4147-A177-3AD203B41FA5}">
                      <a16:colId xmlns:a16="http://schemas.microsoft.com/office/drawing/2014/main" val="684027671"/>
                    </a:ext>
                  </a:extLst>
                </a:gridCol>
              </a:tblGrid>
              <a:tr h="109061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32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rPr>
                        <a:t>  </a:t>
                      </a:r>
                      <a:r>
                        <a:rPr kumimoji="0" lang="en-US" altLang="zh-CN"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黑体" panose="02010609060101010101" pitchFamily="49" charset="-122"/>
                        </a:rPr>
                        <a:t>…</a:t>
                      </a:r>
                      <a:endParaRPr kumimoji="0" lang="en-US" altLang="zh-CN" sz="32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第</a:t>
                      </a:r>
                      <a:r>
                        <a:rPr kumimoji="0" lang="en-US" altLang="zh-CN"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i</a:t>
                      </a:r>
                      <a:r>
                        <a:rPr kumimoji="0" lang="zh-CN" altLang="en-US"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块</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间隙</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第</a:t>
                      </a:r>
                      <a:r>
                        <a:rPr kumimoji="0" lang="en-US" altLang="zh-CN"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i+1</a:t>
                      </a:r>
                      <a:r>
                        <a:rPr kumimoji="0" lang="zh-CN" altLang="en-US"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块</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32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rPr>
                        <a:t> </a:t>
                      </a:r>
                      <a:r>
                        <a:rPr kumimoji="0" lang="en-US" altLang="zh-CN" sz="32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黑体" panose="02010609060101010101" pitchFamily="49" charset="-122"/>
                        </a:rPr>
                        <a:t>…</a:t>
                      </a:r>
                      <a:endParaRPr kumimoji="0" lang="en-US" altLang="zh-CN" sz="32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8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959875553"/>
                  </a:ext>
                </a:extLst>
              </a:tr>
            </a:tbl>
          </a:graphicData>
        </a:graphic>
      </p:graphicFrame>
      <p:sp>
        <p:nvSpPr>
          <p:cNvPr id="69654" name="Text Box 20">
            <a:extLst>
              <a:ext uri="{FF2B5EF4-FFF2-40B4-BE49-F238E27FC236}">
                <a16:creationId xmlns:a16="http://schemas.microsoft.com/office/drawing/2014/main" id="{93E1266A-113B-9E46-5770-A18118295F90}"/>
              </a:ext>
            </a:extLst>
          </p:cNvPr>
          <p:cNvSpPr txBox="1">
            <a:spLocks noChangeArrowheads="1"/>
          </p:cNvSpPr>
          <p:nvPr/>
        </p:nvSpPr>
        <p:spPr bwMode="auto">
          <a:xfrm>
            <a:off x="3779838" y="5805488"/>
            <a:ext cx="1079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800" b="0">
                <a:latin typeface="Tahoma" panose="020B0604030504040204" pitchFamily="34" charset="0"/>
                <a:ea typeface="华文中宋" panose="02010600040101010101" pitchFamily="2" charset="-122"/>
              </a:rPr>
              <a:t>磁带</a:t>
            </a:r>
          </a:p>
        </p:txBody>
      </p:sp>
    </p:spTree>
  </p:cSld>
  <p:clrMapOvr>
    <a:masterClrMapping/>
  </p:clrMapOvr>
  <p:transition spd="med">
    <p:random/>
    <p:sndAc>
      <p:stSnd>
        <p:snd r:embed="rId2" name="camera.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E7E9C68-FD7F-C3DD-1A6A-F8A823B34C0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5B924F1-6D0D-4748-BF73-D69A9A60321B}" type="slidenum">
              <a:rPr lang="en-US" altLang="zh-CN">
                <a:latin typeface="Arial" panose="020B0604020202020204" pitchFamily="34" charset="0"/>
              </a:rPr>
              <a:pPr/>
              <a:t>66</a:t>
            </a:fld>
            <a:endParaRPr lang="en-US" altLang="zh-CN">
              <a:latin typeface="Arial" panose="020B0604020202020204" pitchFamily="34" charset="0"/>
            </a:endParaRPr>
          </a:p>
        </p:txBody>
      </p:sp>
      <p:sp>
        <p:nvSpPr>
          <p:cNvPr id="504834" name="Rectangle 2">
            <a:extLst>
              <a:ext uri="{FF2B5EF4-FFF2-40B4-BE49-F238E27FC236}">
                <a16:creationId xmlns:a16="http://schemas.microsoft.com/office/drawing/2014/main" id="{5C48DB2E-E5D5-89CD-C619-1D180DB43DD1}"/>
              </a:ext>
            </a:extLst>
          </p:cNvPr>
          <p:cNvSpPr>
            <a:spLocks noGrp="1" noRot="1" noChangeArrowheads="1"/>
          </p:cNvSpPr>
          <p:nvPr>
            <p:ph type="title"/>
          </p:nvPr>
        </p:nvSpPr>
        <p:spPr/>
        <p:txBody>
          <a:bodyPr/>
          <a:lstStyle/>
          <a:p>
            <a:pPr eaLnBrk="1" hangingPunct="1"/>
            <a:r>
              <a:rPr lang="en-US" altLang="zh-CN"/>
              <a:t>1. </a:t>
            </a:r>
            <a:r>
              <a:rPr lang="zh-CN" altLang="en-US"/>
              <a:t>顺序存取设备</a:t>
            </a:r>
          </a:p>
        </p:txBody>
      </p:sp>
      <p:sp>
        <p:nvSpPr>
          <p:cNvPr id="504835" name="Rectangle 3">
            <a:extLst>
              <a:ext uri="{FF2B5EF4-FFF2-40B4-BE49-F238E27FC236}">
                <a16:creationId xmlns:a16="http://schemas.microsoft.com/office/drawing/2014/main" id="{95AEABC6-3636-45DF-82F8-5B6CACA5AA44}"/>
              </a:ext>
            </a:extLst>
          </p:cNvPr>
          <p:cNvSpPr>
            <a:spLocks noGrp="1" noRot="1" noChangeArrowheads="1"/>
          </p:cNvSpPr>
          <p:nvPr>
            <p:ph type="body" idx="1"/>
          </p:nvPr>
        </p:nvSpPr>
        <p:spPr/>
        <p:txBody>
          <a:bodyPr/>
          <a:lstStyle/>
          <a:p>
            <a:pPr eaLnBrk="1" hangingPunct="1"/>
            <a:r>
              <a:rPr lang="zh-CN" altLang="en-US"/>
              <a:t>磁带的存取速度或数据传输速率与下列因素有关：</a:t>
            </a:r>
          </a:p>
          <a:p>
            <a:pPr lvl="1" eaLnBrk="1" hangingPunct="1"/>
            <a:r>
              <a:rPr lang="zh-CN" altLang="en-US"/>
              <a:t>信息密度（字符数</a:t>
            </a:r>
            <a:r>
              <a:rPr lang="en-US" altLang="zh-CN"/>
              <a:t>/</a:t>
            </a:r>
            <a:r>
              <a:rPr lang="zh-CN" altLang="en-US"/>
              <a:t>英寸）</a:t>
            </a:r>
          </a:p>
          <a:p>
            <a:pPr lvl="1" eaLnBrk="1" hangingPunct="1"/>
            <a:r>
              <a:rPr lang="zh-CN" altLang="en-US"/>
              <a:t>磁带带速（英寸</a:t>
            </a:r>
            <a:r>
              <a:rPr lang="en-US" altLang="zh-CN"/>
              <a:t>/</a:t>
            </a:r>
            <a:r>
              <a:rPr lang="zh-CN" altLang="en-US"/>
              <a:t>秒）</a:t>
            </a:r>
          </a:p>
          <a:p>
            <a:pPr lvl="1" eaLnBrk="1" hangingPunct="1"/>
            <a:r>
              <a:rPr lang="zh-CN" altLang="en-US"/>
              <a:t>块间间隙</a:t>
            </a:r>
          </a:p>
        </p:txBody>
      </p:sp>
    </p:spTree>
  </p:cSld>
  <p:clrMapOvr>
    <a:masterClrMapping/>
  </p:clrMapOvr>
  <p:transition spd="med">
    <p:random/>
    <p:sndAc>
      <p:stSnd>
        <p:snd r:embed="rId2" name="camera.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D14F0D7-EDBD-3FC1-04D6-8A3D9DC4C10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C0C940-6CC5-1642-ABCD-5EF3109CC224}" type="slidenum">
              <a:rPr lang="en-US" altLang="zh-CN">
                <a:latin typeface="Arial" panose="020B0604020202020204" pitchFamily="34" charset="0"/>
              </a:rPr>
              <a:pPr/>
              <a:t>67</a:t>
            </a:fld>
            <a:endParaRPr lang="en-US" altLang="zh-CN">
              <a:latin typeface="Arial" panose="020B0604020202020204" pitchFamily="34" charset="0"/>
            </a:endParaRPr>
          </a:p>
        </p:txBody>
      </p:sp>
      <p:sp>
        <p:nvSpPr>
          <p:cNvPr id="505858" name="Rectangle 2">
            <a:extLst>
              <a:ext uri="{FF2B5EF4-FFF2-40B4-BE49-F238E27FC236}">
                <a16:creationId xmlns:a16="http://schemas.microsoft.com/office/drawing/2014/main" id="{46F87D5F-BF56-2E03-3064-9C0E3CDCC8E7}"/>
              </a:ext>
            </a:extLst>
          </p:cNvPr>
          <p:cNvSpPr>
            <a:spLocks noGrp="1" noRot="1" noChangeArrowheads="1"/>
          </p:cNvSpPr>
          <p:nvPr>
            <p:ph type="title"/>
          </p:nvPr>
        </p:nvSpPr>
        <p:spPr/>
        <p:txBody>
          <a:bodyPr/>
          <a:lstStyle/>
          <a:p>
            <a:pPr eaLnBrk="1" hangingPunct="1"/>
            <a:r>
              <a:rPr lang="en-US" altLang="zh-CN"/>
              <a:t>2. </a:t>
            </a:r>
            <a:r>
              <a:rPr lang="zh-CN" altLang="en-US"/>
              <a:t>直接存取设备</a:t>
            </a:r>
          </a:p>
        </p:txBody>
      </p:sp>
      <p:sp>
        <p:nvSpPr>
          <p:cNvPr id="505859" name="Rectangle 3">
            <a:extLst>
              <a:ext uri="{FF2B5EF4-FFF2-40B4-BE49-F238E27FC236}">
                <a16:creationId xmlns:a16="http://schemas.microsoft.com/office/drawing/2014/main" id="{15F4EA8B-9FE3-88AF-B0BF-A98AA541C1EB}"/>
              </a:ext>
            </a:extLst>
          </p:cNvPr>
          <p:cNvSpPr>
            <a:spLocks noGrp="1" noRot="1" noChangeArrowheads="1"/>
          </p:cNvSpPr>
          <p:nvPr>
            <p:ph type="body" idx="1"/>
          </p:nvPr>
        </p:nvSpPr>
        <p:spPr/>
        <p:txBody>
          <a:bodyPr/>
          <a:lstStyle/>
          <a:p>
            <a:pPr eaLnBrk="1" hangingPunct="1"/>
            <a:r>
              <a:rPr lang="zh-CN" altLang="en-US"/>
              <a:t>磁盘是最典型的直接存取设备。</a:t>
            </a:r>
          </a:p>
          <a:p>
            <a:pPr eaLnBrk="1" hangingPunct="1"/>
            <a:r>
              <a:rPr lang="zh-CN" altLang="en-US"/>
              <a:t>磁盘设备允许文件系统直接存取磁盘上的任意物理块，为了存取一个特定的物理块，磁头将直接移动到所要求的位置上，而不需要象顺序存取那样事先存取其他的物理块。</a:t>
            </a:r>
          </a:p>
        </p:txBody>
      </p:sp>
    </p:spTree>
  </p:cSld>
  <p:clrMapOvr>
    <a:masterClrMapping/>
  </p:clrMapOvr>
  <p:transition spd="med">
    <p:random/>
    <p:sndAc>
      <p:stSnd>
        <p:snd r:embed="rId2" name="camera.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3DF4BD0-7531-CEBF-422D-360D38616F9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B27D465-4416-104A-9ED6-0C1148234C31}" type="slidenum">
              <a:rPr lang="en-US" altLang="zh-CN">
                <a:latin typeface="Arial" panose="020B0604020202020204" pitchFamily="34" charset="0"/>
              </a:rPr>
              <a:pPr/>
              <a:t>68</a:t>
            </a:fld>
            <a:endParaRPr lang="en-US" altLang="zh-CN">
              <a:latin typeface="Arial" panose="020B0604020202020204" pitchFamily="34" charset="0"/>
            </a:endParaRPr>
          </a:p>
        </p:txBody>
      </p:sp>
      <p:sp>
        <p:nvSpPr>
          <p:cNvPr id="506882" name="Rectangle 2">
            <a:extLst>
              <a:ext uri="{FF2B5EF4-FFF2-40B4-BE49-F238E27FC236}">
                <a16:creationId xmlns:a16="http://schemas.microsoft.com/office/drawing/2014/main" id="{3AE7EE3F-A9F5-4311-AB16-60AB7541701C}"/>
              </a:ext>
            </a:extLst>
          </p:cNvPr>
          <p:cNvSpPr>
            <a:spLocks noGrp="1" noRot="1" noChangeArrowheads="1"/>
          </p:cNvSpPr>
          <p:nvPr>
            <p:ph type="title"/>
          </p:nvPr>
        </p:nvSpPr>
        <p:spPr>
          <a:xfrm>
            <a:off x="1476375" y="73025"/>
            <a:ext cx="7056438" cy="806450"/>
          </a:xfrm>
        </p:spPr>
        <p:txBody>
          <a:bodyPr/>
          <a:lstStyle/>
          <a:p>
            <a:pPr eaLnBrk="1" hangingPunct="1"/>
            <a:r>
              <a:rPr lang="zh-CN" altLang="en-US"/>
              <a:t>磁盘的结构</a:t>
            </a:r>
          </a:p>
        </p:txBody>
      </p:sp>
      <p:graphicFrame>
        <p:nvGraphicFramePr>
          <p:cNvPr id="72709" name="Object 3">
            <a:extLst>
              <a:ext uri="{FF2B5EF4-FFF2-40B4-BE49-F238E27FC236}">
                <a16:creationId xmlns:a16="http://schemas.microsoft.com/office/drawing/2014/main" id="{C247264E-0B7A-79C9-A193-CF7006B48896}"/>
              </a:ext>
            </a:extLst>
          </p:cNvPr>
          <p:cNvGraphicFramePr>
            <a:graphicFrameLocks noGrp="1" noChangeAspect="1"/>
          </p:cNvGraphicFramePr>
          <p:nvPr>
            <p:ph idx="1"/>
          </p:nvPr>
        </p:nvGraphicFramePr>
        <p:xfrm>
          <a:off x="395288" y="1196975"/>
          <a:ext cx="8280400" cy="5184775"/>
        </p:xfrm>
        <a:graphic>
          <a:graphicData uri="http://schemas.openxmlformats.org/presentationml/2006/ole">
            <mc:AlternateContent xmlns:mc="http://schemas.openxmlformats.org/markup-compatibility/2006">
              <mc:Choice xmlns:v="urn:schemas-microsoft-com:vml" Requires="v">
                <p:oleObj name="BMP 图象" r:id="rId3" imgW="3187700" imgH="2159000" progId="Paint.Picture">
                  <p:embed/>
                </p:oleObj>
              </mc:Choice>
              <mc:Fallback>
                <p:oleObj name="BMP 图象" r:id="rId3" imgW="3187700" imgH="215900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196975"/>
                        <a:ext cx="8280400" cy="51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5">
            <a:extLst>
              <a:ext uri="{FF2B5EF4-FFF2-40B4-BE49-F238E27FC236}">
                <a16:creationId xmlns:a16="http://schemas.microsoft.com/office/drawing/2014/main" id="{E4AB4989-7CE3-F375-0CBB-12FACF77263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1BB2627-E013-AF4D-AE14-8B88B71308F7}" type="slidenum">
              <a:rPr lang="en-US" altLang="zh-CN">
                <a:latin typeface="Arial" panose="020B0604020202020204" pitchFamily="34" charset="0"/>
              </a:rPr>
              <a:pPr/>
              <a:t>69</a:t>
            </a:fld>
            <a:endParaRPr lang="en-US" altLang="zh-CN">
              <a:latin typeface="Arial" panose="020B0604020202020204" pitchFamily="34" charset="0"/>
            </a:endParaRPr>
          </a:p>
        </p:txBody>
      </p:sp>
      <p:sp>
        <p:nvSpPr>
          <p:cNvPr id="507906" name="Rectangle 2">
            <a:extLst>
              <a:ext uri="{FF2B5EF4-FFF2-40B4-BE49-F238E27FC236}">
                <a16:creationId xmlns:a16="http://schemas.microsoft.com/office/drawing/2014/main" id="{42C2FB41-DEE3-A276-DC1E-E207F76B3143}"/>
              </a:ext>
            </a:extLst>
          </p:cNvPr>
          <p:cNvSpPr>
            <a:spLocks noGrp="1" noRot="1" noChangeArrowheads="1"/>
          </p:cNvSpPr>
          <p:nvPr>
            <p:ph type="title"/>
          </p:nvPr>
        </p:nvSpPr>
        <p:spPr>
          <a:xfrm>
            <a:off x="1476375" y="73025"/>
            <a:ext cx="7056438" cy="806450"/>
          </a:xfrm>
        </p:spPr>
        <p:txBody>
          <a:bodyPr/>
          <a:lstStyle/>
          <a:p>
            <a:pPr eaLnBrk="1" hangingPunct="1"/>
            <a:r>
              <a:rPr lang="zh-CN" altLang="en-US"/>
              <a:t>磁盘的结构（续）</a:t>
            </a:r>
          </a:p>
        </p:txBody>
      </p:sp>
      <p:sp>
        <p:nvSpPr>
          <p:cNvPr id="73733" name="Rectangle 3">
            <a:extLst>
              <a:ext uri="{FF2B5EF4-FFF2-40B4-BE49-F238E27FC236}">
                <a16:creationId xmlns:a16="http://schemas.microsoft.com/office/drawing/2014/main" id="{9BFAD91B-6CC4-5B8A-743C-3017C8C77596}"/>
              </a:ext>
            </a:extLst>
          </p:cNvPr>
          <p:cNvSpPr>
            <a:spLocks noChangeArrowheads="1"/>
          </p:cNvSpPr>
          <p:nvPr/>
        </p:nvSpPr>
        <p:spPr bwMode="auto">
          <a:xfrm>
            <a:off x="900113" y="2133600"/>
            <a:ext cx="142875" cy="3887788"/>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34" name="Oval 4">
            <a:extLst>
              <a:ext uri="{FF2B5EF4-FFF2-40B4-BE49-F238E27FC236}">
                <a16:creationId xmlns:a16="http://schemas.microsoft.com/office/drawing/2014/main" id="{9BDE0FEE-73CF-F294-1168-DF74D2E1445E}"/>
              </a:ext>
            </a:extLst>
          </p:cNvPr>
          <p:cNvSpPr>
            <a:spLocks noChangeArrowheads="1"/>
          </p:cNvSpPr>
          <p:nvPr/>
        </p:nvSpPr>
        <p:spPr bwMode="auto">
          <a:xfrm>
            <a:off x="2484438" y="2058988"/>
            <a:ext cx="2159000" cy="88265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35" name="Oval 5">
            <a:extLst>
              <a:ext uri="{FF2B5EF4-FFF2-40B4-BE49-F238E27FC236}">
                <a16:creationId xmlns:a16="http://schemas.microsoft.com/office/drawing/2014/main" id="{90F75FF8-74ED-940F-63EA-7385DAD268D9}"/>
              </a:ext>
            </a:extLst>
          </p:cNvPr>
          <p:cNvSpPr>
            <a:spLocks noChangeArrowheads="1"/>
          </p:cNvSpPr>
          <p:nvPr/>
        </p:nvSpPr>
        <p:spPr bwMode="auto">
          <a:xfrm>
            <a:off x="2771775" y="2203450"/>
            <a:ext cx="1584325" cy="5873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36" name="Oval 6">
            <a:extLst>
              <a:ext uri="{FF2B5EF4-FFF2-40B4-BE49-F238E27FC236}">
                <a16:creationId xmlns:a16="http://schemas.microsoft.com/office/drawing/2014/main" id="{BEA562A0-9EF9-283B-8568-8642F9F25B29}"/>
              </a:ext>
            </a:extLst>
          </p:cNvPr>
          <p:cNvSpPr>
            <a:spLocks noChangeArrowheads="1"/>
          </p:cNvSpPr>
          <p:nvPr/>
        </p:nvSpPr>
        <p:spPr bwMode="auto">
          <a:xfrm>
            <a:off x="3348038" y="2419350"/>
            <a:ext cx="431800" cy="220663"/>
          </a:xfrm>
          <a:prstGeom prst="ellipse">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37" name="Oval 7">
            <a:extLst>
              <a:ext uri="{FF2B5EF4-FFF2-40B4-BE49-F238E27FC236}">
                <a16:creationId xmlns:a16="http://schemas.microsoft.com/office/drawing/2014/main" id="{EE5B2A9C-7828-E114-7CE2-FC72C74D40E4}"/>
              </a:ext>
            </a:extLst>
          </p:cNvPr>
          <p:cNvSpPr>
            <a:spLocks noChangeArrowheads="1"/>
          </p:cNvSpPr>
          <p:nvPr/>
        </p:nvSpPr>
        <p:spPr bwMode="auto">
          <a:xfrm>
            <a:off x="2484438" y="3138488"/>
            <a:ext cx="2159000" cy="88265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38" name="Oval 8">
            <a:extLst>
              <a:ext uri="{FF2B5EF4-FFF2-40B4-BE49-F238E27FC236}">
                <a16:creationId xmlns:a16="http://schemas.microsoft.com/office/drawing/2014/main" id="{203D5449-6968-423C-8615-5531FD9B0834}"/>
              </a:ext>
            </a:extLst>
          </p:cNvPr>
          <p:cNvSpPr>
            <a:spLocks noChangeArrowheads="1"/>
          </p:cNvSpPr>
          <p:nvPr/>
        </p:nvSpPr>
        <p:spPr bwMode="auto">
          <a:xfrm>
            <a:off x="2771775" y="3282950"/>
            <a:ext cx="1584325" cy="5873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39" name="Oval 9">
            <a:extLst>
              <a:ext uri="{FF2B5EF4-FFF2-40B4-BE49-F238E27FC236}">
                <a16:creationId xmlns:a16="http://schemas.microsoft.com/office/drawing/2014/main" id="{4E5D1874-78B0-ACBA-0EA1-D6972A864BBF}"/>
              </a:ext>
            </a:extLst>
          </p:cNvPr>
          <p:cNvSpPr>
            <a:spLocks noChangeArrowheads="1"/>
          </p:cNvSpPr>
          <p:nvPr/>
        </p:nvSpPr>
        <p:spPr bwMode="auto">
          <a:xfrm>
            <a:off x="3348038" y="3498850"/>
            <a:ext cx="431800" cy="220663"/>
          </a:xfrm>
          <a:prstGeom prst="ellipse">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0" name="Oval 10">
            <a:extLst>
              <a:ext uri="{FF2B5EF4-FFF2-40B4-BE49-F238E27FC236}">
                <a16:creationId xmlns:a16="http://schemas.microsoft.com/office/drawing/2014/main" id="{9A5286F0-F4EE-3059-59A3-DF314E32B74D}"/>
              </a:ext>
            </a:extLst>
          </p:cNvPr>
          <p:cNvSpPr>
            <a:spLocks noChangeArrowheads="1"/>
          </p:cNvSpPr>
          <p:nvPr/>
        </p:nvSpPr>
        <p:spPr bwMode="auto">
          <a:xfrm>
            <a:off x="2484438" y="4146550"/>
            <a:ext cx="2159000" cy="88265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1" name="Oval 11">
            <a:extLst>
              <a:ext uri="{FF2B5EF4-FFF2-40B4-BE49-F238E27FC236}">
                <a16:creationId xmlns:a16="http://schemas.microsoft.com/office/drawing/2014/main" id="{0C294EA3-9334-2BD3-B4C2-1DD6CE64EE78}"/>
              </a:ext>
            </a:extLst>
          </p:cNvPr>
          <p:cNvSpPr>
            <a:spLocks noChangeArrowheads="1"/>
          </p:cNvSpPr>
          <p:nvPr/>
        </p:nvSpPr>
        <p:spPr bwMode="auto">
          <a:xfrm>
            <a:off x="2771775" y="4291013"/>
            <a:ext cx="1584325" cy="5873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2" name="Oval 12">
            <a:extLst>
              <a:ext uri="{FF2B5EF4-FFF2-40B4-BE49-F238E27FC236}">
                <a16:creationId xmlns:a16="http://schemas.microsoft.com/office/drawing/2014/main" id="{14B15C7F-901A-40AA-511A-7F61572C93CC}"/>
              </a:ext>
            </a:extLst>
          </p:cNvPr>
          <p:cNvSpPr>
            <a:spLocks noChangeArrowheads="1"/>
          </p:cNvSpPr>
          <p:nvPr/>
        </p:nvSpPr>
        <p:spPr bwMode="auto">
          <a:xfrm>
            <a:off x="3348038" y="4506913"/>
            <a:ext cx="431800" cy="220662"/>
          </a:xfrm>
          <a:prstGeom prst="ellipse">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3" name="Oval 13">
            <a:extLst>
              <a:ext uri="{FF2B5EF4-FFF2-40B4-BE49-F238E27FC236}">
                <a16:creationId xmlns:a16="http://schemas.microsoft.com/office/drawing/2014/main" id="{660C7262-86DB-0972-8B50-278FD830AE96}"/>
              </a:ext>
            </a:extLst>
          </p:cNvPr>
          <p:cNvSpPr>
            <a:spLocks noChangeArrowheads="1"/>
          </p:cNvSpPr>
          <p:nvPr/>
        </p:nvSpPr>
        <p:spPr bwMode="auto">
          <a:xfrm>
            <a:off x="2484438" y="5154613"/>
            <a:ext cx="2159000" cy="88265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4" name="Oval 14">
            <a:extLst>
              <a:ext uri="{FF2B5EF4-FFF2-40B4-BE49-F238E27FC236}">
                <a16:creationId xmlns:a16="http://schemas.microsoft.com/office/drawing/2014/main" id="{CA3123EF-610C-3663-5FE6-74AB81417B16}"/>
              </a:ext>
            </a:extLst>
          </p:cNvPr>
          <p:cNvSpPr>
            <a:spLocks noChangeArrowheads="1"/>
          </p:cNvSpPr>
          <p:nvPr/>
        </p:nvSpPr>
        <p:spPr bwMode="auto">
          <a:xfrm>
            <a:off x="2771775" y="5299075"/>
            <a:ext cx="1584325" cy="5873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5" name="Oval 15">
            <a:extLst>
              <a:ext uri="{FF2B5EF4-FFF2-40B4-BE49-F238E27FC236}">
                <a16:creationId xmlns:a16="http://schemas.microsoft.com/office/drawing/2014/main" id="{1EFAC00A-A604-6CE8-E2FE-F4F71E114FBC}"/>
              </a:ext>
            </a:extLst>
          </p:cNvPr>
          <p:cNvSpPr>
            <a:spLocks noChangeArrowheads="1"/>
          </p:cNvSpPr>
          <p:nvPr/>
        </p:nvSpPr>
        <p:spPr bwMode="auto">
          <a:xfrm>
            <a:off x="3348038" y="5514975"/>
            <a:ext cx="431800" cy="220663"/>
          </a:xfrm>
          <a:prstGeom prst="ellipse">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73746" name="Line 16">
            <a:extLst>
              <a:ext uri="{FF2B5EF4-FFF2-40B4-BE49-F238E27FC236}">
                <a16:creationId xmlns:a16="http://schemas.microsoft.com/office/drawing/2014/main" id="{0DFC48B5-F181-FEB0-A742-226F98831713}"/>
              </a:ext>
            </a:extLst>
          </p:cNvPr>
          <p:cNvSpPr>
            <a:spLocks noChangeShapeType="1"/>
          </p:cNvSpPr>
          <p:nvPr/>
        </p:nvSpPr>
        <p:spPr bwMode="auto">
          <a:xfrm>
            <a:off x="2484438" y="2492375"/>
            <a:ext cx="0" cy="316865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7" name="Line 17">
            <a:extLst>
              <a:ext uri="{FF2B5EF4-FFF2-40B4-BE49-F238E27FC236}">
                <a16:creationId xmlns:a16="http://schemas.microsoft.com/office/drawing/2014/main" id="{54E6DFDD-2052-753C-5B8E-64042190803F}"/>
              </a:ext>
            </a:extLst>
          </p:cNvPr>
          <p:cNvSpPr>
            <a:spLocks noChangeShapeType="1"/>
          </p:cNvSpPr>
          <p:nvPr/>
        </p:nvSpPr>
        <p:spPr bwMode="auto">
          <a:xfrm>
            <a:off x="4643438" y="2492375"/>
            <a:ext cx="0" cy="316865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8" name="Line 18">
            <a:extLst>
              <a:ext uri="{FF2B5EF4-FFF2-40B4-BE49-F238E27FC236}">
                <a16:creationId xmlns:a16="http://schemas.microsoft.com/office/drawing/2014/main" id="{B864579E-906B-9111-75E7-AC5F420BFB02}"/>
              </a:ext>
            </a:extLst>
          </p:cNvPr>
          <p:cNvSpPr>
            <a:spLocks noChangeShapeType="1"/>
          </p:cNvSpPr>
          <p:nvPr/>
        </p:nvSpPr>
        <p:spPr bwMode="auto">
          <a:xfrm>
            <a:off x="2771775" y="2492375"/>
            <a:ext cx="0" cy="316865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9" name="Line 19">
            <a:extLst>
              <a:ext uri="{FF2B5EF4-FFF2-40B4-BE49-F238E27FC236}">
                <a16:creationId xmlns:a16="http://schemas.microsoft.com/office/drawing/2014/main" id="{B8B23977-5E40-CD78-D652-8BAC9E5A2A84}"/>
              </a:ext>
            </a:extLst>
          </p:cNvPr>
          <p:cNvSpPr>
            <a:spLocks noChangeShapeType="1"/>
          </p:cNvSpPr>
          <p:nvPr/>
        </p:nvSpPr>
        <p:spPr bwMode="auto">
          <a:xfrm>
            <a:off x="4356100" y="2492375"/>
            <a:ext cx="0" cy="316865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0" name="Line 20">
            <a:extLst>
              <a:ext uri="{FF2B5EF4-FFF2-40B4-BE49-F238E27FC236}">
                <a16:creationId xmlns:a16="http://schemas.microsoft.com/office/drawing/2014/main" id="{C9A7127D-E5FF-8A61-91A9-5AE2B78ED3D8}"/>
              </a:ext>
            </a:extLst>
          </p:cNvPr>
          <p:cNvSpPr>
            <a:spLocks noChangeShapeType="1"/>
          </p:cNvSpPr>
          <p:nvPr/>
        </p:nvSpPr>
        <p:spPr bwMode="auto">
          <a:xfrm>
            <a:off x="1042988" y="2492375"/>
            <a:ext cx="14414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1" name="Line 21">
            <a:extLst>
              <a:ext uri="{FF2B5EF4-FFF2-40B4-BE49-F238E27FC236}">
                <a16:creationId xmlns:a16="http://schemas.microsoft.com/office/drawing/2014/main" id="{4FD990B4-EC4B-A8EF-A70F-5DF8616B81E5}"/>
              </a:ext>
            </a:extLst>
          </p:cNvPr>
          <p:cNvSpPr>
            <a:spLocks noChangeShapeType="1"/>
          </p:cNvSpPr>
          <p:nvPr/>
        </p:nvSpPr>
        <p:spPr bwMode="auto">
          <a:xfrm>
            <a:off x="1042988" y="3573463"/>
            <a:ext cx="14414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2" name="Line 22">
            <a:extLst>
              <a:ext uri="{FF2B5EF4-FFF2-40B4-BE49-F238E27FC236}">
                <a16:creationId xmlns:a16="http://schemas.microsoft.com/office/drawing/2014/main" id="{721BA8A0-206B-E648-2445-EA19F3C038BE}"/>
              </a:ext>
            </a:extLst>
          </p:cNvPr>
          <p:cNvSpPr>
            <a:spLocks noChangeShapeType="1"/>
          </p:cNvSpPr>
          <p:nvPr/>
        </p:nvSpPr>
        <p:spPr bwMode="auto">
          <a:xfrm>
            <a:off x="1042988" y="4581525"/>
            <a:ext cx="14414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3" name="Line 23">
            <a:extLst>
              <a:ext uri="{FF2B5EF4-FFF2-40B4-BE49-F238E27FC236}">
                <a16:creationId xmlns:a16="http://schemas.microsoft.com/office/drawing/2014/main" id="{B255F2E6-3E3D-696A-4565-095FCE152CF4}"/>
              </a:ext>
            </a:extLst>
          </p:cNvPr>
          <p:cNvSpPr>
            <a:spLocks noChangeShapeType="1"/>
          </p:cNvSpPr>
          <p:nvPr/>
        </p:nvSpPr>
        <p:spPr bwMode="auto">
          <a:xfrm>
            <a:off x="1042988" y="5589588"/>
            <a:ext cx="14414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4" name="Text Box 24">
            <a:extLst>
              <a:ext uri="{FF2B5EF4-FFF2-40B4-BE49-F238E27FC236}">
                <a16:creationId xmlns:a16="http://schemas.microsoft.com/office/drawing/2014/main" id="{CAED1CFB-624E-CE5D-F9E8-4A0474B238CA}"/>
              </a:ext>
            </a:extLst>
          </p:cNvPr>
          <p:cNvSpPr txBox="1">
            <a:spLocks noChangeArrowheads="1"/>
          </p:cNvSpPr>
          <p:nvPr/>
        </p:nvSpPr>
        <p:spPr bwMode="auto">
          <a:xfrm>
            <a:off x="395288" y="1484313"/>
            <a:ext cx="1368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800" b="0">
                <a:latin typeface="Tahoma" panose="020B0604030504040204" pitchFamily="34" charset="0"/>
                <a:ea typeface="华文中宋" panose="02010600040101010101" pitchFamily="2" charset="-122"/>
              </a:rPr>
              <a:t>磁头臂</a:t>
            </a:r>
          </a:p>
        </p:txBody>
      </p:sp>
      <p:sp>
        <p:nvSpPr>
          <p:cNvPr id="73755" name="Text Box 25">
            <a:extLst>
              <a:ext uri="{FF2B5EF4-FFF2-40B4-BE49-F238E27FC236}">
                <a16:creationId xmlns:a16="http://schemas.microsoft.com/office/drawing/2014/main" id="{213D26E3-54A5-F994-ADBF-204BF257D889}"/>
              </a:ext>
            </a:extLst>
          </p:cNvPr>
          <p:cNvSpPr txBox="1">
            <a:spLocks noChangeArrowheads="1"/>
          </p:cNvSpPr>
          <p:nvPr/>
        </p:nvSpPr>
        <p:spPr bwMode="auto">
          <a:xfrm>
            <a:off x="4140200" y="1341438"/>
            <a:ext cx="1223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800" b="0">
                <a:latin typeface="Tahoma" panose="020B0604030504040204" pitchFamily="34" charset="0"/>
                <a:ea typeface="华文中宋" panose="02010600040101010101" pitchFamily="2" charset="-122"/>
              </a:rPr>
              <a:t>柱面</a:t>
            </a:r>
          </a:p>
        </p:txBody>
      </p:sp>
      <p:sp>
        <p:nvSpPr>
          <p:cNvPr id="73756" name="Line 26">
            <a:extLst>
              <a:ext uri="{FF2B5EF4-FFF2-40B4-BE49-F238E27FC236}">
                <a16:creationId xmlns:a16="http://schemas.microsoft.com/office/drawing/2014/main" id="{02606C73-57B5-C47A-2FB8-A2C67199D24A}"/>
              </a:ext>
            </a:extLst>
          </p:cNvPr>
          <p:cNvSpPr>
            <a:spLocks noChangeShapeType="1"/>
          </p:cNvSpPr>
          <p:nvPr/>
        </p:nvSpPr>
        <p:spPr bwMode="auto">
          <a:xfrm flipV="1">
            <a:off x="3995738" y="1844675"/>
            <a:ext cx="287337" cy="3603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7" name="Text Box 27">
            <a:extLst>
              <a:ext uri="{FF2B5EF4-FFF2-40B4-BE49-F238E27FC236}">
                <a16:creationId xmlns:a16="http://schemas.microsoft.com/office/drawing/2014/main" id="{E308F559-4DD1-2BA8-7EAF-9D7C04E1E8D7}"/>
              </a:ext>
            </a:extLst>
          </p:cNvPr>
          <p:cNvSpPr txBox="1">
            <a:spLocks noChangeArrowheads="1"/>
          </p:cNvSpPr>
          <p:nvPr/>
        </p:nvSpPr>
        <p:spPr bwMode="auto">
          <a:xfrm>
            <a:off x="5435600" y="1773238"/>
            <a:ext cx="3276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800" b="0">
                <a:latin typeface="Tahoma" panose="020B0604030504040204" pitchFamily="34" charset="0"/>
                <a:ea typeface="华文中宋" panose="02010600040101010101" pitchFamily="2" charset="-122"/>
              </a:rPr>
              <a:t>磁盘一般由盘片组成，每个磁盘片对应一个装有读</a:t>
            </a:r>
            <a:r>
              <a:rPr lang="en-US" altLang="zh-CN" sz="2800" b="0">
                <a:latin typeface="Tahoma" panose="020B0604030504040204" pitchFamily="34" charset="0"/>
                <a:ea typeface="华文中宋" panose="02010600040101010101" pitchFamily="2" charset="-122"/>
              </a:rPr>
              <a:t>/</a:t>
            </a:r>
            <a:r>
              <a:rPr lang="zh-CN" altLang="en-US" sz="2800" b="0">
                <a:latin typeface="Tahoma" panose="020B0604030504040204" pitchFamily="34" charset="0"/>
                <a:ea typeface="华文中宋" panose="02010600040101010101" pitchFamily="2" charset="-122"/>
              </a:rPr>
              <a:t>写磁头的磁头臂，磁头臂上的两个读</a:t>
            </a:r>
            <a:r>
              <a:rPr lang="en-US" altLang="zh-CN" sz="2800" b="0">
                <a:latin typeface="Tahoma" panose="020B0604030504040204" pitchFamily="34" charset="0"/>
                <a:ea typeface="华文中宋" panose="02010600040101010101" pitchFamily="2" charset="-122"/>
              </a:rPr>
              <a:t>/</a:t>
            </a:r>
            <a:r>
              <a:rPr lang="zh-CN" altLang="en-US" sz="2800" b="0">
                <a:latin typeface="Tahoma" panose="020B0604030504040204" pitchFamily="34" charset="0"/>
                <a:ea typeface="华文中宋" panose="02010600040101010101" pitchFamily="2" charset="-122"/>
              </a:rPr>
              <a:t>写磁头分别对盘片的上下两面进行读写。</a:t>
            </a:r>
          </a:p>
        </p:txBody>
      </p:sp>
    </p:spTree>
  </p:cSld>
  <p:clrMapOvr>
    <a:masterClrMapping/>
  </p:clrMapOvr>
  <p:transition spd="med">
    <p:random/>
    <p:sndAc>
      <p:stSnd>
        <p:snd r:embed="rId2" name="camera.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81FCB10-62C0-915D-539A-EA9197A505E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BA5DD03-A533-6D41-A46E-4800F8BC5313}" type="slidenum">
              <a:rPr lang="en-US" altLang="zh-CN">
                <a:latin typeface="Arial" panose="020B0604020202020204" pitchFamily="34" charset="0"/>
              </a:rPr>
              <a:pPr/>
              <a:t>70</a:t>
            </a:fld>
            <a:endParaRPr lang="en-US" altLang="zh-CN">
              <a:latin typeface="Arial" panose="020B0604020202020204" pitchFamily="34" charset="0"/>
            </a:endParaRPr>
          </a:p>
        </p:txBody>
      </p:sp>
      <p:sp>
        <p:nvSpPr>
          <p:cNvPr id="508930" name="Rectangle 2">
            <a:extLst>
              <a:ext uri="{FF2B5EF4-FFF2-40B4-BE49-F238E27FC236}">
                <a16:creationId xmlns:a16="http://schemas.microsoft.com/office/drawing/2014/main" id="{7D591E08-C691-A904-8320-F36E2A19092D}"/>
              </a:ext>
            </a:extLst>
          </p:cNvPr>
          <p:cNvSpPr>
            <a:spLocks noGrp="1" noRot="1" noChangeArrowheads="1"/>
          </p:cNvSpPr>
          <p:nvPr>
            <p:ph type="title"/>
          </p:nvPr>
        </p:nvSpPr>
        <p:spPr/>
        <p:txBody>
          <a:bodyPr/>
          <a:lstStyle/>
          <a:p>
            <a:pPr eaLnBrk="1" hangingPunct="1"/>
            <a:r>
              <a:rPr lang="en-US" altLang="zh-CN" dirty="0"/>
              <a:t>5.4 </a:t>
            </a:r>
            <a:r>
              <a:rPr lang="zh-CN" altLang="en-US" dirty="0"/>
              <a:t>文件存储空间管理</a:t>
            </a:r>
          </a:p>
        </p:txBody>
      </p:sp>
      <p:sp>
        <p:nvSpPr>
          <p:cNvPr id="508931" name="Rectangle 3">
            <a:extLst>
              <a:ext uri="{FF2B5EF4-FFF2-40B4-BE49-F238E27FC236}">
                <a16:creationId xmlns:a16="http://schemas.microsoft.com/office/drawing/2014/main" id="{C17E9331-D4F6-6B04-5AD3-AFFF6D93AF93}"/>
              </a:ext>
            </a:extLst>
          </p:cNvPr>
          <p:cNvSpPr>
            <a:spLocks noGrp="1" noRot="1" noChangeArrowheads="1"/>
          </p:cNvSpPr>
          <p:nvPr>
            <p:ph type="body" idx="1"/>
          </p:nvPr>
        </p:nvSpPr>
        <p:spPr>
          <a:xfrm>
            <a:off x="457200" y="1905000"/>
            <a:ext cx="8229600" cy="4476750"/>
          </a:xfrm>
        </p:spPr>
        <p:txBody>
          <a:bodyPr/>
          <a:lstStyle/>
          <a:p>
            <a:pPr eaLnBrk="1" hangingPunct="1">
              <a:lnSpc>
                <a:spcPct val="90000"/>
              </a:lnSpc>
            </a:pPr>
            <a:r>
              <a:rPr lang="zh-CN" altLang="en-US" sz="2800"/>
              <a:t>只有有效地进行存储空间管理，才能保证多个用户共享文件存储设备和得以实现文件的按名存取。</a:t>
            </a:r>
          </a:p>
          <a:p>
            <a:pPr eaLnBrk="1" hangingPunct="1">
              <a:lnSpc>
                <a:spcPct val="90000"/>
              </a:lnSpc>
            </a:pPr>
            <a:r>
              <a:rPr lang="zh-CN" altLang="en-US" sz="2800"/>
              <a:t>文件存储空间的管理实质上是一个空闲块的组织和管理问题：空闲块的组织、空闲块的分配和回收等。</a:t>
            </a:r>
          </a:p>
          <a:p>
            <a:pPr eaLnBrk="1" hangingPunct="1">
              <a:lnSpc>
                <a:spcPct val="90000"/>
              </a:lnSpc>
            </a:pPr>
            <a:r>
              <a:rPr lang="zh-CN" altLang="en-US" sz="2800"/>
              <a:t>空闲块管理方法：</a:t>
            </a:r>
          </a:p>
          <a:p>
            <a:pPr lvl="1" eaLnBrk="1" hangingPunct="1">
              <a:lnSpc>
                <a:spcPct val="90000"/>
              </a:lnSpc>
            </a:pPr>
            <a:r>
              <a:rPr lang="zh-CN" altLang="en-US" sz="2400">
                <a:solidFill>
                  <a:schemeClr val="hlink"/>
                </a:solidFill>
              </a:rPr>
              <a:t>空闲文件目录</a:t>
            </a:r>
          </a:p>
          <a:p>
            <a:pPr lvl="1" eaLnBrk="1" hangingPunct="1">
              <a:lnSpc>
                <a:spcPct val="90000"/>
              </a:lnSpc>
            </a:pPr>
            <a:r>
              <a:rPr lang="zh-CN" altLang="en-US" sz="2400">
                <a:solidFill>
                  <a:schemeClr val="hlink"/>
                </a:solidFill>
              </a:rPr>
              <a:t>空闲块链</a:t>
            </a:r>
          </a:p>
          <a:p>
            <a:pPr lvl="1" eaLnBrk="1" hangingPunct="1">
              <a:lnSpc>
                <a:spcPct val="90000"/>
              </a:lnSpc>
            </a:pPr>
            <a:r>
              <a:rPr lang="zh-CN" altLang="en-US" sz="2400">
                <a:solidFill>
                  <a:schemeClr val="hlink"/>
                </a:solidFill>
              </a:rPr>
              <a:t>位示图。</a:t>
            </a:r>
          </a:p>
        </p:txBody>
      </p:sp>
    </p:spTree>
  </p:cSld>
  <p:clrMapOvr>
    <a:masterClrMapping/>
  </p:clrMapOvr>
  <p:transition spd="med">
    <p:random/>
    <p:sndAc>
      <p:stSnd>
        <p:snd r:embed="rId3" name="camera.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9904755-9169-18A7-C2AE-47C94923CA5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BED3E3A-CC3B-8B4A-921C-AA4BC3E4FC11}" type="slidenum">
              <a:rPr lang="en-US" altLang="zh-CN">
                <a:latin typeface="Arial" panose="020B0604020202020204" pitchFamily="34" charset="0"/>
              </a:rPr>
              <a:pPr/>
              <a:t>71</a:t>
            </a:fld>
            <a:endParaRPr lang="en-US" altLang="zh-CN">
              <a:latin typeface="Arial" panose="020B0604020202020204" pitchFamily="34" charset="0"/>
            </a:endParaRPr>
          </a:p>
        </p:txBody>
      </p:sp>
      <p:sp>
        <p:nvSpPr>
          <p:cNvPr id="509954" name="Rectangle 2">
            <a:extLst>
              <a:ext uri="{FF2B5EF4-FFF2-40B4-BE49-F238E27FC236}">
                <a16:creationId xmlns:a16="http://schemas.microsoft.com/office/drawing/2014/main" id="{D490D4F4-9A62-BF94-7C83-EE1973A8CBBD}"/>
              </a:ext>
            </a:extLst>
          </p:cNvPr>
          <p:cNvSpPr>
            <a:spLocks noGrp="1" noRot="1" noChangeArrowheads="1"/>
          </p:cNvSpPr>
          <p:nvPr>
            <p:ph type="title"/>
          </p:nvPr>
        </p:nvSpPr>
        <p:spPr/>
        <p:txBody>
          <a:bodyPr/>
          <a:lstStyle/>
          <a:p>
            <a:pPr eaLnBrk="1" hangingPunct="1"/>
            <a:r>
              <a:rPr lang="en-US" altLang="zh-CN"/>
              <a:t>1.</a:t>
            </a:r>
            <a:r>
              <a:rPr lang="zh-CN" altLang="en-US"/>
              <a:t>空闲文件目录</a:t>
            </a:r>
          </a:p>
        </p:txBody>
      </p:sp>
      <p:sp>
        <p:nvSpPr>
          <p:cNvPr id="509955" name="Rectangle 3">
            <a:extLst>
              <a:ext uri="{FF2B5EF4-FFF2-40B4-BE49-F238E27FC236}">
                <a16:creationId xmlns:a16="http://schemas.microsoft.com/office/drawing/2014/main" id="{4168C065-D1B8-84D8-0DD3-53D66E17B1E4}"/>
              </a:ext>
            </a:extLst>
          </p:cNvPr>
          <p:cNvSpPr>
            <a:spLocks noGrp="1" noRot="1" noChangeArrowheads="1"/>
          </p:cNvSpPr>
          <p:nvPr>
            <p:ph type="body" idx="1"/>
          </p:nvPr>
        </p:nvSpPr>
        <p:spPr/>
        <p:txBody>
          <a:bodyPr/>
          <a:lstStyle/>
          <a:p>
            <a:pPr eaLnBrk="1" hangingPunct="1"/>
            <a:r>
              <a:rPr lang="zh-CN" altLang="en-US"/>
              <a:t>空闲文件目录是一种最简单的空闲块管理方法：</a:t>
            </a:r>
          </a:p>
          <a:p>
            <a:pPr lvl="1" eaLnBrk="1" hangingPunct="1"/>
            <a:r>
              <a:rPr lang="zh-CN" altLang="en-US"/>
              <a:t> 把文件存储设备中的空闲块的块号统一放在一个称为空闲区文件目录的物理块中。</a:t>
            </a:r>
          </a:p>
          <a:p>
            <a:pPr lvl="1" eaLnBrk="1" hangingPunct="1"/>
            <a:r>
              <a:rPr lang="zh-CN" altLang="en-US"/>
              <a:t>空闲文件目录的每个表项对应一个由多个空闲块构成的空闲区，它包括</a:t>
            </a:r>
            <a:r>
              <a:rPr lang="zh-CN" altLang="en-US">
                <a:solidFill>
                  <a:srgbClr val="990099"/>
                </a:solidFill>
              </a:rPr>
              <a:t>空闲块个数</a:t>
            </a:r>
            <a:r>
              <a:rPr lang="zh-CN" altLang="en-US"/>
              <a:t>，</a:t>
            </a:r>
            <a:r>
              <a:rPr lang="zh-CN" altLang="en-US">
                <a:solidFill>
                  <a:srgbClr val="990099"/>
                </a:solidFill>
              </a:rPr>
              <a:t>空闲块号</a:t>
            </a:r>
            <a:r>
              <a:rPr lang="zh-CN" altLang="en-US"/>
              <a:t>和</a:t>
            </a:r>
            <a:r>
              <a:rPr lang="zh-CN" altLang="en-US">
                <a:solidFill>
                  <a:srgbClr val="990099"/>
                </a:solidFill>
              </a:rPr>
              <a:t>第一个空闲块号</a:t>
            </a:r>
            <a:r>
              <a:rPr lang="zh-CN" altLang="en-US"/>
              <a:t>等。</a:t>
            </a:r>
          </a:p>
          <a:p>
            <a:pPr eaLnBrk="1" hangingPunct="1"/>
            <a:endParaRPr lang="en-US" altLang="zh-CN"/>
          </a:p>
        </p:txBody>
      </p:sp>
    </p:spTree>
  </p:cSld>
  <p:clrMapOvr>
    <a:masterClrMapping/>
  </p:clrMapOvr>
  <p:transition spd="med">
    <p:random/>
    <p:sndAc>
      <p:stSnd>
        <p:snd r:embed="rId2" name="camera.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CF6C5E1-B70C-B880-20E2-07E473199BD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A0BE954-52F6-7440-800D-224FAB177F43}" type="slidenum">
              <a:rPr lang="en-US" altLang="zh-CN">
                <a:latin typeface="Arial" panose="020B0604020202020204" pitchFamily="34" charset="0"/>
              </a:rPr>
              <a:pPr/>
              <a:t>72</a:t>
            </a:fld>
            <a:endParaRPr lang="en-US" altLang="zh-CN">
              <a:latin typeface="Arial" panose="020B0604020202020204" pitchFamily="34" charset="0"/>
            </a:endParaRPr>
          </a:p>
        </p:txBody>
      </p:sp>
      <p:sp>
        <p:nvSpPr>
          <p:cNvPr id="510978" name="Rectangle 2">
            <a:extLst>
              <a:ext uri="{FF2B5EF4-FFF2-40B4-BE49-F238E27FC236}">
                <a16:creationId xmlns:a16="http://schemas.microsoft.com/office/drawing/2014/main" id="{6979F0F6-D40D-B571-18D4-6AE07F42CB18}"/>
              </a:ext>
            </a:extLst>
          </p:cNvPr>
          <p:cNvSpPr>
            <a:spLocks noGrp="1" noRot="1" noChangeArrowheads="1"/>
          </p:cNvSpPr>
          <p:nvPr>
            <p:ph type="title"/>
          </p:nvPr>
        </p:nvSpPr>
        <p:spPr/>
        <p:txBody>
          <a:bodyPr/>
          <a:lstStyle/>
          <a:p>
            <a:pPr eaLnBrk="1" hangingPunct="1"/>
            <a:r>
              <a:rPr lang="zh-CN" altLang="en-US"/>
              <a:t>空闲文件目录方法：（续）</a:t>
            </a:r>
          </a:p>
        </p:txBody>
      </p:sp>
      <p:sp>
        <p:nvSpPr>
          <p:cNvPr id="510979" name="Rectangle 3">
            <a:extLst>
              <a:ext uri="{FF2B5EF4-FFF2-40B4-BE49-F238E27FC236}">
                <a16:creationId xmlns:a16="http://schemas.microsoft.com/office/drawing/2014/main" id="{D165DBD7-1AC0-4B77-21A8-6B216FE3EB53}"/>
              </a:ext>
            </a:extLst>
          </p:cNvPr>
          <p:cNvSpPr>
            <a:spLocks noGrp="1" noRot="1" noChangeArrowheads="1"/>
          </p:cNvSpPr>
          <p:nvPr>
            <p:ph type="body" idx="1"/>
          </p:nvPr>
        </p:nvSpPr>
        <p:spPr>
          <a:xfrm>
            <a:off x="457200" y="1905000"/>
            <a:ext cx="8229600" cy="4548188"/>
          </a:xfrm>
        </p:spPr>
        <p:txBody>
          <a:bodyPr/>
          <a:lstStyle/>
          <a:p>
            <a:pPr lvl="1" eaLnBrk="1" hangingPunct="1">
              <a:lnSpc>
                <a:spcPct val="90000"/>
              </a:lnSpc>
            </a:pPr>
            <a:r>
              <a:rPr lang="zh-CN" altLang="en-US"/>
              <a:t>当系统为某个文件</a:t>
            </a:r>
            <a:r>
              <a:rPr lang="zh-CN" altLang="en-US">
                <a:solidFill>
                  <a:srgbClr val="FF0000"/>
                </a:solidFill>
              </a:rPr>
              <a:t>分配空闲块</a:t>
            </a:r>
            <a:r>
              <a:rPr lang="zh-CN" altLang="en-US">
                <a:solidFill>
                  <a:srgbClr val="990099"/>
                </a:solidFill>
              </a:rPr>
              <a:t>时：</a:t>
            </a:r>
          </a:p>
          <a:p>
            <a:pPr lvl="2" eaLnBrk="1" hangingPunct="1">
              <a:lnSpc>
                <a:spcPct val="90000"/>
              </a:lnSpc>
            </a:pPr>
            <a:r>
              <a:rPr lang="zh-CN" altLang="en-US">
                <a:solidFill>
                  <a:srgbClr val="990099"/>
                </a:solidFill>
              </a:rPr>
              <a:t>首先扫描空闲文件目录项，如找到</a:t>
            </a:r>
            <a:r>
              <a:rPr lang="zh-CN" altLang="en-US"/>
              <a:t>合适的空闲区项，则分配给申请者，并把该项从空白文件目录中去掉。</a:t>
            </a:r>
          </a:p>
          <a:p>
            <a:pPr lvl="2" eaLnBrk="1" hangingPunct="1">
              <a:lnSpc>
                <a:spcPct val="90000"/>
              </a:lnSpc>
            </a:pPr>
            <a:r>
              <a:rPr lang="zh-CN" altLang="en-US"/>
              <a:t>如果一个空闲区项不满足要求，则把目录中另一个项分配给申请者（连续文件结构除外）。</a:t>
            </a:r>
          </a:p>
          <a:p>
            <a:pPr lvl="2" eaLnBrk="1" hangingPunct="1">
              <a:lnSpc>
                <a:spcPct val="90000"/>
              </a:lnSpc>
            </a:pPr>
            <a:r>
              <a:rPr lang="zh-CN" altLang="en-US"/>
              <a:t>如果空闲区项所含块数超过申请者要求，则为申请者分配了所要求的物理块后再修改该表项。</a:t>
            </a:r>
          </a:p>
          <a:p>
            <a:pPr lvl="1" eaLnBrk="1" hangingPunct="1">
              <a:lnSpc>
                <a:spcPct val="90000"/>
              </a:lnSpc>
            </a:pPr>
            <a:r>
              <a:rPr lang="zh-CN" altLang="en-US"/>
              <a:t>当一个文件被删除，释放存储物理块时，系统把被释放的</a:t>
            </a:r>
            <a:r>
              <a:rPr lang="zh-CN" altLang="en-US">
                <a:solidFill>
                  <a:srgbClr val="FF0000"/>
                </a:solidFill>
              </a:rPr>
              <a:t>块号</a:t>
            </a:r>
            <a:r>
              <a:rPr lang="zh-CN" altLang="en-US"/>
              <a:t>、</a:t>
            </a:r>
            <a:r>
              <a:rPr lang="zh-CN" altLang="en-US">
                <a:solidFill>
                  <a:srgbClr val="FF0000"/>
                </a:solidFill>
              </a:rPr>
              <a:t>长度</a:t>
            </a:r>
            <a:r>
              <a:rPr lang="zh-CN" altLang="en-US"/>
              <a:t>及</a:t>
            </a:r>
            <a:r>
              <a:rPr lang="zh-CN" altLang="en-US">
                <a:solidFill>
                  <a:srgbClr val="FF0000"/>
                </a:solidFill>
              </a:rPr>
              <a:t>第一块块号</a:t>
            </a:r>
            <a:r>
              <a:rPr lang="zh-CN" altLang="en-US"/>
              <a:t>置入空白目录文件的新表项中。</a:t>
            </a:r>
          </a:p>
        </p:txBody>
      </p:sp>
    </p:spTree>
  </p:cSld>
  <p:clrMapOvr>
    <a:masterClrMapping/>
  </p:clrMapOvr>
  <p:transition spd="med">
    <p:random/>
    <p:sndAc>
      <p:stSnd>
        <p:snd r:embed="rId2" name="camera.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D1ABE8C-75B4-64A9-3F26-29A17ED46E4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C4110FC-50E3-BB43-BF27-6512D4EEBA5D}" type="slidenum">
              <a:rPr lang="en-US" altLang="zh-CN">
                <a:latin typeface="Arial" panose="020B0604020202020204" pitchFamily="34" charset="0"/>
              </a:rPr>
              <a:pPr/>
              <a:t>73</a:t>
            </a:fld>
            <a:endParaRPr lang="en-US" altLang="zh-CN">
              <a:latin typeface="Arial" panose="020B0604020202020204" pitchFamily="34" charset="0"/>
            </a:endParaRPr>
          </a:p>
        </p:txBody>
      </p:sp>
      <p:sp>
        <p:nvSpPr>
          <p:cNvPr id="512002" name="Rectangle 2">
            <a:extLst>
              <a:ext uri="{FF2B5EF4-FFF2-40B4-BE49-F238E27FC236}">
                <a16:creationId xmlns:a16="http://schemas.microsoft.com/office/drawing/2014/main" id="{C2416928-AE82-5BA1-1AE9-7FF42B770C5B}"/>
              </a:ext>
            </a:extLst>
          </p:cNvPr>
          <p:cNvSpPr>
            <a:spLocks noGrp="1" noRot="1" noChangeArrowheads="1"/>
          </p:cNvSpPr>
          <p:nvPr>
            <p:ph type="title"/>
          </p:nvPr>
        </p:nvSpPr>
        <p:spPr/>
        <p:txBody>
          <a:bodyPr/>
          <a:lstStyle/>
          <a:p>
            <a:pPr eaLnBrk="1" hangingPunct="1"/>
            <a:r>
              <a:rPr lang="en-US" altLang="zh-CN"/>
              <a:t>1.</a:t>
            </a:r>
            <a:r>
              <a:rPr lang="zh-CN" altLang="en-US"/>
              <a:t>空闲文件目录（续）</a:t>
            </a:r>
          </a:p>
        </p:txBody>
      </p:sp>
      <p:sp>
        <p:nvSpPr>
          <p:cNvPr id="512003" name="Rectangle 3">
            <a:extLst>
              <a:ext uri="{FF2B5EF4-FFF2-40B4-BE49-F238E27FC236}">
                <a16:creationId xmlns:a16="http://schemas.microsoft.com/office/drawing/2014/main" id="{F7558273-167D-24AD-0B66-651E3E44F2C9}"/>
              </a:ext>
            </a:extLst>
          </p:cNvPr>
          <p:cNvSpPr>
            <a:spLocks noGrp="1" noRot="1" noChangeArrowheads="1"/>
          </p:cNvSpPr>
          <p:nvPr>
            <p:ph type="body" idx="1"/>
          </p:nvPr>
        </p:nvSpPr>
        <p:spPr/>
        <p:txBody>
          <a:bodyPr/>
          <a:lstStyle/>
          <a:p>
            <a:pPr eaLnBrk="1" hangingPunct="1"/>
            <a:r>
              <a:rPr lang="zh-CN" altLang="en-US"/>
              <a:t>在内存管理时讨论过的有关空闲连续区分配和释放算法，只要稍加修改就可用于空闲文件项的分配和回收。</a:t>
            </a:r>
          </a:p>
          <a:p>
            <a:pPr eaLnBrk="1" hangingPunct="1"/>
            <a:r>
              <a:rPr lang="zh-CN" altLang="en-US"/>
              <a:t>空闲文件目录方法适用于连续文件结构的文件存储区的分配与回收。</a:t>
            </a:r>
          </a:p>
        </p:txBody>
      </p:sp>
    </p:spTree>
  </p:cSld>
  <p:clrMapOvr>
    <a:masterClrMapping/>
  </p:clrMapOvr>
  <p:transition spd="med">
    <p:random/>
    <p:sndAc>
      <p:stSnd>
        <p:snd r:embed="rId2" name="camera.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A2CE450-F3F0-F0DD-87D2-6546248AB00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CE4768C-EC81-6543-BB30-1E4DDC6FE8B5}" type="slidenum">
              <a:rPr lang="en-US" altLang="zh-CN">
                <a:latin typeface="Arial" panose="020B0604020202020204" pitchFamily="34" charset="0"/>
              </a:rPr>
              <a:pPr/>
              <a:t>74</a:t>
            </a:fld>
            <a:endParaRPr lang="en-US" altLang="zh-CN">
              <a:latin typeface="Arial" panose="020B0604020202020204" pitchFamily="34" charset="0"/>
            </a:endParaRPr>
          </a:p>
        </p:txBody>
      </p:sp>
      <p:sp>
        <p:nvSpPr>
          <p:cNvPr id="513026" name="Rectangle 2">
            <a:extLst>
              <a:ext uri="{FF2B5EF4-FFF2-40B4-BE49-F238E27FC236}">
                <a16:creationId xmlns:a16="http://schemas.microsoft.com/office/drawing/2014/main" id="{945D5CBE-F601-2E94-54D6-F2EC108E5B9C}"/>
              </a:ext>
            </a:extLst>
          </p:cNvPr>
          <p:cNvSpPr>
            <a:spLocks noGrp="1" noRot="1" noChangeArrowheads="1"/>
          </p:cNvSpPr>
          <p:nvPr>
            <p:ph type="title"/>
          </p:nvPr>
        </p:nvSpPr>
        <p:spPr/>
        <p:txBody>
          <a:bodyPr/>
          <a:lstStyle/>
          <a:p>
            <a:pPr eaLnBrk="1" hangingPunct="1"/>
            <a:r>
              <a:rPr lang="en-US" altLang="zh-CN"/>
              <a:t>2. </a:t>
            </a:r>
            <a:r>
              <a:rPr lang="zh-CN" altLang="en-US"/>
              <a:t>空闲块链</a:t>
            </a:r>
          </a:p>
        </p:txBody>
      </p:sp>
      <p:sp>
        <p:nvSpPr>
          <p:cNvPr id="513027" name="Rectangle 3">
            <a:extLst>
              <a:ext uri="{FF2B5EF4-FFF2-40B4-BE49-F238E27FC236}">
                <a16:creationId xmlns:a16="http://schemas.microsoft.com/office/drawing/2014/main" id="{F0B40146-8546-5734-2ADF-74E1E0793CD3}"/>
              </a:ext>
            </a:extLst>
          </p:cNvPr>
          <p:cNvSpPr>
            <a:spLocks noGrp="1" noRot="1" noChangeArrowheads="1"/>
          </p:cNvSpPr>
          <p:nvPr>
            <p:ph type="body" idx="1"/>
          </p:nvPr>
        </p:nvSpPr>
        <p:spPr/>
        <p:txBody>
          <a:bodyPr/>
          <a:lstStyle/>
          <a:p>
            <a:pPr eaLnBrk="1" hangingPunct="1"/>
            <a:r>
              <a:rPr lang="zh-CN" altLang="en-US"/>
              <a:t>空闲块链是一种较常用的空闲块管理方法。</a:t>
            </a:r>
          </a:p>
          <a:p>
            <a:pPr eaLnBrk="1" hangingPunct="1"/>
            <a:r>
              <a:rPr lang="zh-CN" altLang="en-US"/>
              <a:t>空闲块链把文件存储设备上的所有空闲块链在一起，当申请者需要空闲块时，分配程序从链头开始摘取所需要的空闲块，然后调整链首指针。反之，当回收空闲块时，把释放的空闲块逐个插入链尾上。</a:t>
            </a:r>
          </a:p>
        </p:txBody>
      </p:sp>
    </p:spTree>
  </p:cSld>
  <p:clrMapOvr>
    <a:masterClrMapping/>
  </p:clrMapOvr>
  <p:transition spd="med">
    <p:random/>
    <p:sndAc>
      <p:stSnd>
        <p:snd r:embed="rId2" name="camera.wav"/>
      </p:stSnd>
    </p:sndAc>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A593814-487E-8747-BD90-01DF289B5AF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92D958E-886D-B646-AA54-2B2A08ACC379}" type="slidenum">
              <a:rPr lang="en-US" altLang="zh-CN">
                <a:latin typeface="Arial" panose="020B0604020202020204" pitchFamily="34" charset="0"/>
              </a:rPr>
              <a:pPr/>
              <a:t>75</a:t>
            </a:fld>
            <a:endParaRPr lang="en-US" altLang="zh-CN">
              <a:latin typeface="Arial" panose="020B0604020202020204" pitchFamily="34" charset="0"/>
            </a:endParaRPr>
          </a:p>
        </p:txBody>
      </p:sp>
      <p:sp>
        <p:nvSpPr>
          <p:cNvPr id="514050" name="Rectangle 2">
            <a:extLst>
              <a:ext uri="{FF2B5EF4-FFF2-40B4-BE49-F238E27FC236}">
                <a16:creationId xmlns:a16="http://schemas.microsoft.com/office/drawing/2014/main" id="{D0A846CF-569B-6199-3E8E-EA569838C820}"/>
              </a:ext>
            </a:extLst>
          </p:cNvPr>
          <p:cNvSpPr>
            <a:spLocks noGrp="1" noRot="1" noChangeArrowheads="1"/>
          </p:cNvSpPr>
          <p:nvPr>
            <p:ph type="title"/>
          </p:nvPr>
        </p:nvSpPr>
        <p:spPr/>
        <p:txBody>
          <a:bodyPr/>
          <a:lstStyle/>
          <a:p>
            <a:pPr eaLnBrk="1" hangingPunct="1"/>
            <a:r>
              <a:rPr lang="en-US" altLang="zh-CN"/>
              <a:t>2. </a:t>
            </a:r>
            <a:r>
              <a:rPr lang="zh-CN" altLang="en-US"/>
              <a:t>空闲块链</a:t>
            </a:r>
          </a:p>
        </p:txBody>
      </p:sp>
      <p:sp>
        <p:nvSpPr>
          <p:cNvPr id="514051" name="Rectangle 3">
            <a:extLst>
              <a:ext uri="{FF2B5EF4-FFF2-40B4-BE49-F238E27FC236}">
                <a16:creationId xmlns:a16="http://schemas.microsoft.com/office/drawing/2014/main" id="{BE81B3ED-577F-7C8F-D77E-B7D9E4D2B6A2}"/>
              </a:ext>
            </a:extLst>
          </p:cNvPr>
          <p:cNvSpPr>
            <a:spLocks noGrp="1" noRot="1" noChangeArrowheads="1"/>
          </p:cNvSpPr>
          <p:nvPr>
            <p:ph type="body" idx="1"/>
          </p:nvPr>
        </p:nvSpPr>
        <p:spPr>
          <a:xfrm>
            <a:off x="250825" y="1905000"/>
            <a:ext cx="8435975" cy="4403725"/>
          </a:xfrm>
        </p:spPr>
        <p:txBody>
          <a:bodyPr/>
          <a:lstStyle/>
          <a:p>
            <a:pPr eaLnBrk="1" hangingPunct="1">
              <a:lnSpc>
                <a:spcPct val="90000"/>
              </a:lnSpc>
            </a:pPr>
            <a:r>
              <a:rPr lang="zh-CN" altLang="en-US"/>
              <a:t>空闲块链的链接方法因系统而异，常用的链接方法为：</a:t>
            </a:r>
          </a:p>
          <a:p>
            <a:pPr lvl="1" eaLnBrk="1" hangingPunct="1">
              <a:lnSpc>
                <a:spcPct val="90000"/>
              </a:lnSpc>
            </a:pPr>
            <a:r>
              <a:rPr lang="zh-CN" altLang="en-US">
                <a:solidFill>
                  <a:schemeClr val="hlink"/>
                </a:solidFill>
              </a:rPr>
              <a:t>按空闲块大小顺序链接</a:t>
            </a:r>
          </a:p>
          <a:p>
            <a:pPr lvl="1" eaLnBrk="1" hangingPunct="1">
              <a:lnSpc>
                <a:spcPct val="90000"/>
              </a:lnSpc>
            </a:pPr>
            <a:r>
              <a:rPr lang="zh-CN" altLang="en-US">
                <a:solidFill>
                  <a:schemeClr val="hlink"/>
                </a:solidFill>
              </a:rPr>
              <a:t>按释放顺序链接</a:t>
            </a:r>
          </a:p>
          <a:p>
            <a:pPr lvl="1" eaLnBrk="1" hangingPunct="1">
              <a:lnSpc>
                <a:spcPct val="90000"/>
              </a:lnSpc>
            </a:pPr>
            <a:r>
              <a:rPr lang="zh-CN" altLang="en-US">
                <a:solidFill>
                  <a:schemeClr val="hlink"/>
                </a:solidFill>
              </a:rPr>
              <a:t>按成组链接法（可视为空闲块链法的扩展）</a:t>
            </a:r>
          </a:p>
          <a:p>
            <a:pPr eaLnBrk="1" hangingPunct="1">
              <a:lnSpc>
                <a:spcPct val="90000"/>
              </a:lnSpc>
            </a:pPr>
            <a:r>
              <a:rPr lang="zh-CN" altLang="en-US"/>
              <a:t>前两种方法在增加或移动空闲块时需要对空闲块链做较大的调整，系统开销大。</a:t>
            </a:r>
          </a:p>
          <a:p>
            <a:pPr eaLnBrk="1" hangingPunct="1">
              <a:lnSpc>
                <a:spcPct val="90000"/>
              </a:lnSpc>
            </a:pPr>
            <a:r>
              <a:rPr lang="zh-CN" altLang="en-US"/>
              <a:t>成组链法在空闲块的分配和回收上优于前两种方法。</a:t>
            </a:r>
          </a:p>
        </p:txBody>
      </p:sp>
    </p:spTree>
  </p:cSld>
  <p:clrMapOvr>
    <a:masterClrMapping/>
  </p:clrMapOvr>
  <p:transition spd="med">
    <p:random/>
    <p:sndAc>
      <p:stSnd>
        <p:snd r:embed="rId2" name="camera.wav"/>
      </p:stSnd>
    </p:sndAc>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74D9A73-2F56-9598-0967-50C46A2E02C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04C6BCA-ECF7-E840-BF59-0B6B4315EEFD}" type="slidenum">
              <a:rPr lang="en-US" altLang="zh-CN">
                <a:latin typeface="Arial" panose="020B0604020202020204" pitchFamily="34" charset="0"/>
              </a:rPr>
              <a:pPr/>
              <a:t>76</a:t>
            </a:fld>
            <a:endParaRPr lang="en-US" altLang="zh-CN">
              <a:latin typeface="Arial" panose="020B0604020202020204" pitchFamily="34" charset="0"/>
            </a:endParaRPr>
          </a:p>
        </p:txBody>
      </p:sp>
      <p:sp>
        <p:nvSpPr>
          <p:cNvPr id="515074" name="Rectangle 2">
            <a:extLst>
              <a:ext uri="{FF2B5EF4-FFF2-40B4-BE49-F238E27FC236}">
                <a16:creationId xmlns:a16="http://schemas.microsoft.com/office/drawing/2014/main" id="{ECCECE56-0053-2C1A-C2FE-7C246290FA7F}"/>
              </a:ext>
            </a:extLst>
          </p:cNvPr>
          <p:cNvSpPr>
            <a:spLocks noGrp="1" noRot="1" noChangeArrowheads="1"/>
          </p:cNvSpPr>
          <p:nvPr>
            <p:ph type="title"/>
          </p:nvPr>
        </p:nvSpPr>
        <p:spPr/>
        <p:txBody>
          <a:bodyPr/>
          <a:lstStyle/>
          <a:p>
            <a:pPr eaLnBrk="1" hangingPunct="1"/>
            <a:r>
              <a:rPr lang="zh-CN" altLang="en-US"/>
              <a:t>成组链法</a:t>
            </a:r>
          </a:p>
        </p:txBody>
      </p:sp>
      <p:sp>
        <p:nvSpPr>
          <p:cNvPr id="515075" name="Rectangle 3">
            <a:extLst>
              <a:ext uri="{FF2B5EF4-FFF2-40B4-BE49-F238E27FC236}">
                <a16:creationId xmlns:a16="http://schemas.microsoft.com/office/drawing/2014/main" id="{D9B23BC0-D984-33FB-E0BD-EB15AFD4698B}"/>
              </a:ext>
            </a:extLst>
          </p:cNvPr>
          <p:cNvSpPr>
            <a:spLocks noGrp="1" noRot="1" noChangeArrowheads="1"/>
          </p:cNvSpPr>
          <p:nvPr>
            <p:ph type="body" idx="1"/>
          </p:nvPr>
        </p:nvSpPr>
        <p:spPr/>
        <p:txBody>
          <a:bodyPr/>
          <a:lstStyle/>
          <a:p>
            <a:pPr eaLnBrk="1" hangingPunct="1"/>
            <a:r>
              <a:rPr lang="zh-CN" altLang="en-US"/>
              <a:t>成组链法首先把文件存储设备中的所有空闲块按</a:t>
            </a:r>
            <a:r>
              <a:rPr lang="en-US" altLang="zh-CN"/>
              <a:t>50</a:t>
            </a:r>
            <a:r>
              <a:rPr lang="zh-CN" altLang="en-US"/>
              <a:t>块划分为一组，组的划分为从后往前顺次划分。</a:t>
            </a:r>
          </a:p>
          <a:p>
            <a:pPr eaLnBrk="1" hangingPunct="1"/>
            <a:r>
              <a:rPr lang="zh-CN" altLang="en-US"/>
              <a:t>每组的第一块用来放前一组中各块的块号和总块数。第一组的块数为</a:t>
            </a:r>
            <a:r>
              <a:rPr lang="en-US" altLang="zh-CN"/>
              <a:t>49</a:t>
            </a:r>
            <a:r>
              <a:rPr lang="zh-CN" altLang="en-US"/>
              <a:t>块。最后一组的块数可能不足</a:t>
            </a:r>
            <a:r>
              <a:rPr lang="en-US" altLang="zh-CN"/>
              <a:t>50</a:t>
            </a:r>
            <a:r>
              <a:rPr lang="zh-CN" altLang="en-US"/>
              <a:t>块，该组的物理块号与总块数放在管理文件存储设备用的文件资源表中。</a:t>
            </a:r>
          </a:p>
        </p:txBody>
      </p:sp>
    </p:spTree>
  </p:cSld>
  <p:clrMapOvr>
    <a:masterClrMapping/>
  </p:clrMapOvr>
  <p:transition spd="med">
    <p:random/>
    <p:sndAc>
      <p:stSnd>
        <p:snd r:embed="rId2" name="camera.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5">
            <a:extLst>
              <a:ext uri="{FF2B5EF4-FFF2-40B4-BE49-F238E27FC236}">
                <a16:creationId xmlns:a16="http://schemas.microsoft.com/office/drawing/2014/main" id="{86DD0306-9984-E03F-A5B1-373A2715212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BFBA582-D1F7-1C4F-A397-899A0F03CC39}" type="slidenum">
              <a:rPr lang="en-US" altLang="zh-CN">
                <a:latin typeface="Arial" panose="020B0604020202020204" pitchFamily="34" charset="0"/>
              </a:rPr>
              <a:pPr/>
              <a:t>77</a:t>
            </a:fld>
            <a:endParaRPr lang="en-US" altLang="zh-CN">
              <a:latin typeface="Arial" panose="020B0604020202020204" pitchFamily="34" charset="0"/>
            </a:endParaRPr>
          </a:p>
        </p:txBody>
      </p:sp>
      <p:sp>
        <p:nvSpPr>
          <p:cNvPr id="516098" name="Rectangle 2">
            <a:extLst>
              <a:ext uri="{FF2B5EF4-FFF2-40B4-BE49-F238E27FC236}">
                <a16:creationId xmlns:a16="http://schemas.microsoft.com/office/drawing/2014/main" id="{938A08A9-5E2A-3ED7-A65C-A19865099FD1}"/>
              </a:ext>
            </a:extLst>
          </p:cNvPr>
          <p:cNvSpPr>
            <a:spLocks noGrp="1" noRot="1" noChangeArrowheads="1"/>
          </p:cNvSpPr>
          <p:nvPr>
            <p:ph type="title"/>
          </p:nvPr>
        </p:nvSpPr>
        <p:spPr/>
        <p:txBody>
          <a:bodyPr/>
          <a:lstStyle/>
          <a:p>
            <a:pPr eaLnBrk="1" hangingPunct="1"/>
            <a:r>
              <a:rPr lang="zh-CN" altLang="en-US"/>
              <a:t>成组链法的组织</a:t>
            </a:r>
          </a:p>
        </p:txBody>
      </p:sp>
      <p:graphicFrame>
        <p:nvGraphicFramePr>
          <p:cNvPr id="516099" name="Group 3">
            <a:extLst>
              <a:ext uri="{FF2B5EF4-FFF2-40B4-BE49-F238E27FC236}">
                <a16:creationId xmlns:a16="http://schemas.microsoft.com/office/drawing/2014/main" id="{875255C9-160B-033A-43F1-CE1929C0DA76}"/>
              </a:ext>
            </a:extLst>
          </p:cNvPr>
          <p:cNvGraphicFramePr>
            <a:graphicFrameLocks noGrp="1"/>
          </p:cNvGraphicFramePr>
          <p:nvPr>
            <p:ph idx="1"/>
          </p:nvPr>
        </p:nvGraphicFramePr>
        <p:xfrm>
          <a:off x="1751013" y="2012950"/>
          <a:ext cx="723900" cy="2159000"/>
        </p:xfrm>
        <a:graphic>
          <a:graphicData uri="http://schemas.openxmlformats.org/drawingml/2006/table">
            <a:tbl>
              <a:tblPr/>
              <a:tblGrid>
                <a:gridCol w="723900">
                  <a:extLst>
                    <a:ext uri="{9D8B030D-6E8A-4147-A177-3AD203B41FA5}">
                      <a16:colId xmlns:a16="http://schemas.microsoft.com/office/drawing/2014/main" val="20000"/>
                    </a:ext>
                  </a:extLst>
                </a:gridCol>
              </a:tblGrid>
              <a:tr h="576433">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7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33537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r h="33537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endParaRP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r h="576433">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1937" name="Text Box 21">
            <a:extLst>
              <a:ext uri="{FF2B5EF4-FFF2-40B4-BE49-F238E27FC236}">
                <a16:creationId xmlns:a16="http://schemas.microsoft.com/office/drawing/2014/main" id="{0BB063C1-A829-089E-00C9-07D84E0CFAE0}"/>
              </a:ext>
            </a:extLst>
          </p:cNvPr>
          <p:cNvSpPr txBox="1">
            <a:spLocks noChangeArrowheads="1"/>
          </p:cNvSpPr>
          <p:nvPr/>
        </p:nvSpPr>
        <p:spPr bwMode="auto">
          <a:xfrm>
            <a:off x="179388" y="2638425"/>
            <a:ext cx="13684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最后组的块号与总块数</a:t>
            </a:r>
          </a:p>
        </p:txBody>
      </p:sp>
      <p:sp>
        <p:nvSpPr>
          <p:cNvPr id="81938" name="AutoShape 22">
            <a:extLst>
              <a:ext uri="{FF2B5EF4-FFF2-40B4-BE49-F238E27FC236}">
                <a16:creationId xmlns:a16="http://schemas.microsoft.com/office/drawing/2014/main" id="{7E8560C2-8FA1-EE79-AC6F-A889E7E09C5A}"/>
              </a:ext>
            </a:extLst>
          </p:cNvPr>
          <p:cNvSpPr>
            <a:spLocks/>
          </p:cNvSpPr>
          <p:nvPr/>
        </p:nvSpPr>
        <p:spPr bwMode="auto">
          <a:xfrm>
            <a:off x="1258888" y="2781300"/>
            <a:ext cx="217487" cy="935038"/>
          </a:xfrm>
          <a:prstGeom prst="leftBrace">
            <a:avLst>
              <a:gd name="adj1" fmla="val 35827"/>
              <a:gd name="adj2" fmla="val 50083"/>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39" name="Text Box 23">
            <a:extLst>
              <a:ext uri="{FF2B5EF4-FFF2-40B4-BE49-F238E27FC236}">
                <a16:creationId xmlns:a16="http://schemas.microsoft.com/office/drawing/2014/main" id="{ABF4980D-FC88-68AA-182B-590030460BA7}"/>
              </a:ext>
            </a:extLst>
          </p:cNvPr>
          <p:cNvSpPr txBox="1">
            <a:spLocks noChangeArrowheads="1"/>
          </p:cNvSpPr>
          <p:nvPr/>
        </p:nvSpPr>
        <p:spPr bwMode="auto">
          <a:xfrm>
            <a:off x="900113" y="4581525"/>
            <a:ext cx="1728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文件资源表</a:t>
            </a:r>
          </a:p>
        </p:txBody>
      </p:sp>
      <p:sp>
        <p:nvSpPr>
          <p:cNvPr id="81940" name="Rectangle 24">
            <a:extLst>
              <a:ext uri="{FF2B5EF4-FFF2-40B4-BE49-F238E27FC236}">
                <a16:creationId xmlns:a16="http://schemas.microsoft.com/office/drawing/2014/main" id="{81E00A71-E212-2B95-5E7B-B9D102903A8B}"/>
              </a:ext>
            </a:extLst>
          </p:cNvPr>
          <p:cNvSpPr>
            <a:spLocks noChangeArrowheads="1"/>
          </p:cNvSpPr>
          <p:nvPr/>
        </p:nvSpPr>
        <p:spPr bwMode="auto">
          <a:xfrm>
            <a:off x="2916238" y="3429000"/>
            <a:ext cx="1079500"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1800">
                <a:latin typeface="Tahoma" panose="020B0604030504040204" pitchFamily="34" charset="0"/>
                <a:ea typeface="宋体" panose="02010600030101010101" pitchFamily="2" charset="-122"/>
              </a:rPr>
              <a:t>最后组</a:t>
            </a:r>
            <a:r>
              <a:rPr lang="zh-CN" altLang="en-US" sz="1800" b="0">
                <a:latin typeface="Tahoma" panose="020B0604030504040204" pitchFamily="34" charset="0"/>
                <a:ea typeface="宋体" panose="02010600030101010101" pitchFamily="2" charset="-122"/>
              </a:rPr>
              <a:t>    </a:t>
            </a:r>
          </a:p>
        </p:txBody>
      </p:sp>
      <p:sp>
        <p:nvSpPr>
          <p:cNvPr id="81941" name="Rectangle 25">
            <a:extLst>
              <a:ext uri="{FF2B5EF4-FFF2-40B4-BE49-F238E27FC236}">
                <a16:creationId xmlns:a16="http://schemas.microsoft.com/office/drawing/2014/main" id="{BED5C649-CF91-3958-EECD-353DFA810FB2}"/>
              </a:ext>
            </a:extLst>
          </p:cNvPr>
          <p:cNvSpPr>
            <a:spLocks noChangeArrowheads="1"/>
          </p:cNvSpPr>
          <p:nvPr/>
        </p:nvSpPr>
        <p:spPr bwMode="auto">
          <a:xfrm>
            <a:off x="3779838" y="3429000"/>
            <a:ext cx="215900" cy="647700"/>
          </a:xfrm>
          <a:prstGeom prst="rect">
            <a:avLst/>
          </a:prstGeom>
          <a:solidFill>
            <a:srgbClr val="8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42" name="Rectangle 26">
            <a:extLst>
              <a:ext uri="{FF2B5EF4-FFF2-40B4-BE49-F238E27FC236}">
                <a16:creationId xmlns:a16="http://schemas.microsoft.com/office/drawing/2014/main" id="{EF68BA49-50BA-11FA-893B-B613929B1834}"/>
              </a:ext>
            </a:extLst>
          </p:cNvPr>
          <p:cNvSpPr>
            <a:spLocks noChangeArrowheads="1"/>
          </p:cNvSpPr>
          <p:nvPr/>
        </p:nvSpPr>
        <p:spPr bwMode="auto">
          <a:xfrm>
            <a:off x="5148263" y="3429000"/>
            <a:ext cx="1079500"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1800">
                <a:latin typeface="Tahoma" panose="020B0604030504040204" pitchFamily="34" charset="0"/>
                <a:ea typeface="宋体" panose="02010600030101010101" pitchFamily="2" charset="-122"/>
              </a:rPr>
              <a:t>第三组</a:t>
            </a:r>
            <a:r>
              <a:rPr lang="zh-CN" altLang="en-US" sz="1800" b="0">
                <a:latin typeface="Tahoma" panose="020B0604030504040204" pitchFamily="34" charset="0"/>
                <a:ea typeface="宋体" panose="02010600030101010101" pitchFamily="2" charset="-122"/>
              </a:rPr>
              <a:t>    </a:t>
            </a:r>
          </a:p>
        </p:txBody>
      </p:sp>
      <p:sp>
        <p:nvSpPr>
          <p:cNvPr id="81943" name="Rectangle 27">
            <a:extLst>
              <a:ext uri="{FF2B5EF4-FFF2-40B4-BE49-F238E27FC236}">
                <a16:creationId xmlns:a16="http://schemas.microsoft.com/office/drawing/2014/main" id="{2D995B48-6FA3-99FE-EB35-C9C975223D25}"/>
              </a:ext>
            </a:extLst>
          </p:cNvPr>
          <p:cNvSpPr>
            <a:spLocks noChangeArrowheads="1"/>
          </p:cNvSpPr>
          <p:nvPr/>
        </p:nvSpPr>
        <p:spPr bwMode="auto">
          <a:xfrm>
            <a:off x="6011863" y="3429000"/>
            <a:ext cx="215900" cy="647700"/>
          </a:xfrm>
          <a:prstGeom prst="rect">
            <a:avLst/>
          </a:prstGeom>
          <a:solidFill>
            <a:srgbClr val="8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44" name="Rectangle 28">
            <a:extLst>
              <a:ext uri="{FF2B5EF4-FFF2-40B4-BE49-F238E27FC236}">
                <a16:creationId xmlns:a16="http://schemas.microsoft.com/office/drawing/2014/main" id="{41BC69C2-D345-AAE6-F5A2-AE882EDC4A2E}"/>
              </a:ext>
            </a:extLst>
          </p:cNvPr>
          <p:cNvSpPr>
            <a:spLocks noChangeArrowheads="1"/>
          </p:cNvSpPr>
          <p:nvPr/>
        </p:nvSpPr>
        <p:spPr bwMode="auto">
          <a:xfrm>
            <a:off x="6227763" y="3429000"/>
            <a:ext cx="1079500"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1800">
                <a:latin typeface="Tahoma" panose="020B0604030504040204" pitchFamily="34" charset="0"/>
                <a:ea typeface="宋体" panose="02010600030101010101" pitchFamily="2" charset="-122"/>
              </a:rPr>
              <a:t>第二组</a:t>
            </a:r>
            <a:r>
              <a:rPr lang="zh-CN" altLang="en-US" sz="1800" b="0">
                <a:latin typeface="Tahoma" panose="020B0604030504040204" pitchFamily="34" charset="0"/>
                <a:ea typeface="宋体" panose="02010600030101010101" pitchFamily="2" charset="-122"/>
              </a:rPr>
              <a:t>    </a:t>
            </a:r>
          </a:p>
        </p:txBody>
      </p:sp>
      <p:sp>
        <p:nvSpPr>
          <p:cNvPr id="81945" name="Rectangle 29">
            <a:extLst>
              <a:ext uri="{FF2B5EF4-FFF2-40B4-BE49-F238E27FC236}">
                <a16:creationId xmlns:a16="http://schemas.microsoft.com/office/drawing/2014/main" id="{2F31AAF8-0B07-6449-F79D-A1800742475B}"/>
              </a:ext>
            </a:extLst>
          </p:cNvPr>
          <p:cNvSpPr>
            <a:spLocks noChangeArrowheads="1"/>
          </p:cNvSpPr>
          <p:nvPr/>
        </p:nvSpPr>
        <p:spPr bwMode="auto">
          <a:xfrm>
            <a:off x="7091363" y="3429000"/>
            <a:ext cx="215900" cy="647700"/>
          </a:xfrm>
          <a:prstGeom prst="rect">
            <a:avLst/>
          </a:prstGeom>
          <a:solidFill>
            <a:srgbClr val="8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46" name="Rectangle 30">
            <a:extLst>
              <a:ext uri="{FF2B5EF4-FFF2-40B4-BE49-F238E27FC236}">
                <a16:creationId xmlns:a16="http://schemas.microsoft.com/office/drawing/2014/main" id="{B8635A7F-A322-52CF-3FD8-033252B10655}"/>
              </a:ext>
            </a:extLst>
          </p:cNvPr>
          <p:cNvSpPr>
            <a:spLocks noChangeArrowheads="1"/>
          </p:cNvSpPr>
          <p:nvPr/>
        </p:nvSpPr>
        <p:spPr bwMode="auto">
          <a:xfrm>
            <a:off x="7308850" y="3429000"/>
            <a:ext cx="1079500"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1800">
                <a:latin typeface="Tahoma" panose="020B0604030504040204" pitchFamily="34" charset="0"/>
                <a:ea typeface="宋体" panose="02010600030101010101" pitchFamily="2" charset="-122"/>
              </a:rPr>
              <a:t>   </a:t>
            </a:r>
            <a:r>
              <a:rPr lang="zh-CN" altLang="en-US" sz="1800">
                <a:latin typeface="Tahoma" panose="020B0604030504040204" pitchFamily="34" charset="0"/>
                <a:ea typeface="宋体" panose="02010600030101010101" pitchFamily="2" charset="-122"/>
              </a:rPr>
              <a:t>第一组  </a:t>
            </a:r>
            <a:r>
              <a:rPr lang="zh-CN" altLang="en-US" sz="1800" b="0">
                <a:latin typeface="Tahoma" panose="020B0604030504040204" pitchFamily="34" charset="0"/>
                <a:ea typeface="宋体" panose="02010600030101010101" pitchFamily="2" charset="-122"/>
              </a:rPr>
              <a:t> </a:t>
            </a:r>
          </a:p>
        </p:txBody>
      </p:sp>
      <p:sp>
        <p:nvSpPr>
          <p:cNvPr id="81947" name="Rectangle 31">
            <a:extLst>
              <a:ext uri="{FF2B5EF4-FFF2-40B4-BE49-F238E27FC236}">
                <a16:creationId xmlns:a16="http://schemas.microsoft.com/office/drawing/2014/main" id="{6AC318B4-CBC0-709D-A437-48B21BCB6F14}"/>
              </a:ext>
            </a:extLst>
          </p:cNvPr>
          <p:cNvSpPr>
            <a:spLocks noChangeArrowheads="1"/>
          </p:cNvSpPr>
          <p:nvPr/>
        </p:nvSpPr>
        <p:spPr bwMode="auto">
          <a:xfrm>
            <a:off x="3995738" y="3429000"/>
            <a:ext cx="1152525"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48" name="Line 32">
            <a:extLst>
              <a:ext uri="{FF2B5EF4-FFF2-40B4-BE49-F238E27FC236}">
                <a16:creationId xmlns:a16="http://schemas.microsoft.com/office/drawing/2014/main" id="{A7583C0D-38B9-F40F-2320-3416AFE26DD9}"/>
              </a:ext>
            </a:extLst>
          </p:cNvPr>
          <p:cNvSpPr>
            <a:spLocks noChangeShapeType="1"/>
          </p:cNvSpPr>
          <p:nvPr/>
        </p:nvSpPr>
        <p:spPr bwMode="auto">
          <a:xfrm>
            <a:off x="4284663" y="3789363"/>
            <a:ext cx="358775"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49" name="Line 33">
            <a:extLst>
              <a:ext uri="{FF2B5EF4-FFF2-40B4-BE49-F238E27FC236}">
                <a16:creationId xmlns:a16="http://schemas.microsoft.com/office/drawing/2014/main" id="{5DD8871A-A299-D5EF-A1A6-0CB2C58E878C}"/>
              </a:ext>
            </a:extLst>
          </p:cNvPr>
          <p:cNvSpPr>
            <a:spLocks noChangeShapeType="1"/>
          </p:cNvSpPr>
          <p:nvPr/>
        </p:nvSpPr>
        <p:spPr bwMode="auto">
          <a:xfrm>
            <a:off x="2628900" y="3429000"/>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0" name="Line 34">
            <a:extLst>
              <a:ext uri="{FF2B5EF4-FFF2-40B4-BE49-F238E27FC236}">
                <a16:creationId xmlns:a16="http://schemas.microsoft.com/office/drawing/2014/main" id="{8126AFA9-3066-1CBE-FD97-784A3ED5BAB7}"/>
              </a:ext>
            </a:extLst>
          </p:cNvPr>
          <p:cNvSpPr>
            <a:spLocks noChangeShapeType="1"/>
          </p:cNvSpPr>
          <p:nvPr/>
        </p:nvSpPr>
        <p:spPr bwMode="auto">
          <a:xfrm>
            <a:off x="2627313" y="4076700"/>
            <a:ext cx="2873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1" name="Line 35">
            <a:extLst>
              <a:ext uri="{FF2B5EF4-FFF2-40B4-BE49-F238E27FC236}">
                <a16:creationId xmlns:a16="http://schemas.microsoft.com/office/drawing/2014/main" id="{DDCF408C-1EB7-8CE2-69CD-8F887F258F43}"/>
              </a:ext>
            </a:extLst>
          </p:cNvPr>
          <p:cNvSpPr>
            <a:spLocks noChangeShapeType="1"/>
          </p:cNvSpPr>
          <p:nvPr/>
        </p:nvSpPr>
        <p:spPr bwMode="auto">
          <a:xfrm>
            <a:off x="8388350" y="3429000"/>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2" name="Line 36">
            <a:extLst>
              <a:ext uri="{FF2B5EF4-FFF2-40B4-BE49-F238E27FC236}">
                <a16:creationId xmlns:a16="http://schemas.microsoft.com/office/drawing/2014/main" id="{D552AEB6-4829-EF4E-0ED8-5E5AC7CBCC14}"/>
              </a:ext>
            </a:extLst>
          </p:cNvPr>
          <p:cNvSpPr>
            <a:spLocks noChangeShapeType="1"/>
          </p:cNvSpPr>
          <p:nvPr/>
        </p:nvSpPr>
        <p:spPr bwMode="auto">
          <a:xfrm>
            <a:off x="8388350" y="4076700"/>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3" name="Text Box 37">
            <a:extLst>
              <a:ext uri="{FF2B5EF4-FFF2-40B4-BE49-F238E27FC236}">
                <a16:creationId xmlns:a16="http://schemas.microsoft.com/office/drawing/2014/main" id="{15CA2412-58E4-95BA-66FA-55F3C9D7E17C}"/>
              </a:ext>
            </a:extLst>
          </p:cNvPr>
          <p:cNvSpPr txBox="1">
            <a:spLocks noChangeArrowheads="1"/>
          </p:cNvSpPr>
          <p:nvPr/>
        </p:nvSpPr>
        <p:spPr bwMode="auto">
          <a:xfrm>
            <a:off x="4643438" y="2781300"/>
            <a:ext cx="2017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文件存储设备</a:t>
            </a:r>
          </a:p>
        </p:txBody>
      </p:sp>
      <p:sp>
        <p:nvSpPr>
          <p:cNvPr id="81954" name="Text Box 38">
            <a:extLst>
              <a:ext uri="{FF2B5EF4-FFF2-40B4-BE49-F238E27FC236}">
                <a16:creationId xmlns:a16="http://schemas.microsoft.com/office/drawing/2014/main" id="{4C8FC602-B306-45DC-167E-A73AE981674B}"/>
              </a:ext>
            </a:extLst>
          </p:cNvPr>
          <p:cNvSpPr txBox="1">
            <a:spLocks noChangeArrowheads="1"/>
          </p:cNvSpPr>
          <p:nvPr/>
        </p:nvSpPr>
        <p:spPr bwMode="auto">
          <a:xfrm>
            <a:off x="6732588" y="2205038"/>
            <a:ext cx="20177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第一组各块号与总块数</a:t>
            </a:r>
          </a:p>
        </p:txBody>
      </p:sp>
      <p:sp>
        <p:nvSpPr>
          <p:cNvPr id="81955" name="Line 39">
            <a:extLst>
              <a:ext uri="{FF2B5EF4-FFF2-40B4-BE49-F238E27FC236}">
                <a16:creationId xmlns:a16="http://schemas.microsoft.com/office/drawing/2014/main" id="{09B6E5FA-F7F1-19F1-F2BD-2280161D06ED}"/>
              </a:ext>
            </a:extLst>
          </p:cNvPr>
          <p:cNvSpPr>
            <a:spLocks noChangeShapeType="1"/>
          </p:cNvSpPr>
          <p:nvPr/>
        </p:nvSpPr>
        <p:spPr bwMode="auto">
          <a:xfrm flipH="1">
            <a:off x="7164388" y="2997200"/>
            <a:ext cx="215900" cy="5032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6" name="Text Box 40">
            <a:extLst>
              <a:ext uri="{FF2B5EF4-FFF2-40B4-BE49-F238E27FC236}">
                <a16:creationId xmlns:a16="http://schemas.microsoft.com/office/drawing/2014/main" id="{6C302AA3-44EF-377C-2269-0B69BC2AE6F1}"/>
              </a:ext>
            </a:extLst>
          </p:cNvPr>
          <p:cNvSpPr txBox="1">
            <a:spLocks noChangeArrowheads="1"/>
          </p:cNvSpPr>
          <p:nvPr/>
        </p:nvSpPr>
        <p:spPr bwMode="auto">
          <a:xfrm>
            <a:off x="2916238" y="4508500"/>
            <a:ext cx="20177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倒数第二块各块号与总块数</a:t>
            </a:r>
          </a:p>
        </p:txBody>
      </p:sp>
      <p:sp>
        <p:nvSpPr>
          <p:cNvPr id="81957" name="Line 41">
            <a:extLst>
              <a:ext uri="{FF2B5EF4-FFF2-40B4-BE49-F238E27FC236}">
                <a16:creationId xmlns:a16="http://schemas.microsoft.com/office/drawing/2014/main" id="{54D8E9F1-74E1-5DF1-6AF8-F18843BD8E7F}"/>
              </a:ext>
            </a:extLst>
          </p:cNvPr>
          <p:cNvSpPr>
            <a:spLocks noChangeShapeType="1"/>
          </p:cNvSpPr>
          <p:nvPr/>
        </p:nvSpPr>
        <p:spPr bwMode="auto">
          <a:xfrm flipH="1" flipV="1">
            <a:off x="3851275" y="3860800"/>
            <a:ext cx="73025" cy="6477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8" name="AutoShape 42">
            <a:extLst>
              <a:ext uri="{FF2B5EF4-FFF2-40B4-BE49-F238E27FC236}">
                <a16:creationId xmlns:a16="http://schemas.microsoft.com/office/drawing/2014/main" id="{24DA478E-FCAD-1D2A-ED87-83A33B2D091F}"/>
              </a:ext>
            </a:extLst>
          </p:cNvPr>
          <p:cNvSpPr>
            <a:spLocks/>
          </p:cNvSpPr>
          <p:nvPr/>
        </p:nvSpPr>
        <p:spPr bwMode="auto">
          <a:xfrm rot="-5400000">
            <a:off x="5580063" y="3789362"/>
            <a:ext cx="215900" cy="936625"/>
          </a:xfrm>
          <a:prstGeom prst="leftBrace">
            <a:avLst>
              <a:gd name="adj1" fmla="val 361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59" name="Text Box 43">
            <a:extLst>
              <a:ext uri="{FF2B5EF4-FFF2-40B4-BE49-F238E27FC236}">
                <a16:creationId xmlns:a16="http://schemas.microsoft.com/office/drawing/2014/main" id="{658E4236-35DF-CF6F-E2B4-E366426DB16F}"/>
              </a:ext>
            </a:extLst>
          </p:cNvPr>
          <p:cNvSpPr txBox="1">
            <a:spLocks noChangeArrowheads="1"/>
          </p:cNvSpPr>
          <p:nvPr/>
        </p:nvSpPr>
        <p:spPr bwMode="auto">
          <a:xfrm>
            <a:off x="5219700" y="4365625"/>
            <a:ext cx="1008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50</a:t>
            </a:r>
            <a:r>
              <a:rPr lang="zh-CN" altLang="en-US" sz="2400" b="0">
                <a:latin typeface="Tahoma" panose="020B0604030504040204" pitchFamily="34" charset="0"/>
                <a:ea typeface="华文中宋" panose="02010600040101010101" pitchFamily="2" charset="-122"/>
              </a:rPr>
              <a:t>块</a:t>
            </a:r>
          </a:p>
        </p:txBody>
      </p:sp>
      <p:sp>
        <p:nvSpPr>
          <p:cNvPr id="81960" name="Text Box 44">
            <a:extLst>
              <a:ext uri="{FF2B5EF4-FFF2-40B4-BE49-F238E27FC236}">
                <a16:creationId xmlns:a16="http://schemas.microsoft.com/office/drawing/2014/main" id="{3949E983-8971-5122-E7DE-11205AE84C49}"/>
              </a:ext>
            </a:extLst>
          </p:cNvPr>
          <p:cNvSpPr txBox="1">
            <a:spLocks noChangeArrowheads="1"/>
          </p:cNvSpPr>
          <p:nvPr/>
        </p:nvSpPr>
        <p:spPr bwMode="auto">
          <a:xfrm>
            <a:off x="6227763" y="4411663"/>
            <a:ext cx="1008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50</a:t>
            </a:r>
            <a:r>
              <a:rPr lang="zh-CN" altLang="en-US" sz="2400" b="0">
                <a:latin typeface="Tahoma" panose="020B0604030504040204" pitchFamily="34" charset="0"/>
                <a:ea typeface="华文中宋" panose="02010600040101010101" pitchFamily="2" charset="-122"/>
              </a:rPr>
              <a:t>块</a:t>
            </a:r>
          </a:p>
        </p:txBody>
      </p:sp>
      <p:sp>
        <p:nvSpPr>
          <p:cNvPr id="81961" name="AutoShape 45">
            <a:extLst>
              <a:ext uri="{FF2B5EF4-FFF2-40B4-BE49-F238E27FC236}">
                <a16:creationId xmlns:a16="http://schemas.microsoft.com/office/drawing/2014/main" id="{2BB16F6F-18A5-C880-89BE-A9BC3BF28234}"/>
              </a:ext>
            </a:extLst>
          </p:cNvPr>
          <p:cNvSpPr>
            <a:spLocks/>
          </p:cNvSpPr>
          <p:nvPr/>
        </p:nvSpPr>
        <p:spPr bwMode="auto">
          <a:xfrm rot="-5400000">
            <a:off x="6588126" y="3789362"/>
            <a:ext cx="215900" cy="936625"/>
          </a:xfrm>
          <a:prstGeom prst="leftBrace">
            <a:avLst>
              <a:gd name="adj1" fmla="val 361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62" name="AutoShape 46">
            <a:extLst>
              <a:ext uri="{FF2B5EF4-FFF2-40B4-BE49-F238E27FC236}">
                <a16:creationId xmlns:a16="http://schemas.microsoft.com/office/drawing/2014/main" id="{BB982E43-C999-2847-1853-A1D251BAEBF6}"/>
              </a:ext>
            </a:extLst>
          </p:cNvPr>
          <p:cNvSpPr>
            <a:spLocks/>
          </p:cNvSpPr>
          <p:nvPr/>
        </p:nvSpPr>
        <p:spPr bwMode="auto">
          <a:xfrm rot="-5400000">
            <a:off x="7740651" y="3789362"/>
            <a:ext cx="215900" cy="936625"/>
          </a:xfrm>
          <a:prstGeom prst="leftBrace">
            <a:avLst>
              <a:gd name="adj1" fmla="val 361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81963" name="Text Box 47">
            <a:extLst>
              <a:ext uri="{FF2B5EF4-FFF2-40B4-BE49-F238E27FC236}">
                <a16:creationId xmlns:a16="http://schemas.microsoft.com/office/drawing/2014/main" id="{6D7C2877-2680-FE57-E142-CA5AA992F5CB}"/>
              </a:ext>
            </a:extLst>
          </p:cNvPr>
          <p:cNvSpPr txBox="1">
            <a:spLocks noChangeArrowheads="1"/>
          </p:cNvSpPr>
          <p:nvPr/>
        </p:nvSpPr>
        <p:spPr bwMode="auto">
          <a:xfrm>
            <a:off x="7380288" y="4365625"/>
            <a:ext cx="1008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49</a:t>
            </a:r>
            <a:r>
              <a:rPr lang="zh-CN" altLang="en-US" sz="2400" b="0">
                <a:latin typeface="Tahoma" panose="020B0604030504040204" pitchFamily="34" charset="0"/>
                <a:ea typeface="华文中宋" panose="02010600040101010101" pitchFamily="2" charset="-122"/>
              </a:rPr>
              <a:t>块</a:t>
            </a:r>
          </a:p>
        </p:txBody>
      </p:sp>
      <p:sp>
        <p:nvSpPr>
          <p:cNvPr id="81964" name="Text Box 48">
            <a:extLst>
              <a:ext uri="{FF2B5EF4-FFF2-40B4-BE49-F238E27FC236}">
                <a16:creationId xmlns:a16="http://schemas.microsoft.com/office/drawing/2014/main" id="{8E230456-4103-90EC-EC87-62047F744879}"/>
              </a:ext>
            </a:extLst>
          </p:cNvPr>
          <p:cNvSpPr txBox="1">
            <a:spLocks noChangeArrowheads="1"/>
          </p:cNvSpPr>
          <p:nvPr/>
        </p:nvSpPr>
        <p:spPr bwMode="auto">
          <a:xfrm>
            <a:off x="5940425" y="5084763"/>
            <a:ext cx="20177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第二组各块号与总块数</a:t>
            </a:r>
          </a:p>
        </p:txBody>
      </p:sp>
      <p:sp>
        <p:nvSpPr>
          <p:cNvPr id="81965" name="Line 49">
            <a:extLst>
              <a:ext uri="{FF2B5EF4-FFF2-40B4-BE49-F238E27FC236}">
                <a16:creationId xmlns:a16="http://schemas.microsoft.com/office/drawing/2014/main" id="{1352E77E-1681-9236-0B4F-C7A2FD7B8812}"/>
              </a:ext>
            </a:extLst>
          </p:cNvPr>
          <p:cNvSpPr>
            <a:spLocks noChangeShapeType="1"/>
          </p:cNvSpPr>
          <p:nvPr/>
        </p:nvSpPr>
        <p:spPr bwMode="auto">
          <a:xfrm flipH="1" flipV="1">
            <a:off x="6156325" y="4005263"/>
            <a:ext cx="215900" cy="10080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4C3C8185-C72D-E447-EF4C-A1B704898697}"/>
              </a:ext>
            </a:extLst>
          </p:cNvPr>
          <p:cNvSpPr>
            <a:spLocks noGrp="1"/>
          </p:cNvSpPr>
          <p:nvPr>
            <p:ph type="dt" sz="quarter" idx="10"/>
          </p:nvPr>
        </p:nvSpPr>
        <p:spPr/>
        <p:txBody>
          <a:bodyPr/>
          <a:lstStyle/>
          <a:p>
            <a:pPr>
              <a:defRPr/>
            </a:pPr>
            <a:r>
              <a:rPr lang="zh-CN" altLang="zh-CN"/>
              <a:t>2009-4-7</a:t>
            </a:r>
          </a:p>
        </p:txBody>
      </p:sp>
      <p:sp>
        <p:nvSpPr>
          <p:cNvPr id="6" name="灯片编号占位符 5">
            <a:extLst>
              <a:ext uri="{FF2B5EF4-FFF2-40B4-BE49-F238E27FC236}">
                <a16:creationId xmlns:a16="http://schemas.microsoft.com/office/drawing/2014/main" id="{7F73E2A9-0AD4-E4F6-AD8C-6E3A21E369F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6516BB8-CECA-8C41-8EE4-DBA93CAB1D61}" type="slidenum">
              <a:rPr lang="en-US" altLang="zh-CN">
                <a:latin typeface="Arial" panose="020B0604020202020204" pitchFamily="34" charset="0"/>
              </a:rPr>
              <a:pPr/>
              <a:t>78</a:t>
            </a:fld>
            <a:endParaRPr lang="en-US" altLang="zh-CN">
              <a:latin typeface="Arial" panose="020B0604020202020204" pitchFamily="34" charset="0"/>
            </a:endParaRPr>
          </a:p>
        </p:txBody>
      </p:sp>
      <p:sp>
        <p:nvSpPr>
          <p:cNvPr id="517122" name="Rectangle 2">
            <a:extLst>
              <a:ext uri="{FF2B5EF4-FFF2-40B4-BE49-F238E27FC236}">
                <a16:creationId xmlns:a16="http://schemas.microsoft.com/office/drawing/2014/main" id="{9BE7393F-4B37-5E84-2727-B3CD4163491B}"/>
              </a:ext>
            </a:extLst>
          </p:cNvPr>
          <p:cNvSpPr>
            <a:spLocks noGrp="1" noRot="1" noChangeArrowheads="1"/>
          </p:cNvSpPr>
          <p:nvPr>
            <p:ph type="title"/>
          </p:nvPr>
        </p:nvSpPr>
        <p:spPr>
          <a:xfrm>
            <a:off x="1476375" y="73025"/>
            <a:ext cx="7056438" cy="687388"/>
          </a:xfrm>
        </p:spPr>
        <p:txBody>
          <a:bodyPr/>
          <a:lstStyle/>
          <a:p>
            <a:pPr eaLnBrk="1" hangingPunct="1"/>
            <a:r>
              <a:rPr lang="en-US" altLang="zh-CN"/>
              <a:t>UNIX</a:t>
            </a:r>
            <a:r>
              <a:rPr lang="zh-CN" altLang="en-US"/>
              <a:t>系统的空闲块的管理</a:t>
            </a:r>
          </a:p>
        </p:txBody>
      </p:sp>
      <p:pic>
        <p:nvPicPr>
          <p:cNvPr id="82949" name="Picture 3" descr="10">
            <a:extLst>
              <a:ext uri="{FF2B5EF4-FFF2-40B4-BE49-F238E27FC236}">
                <a16:creationId xmlns:a16="http://schemas.microsoft.com/office/drawing/2014/main" id="{79CF89D4-5B4D-69EA-5C88-038B85ACE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196975"/>
            <a:ext cx="8534400"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sndAc>
      <p:stSnd>
        <p:snd r:embed="rId2" name="camera.wav"/>
      </p:stSnd>
    </p:sndAc>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BC4D306-F451-67DF-C1A3-4405A3F9FDD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88A190D-F6E6-2F46-B226-08561F50A042}" type="slidenum">
              <a:rPr lang="en-US" altLang="zh-CN">
                <a:latin typeface="Arial" panose="020B0604020202020204" pitchFamily="34" charset="0"/>
              </a:rPr>
              <a:pPr/>
              <a:t>79</a:t>
            </a:fld>
            <a:endParaRPr lang="en-US" altLang="zh-CN">
              <a:latin typeface="Arial" panose="020B0604020202020204" pitchFamily="34" charset="0"/>
            </a:endParaRPr>
          </a:p>
        </p:txBody>
      </p:sp>
      <p:sp>
        <p:nvSpPr>
          <p:cNvPr id="518146" name="Rectangle 2">
            <a:extLst>
              <a:ext uri="{FF2B5EF4-FFF2-40B4-BE49-F238E27FC236}">
                <a16:creationId xmlns:a16="http://schemas.microsoft.com/office/drawing/2014/main" id="{FF89D054-6E42-31C3-EEA6-3D70C79661C1}"/>
              </a:ext>
            </a:extLst>
          </p:cNvPr>
          <p:cNvSpPr>
            <a:spLocks noGrp="1" noRot="1" noChangeArrowheads="1"/>
          </p:cNvSpPr>
          <p:nvPr>
            <p:ph type="title"/>
          </p:nvPr>
        </p:nvSpPr>
        <p:spPr>
          <a:xfrm>
            <a:off x="1476375" y="292100"/>
            <a:ext cx="7416800" cy="1384300"/>
          </a:xfrm>
        </p:spPr>
        <p:txBody>
          <a:bodyPr/>
          <a:lstStyle/>
          <a:p>
            <a:pPr eaLnBrk="1" hangingPunct="1"/>
            <a:r>
              <a:rPr lang="zh-CN" altLang="en-US" sz="4000"/>
              <a:t>成组链法</a:t>
            </a:r>
            <a:r>
              <a:rPr lang="en-US" altLang="zh-CN" sz="4000"/>
              <a:t>—</a:t>
            </a:r>
            <a:r>
              <a:rPr lang="zh-CN" altLang="en-US" sz="4000"/>
              <a:t>空闲块的分配与释放</a:t>
            </a:r>
          </a:p>
        </p:txBody>
      </p:sp>
      <p:sp>
        <p:nvSpPr>
          <p:cNvPr id="518147" name="Rectangle 3">
            <a:extLst>
              <a:ext uri="{FF2B5EF4-FFF2-40B4-BE49-F238E27FC236}">
                <a16:creationId xmlns:a16="http://schemas.microsoft.com/office/drawing/2014/main" id="{81E64A2A-DF28-F1C6-6851-F0762F796567}"/>
              </a:ext>
            </a:extLst>
          </p:cNvPr>
          <p:cNvSpPr>
            <a:spLocks noGrp="1" noRot="1" noChangeArrowheads="1"/>
          </p:cNvSpPr>
          <p:nvPr>
            <p:ph type="body" idx="1"/>
          </p:nvPr>
        </p:nvSpPr>
        <p:spPr/>
        <p:txBody>
          <a:bodyPr/>
          <a:lstStyle/>
          <a:p>
            <a:pPr eaLnBrk="1" hangingPunct="1"/>
            <a:r>
              <a:rPr lang="zh-CN" altLang="en-US"/>
              <a:t>系统在初启时把文件资源表复制到内存，从而使文件资源表中放有最后一组空闲块块号与总块数的堆栈进入内存，并使得空闲块的分配与释放可以在内存进行。这就减少了每次分配和释放空间对</a:t>
            </a:r>
            <a:r>
              <a:rPr lang="en-US" altLang="zh-CN"/>
              <a:t>I/O</a:t>
            </a:r>
            <a:r>
              <a:rPr lang="zh-CN" altLang="en-US"/>
              <a:t>设备的压力。</a:t>
            </a:r>
          </a:p>
        </p:txBody>
      </p:sp>
    </p:spTree>
  </p:cSld>
  <p:clrMapOvr>
    <a:masterClrMapping/>
  </p:clrMapOvr>
  <p:transition spd="med">
    <p:random/>
    <p:sndAc>
      <p:stSnd>
        <p:snd r:embed="rId2" name="camera.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233D42E-E43A-6F9D-5457-15B2778EAB6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FA7A74E-3BE4-F044-B4E2-29DD9E174C71}" type="slidenum">
              <a:rPr lang="en-US" altLang="zh-CN">
                <a:latin typeface="Arial" panose="020B0604020202020204" pitchFamily="34" charset="0"/>
              </a:rPr>
              <a:pPr/>
              <a:t>80</a:t>
            </a:fld>
            <a:endParaRPr lang="en-US" altLang="zh-CN">
              <a:latin typeface="Arial" panose="020B0604020202020204" pitchFamily="34" charset="0"/>
            </a:endParaRPr>
          </a:p>
        </p:txBody>
      </p:sp>
      <p:sp>
        <p:nvSpPr>
          <p:cNvPr id="519170" name="Rectangle 2">
            <a:extLst>
              <a:ext uri="{FF2B5EF4-FFF2-40B4-BE49-F238E27FC236}">
                <a16:creationId xmlns:a16="http://schemas.microsoft.com/office/drawing/2014/main" id="{DA02D724-9097-C1CA-3190-E1361F8D4067}"/>
              </a:ext>
            </a:extLst>
          </p:cNvPr>
          <p:cNvSpPr>
            <a:spLocks noGrp="1" noRot="1" noChangeArrowheads="1"/>
          </p:cNvSpPr>
          <p:nvPr>
            <p:ph type="title"/>
          </p:nvPr>
        </p:nvSpPr>
        <p:spPr/>
        <p:txBody>
          <a:bodyPr/>
          <a:lstStyle/>
          <a:p>
            <a:pPr eaLnBrk="1" hangingPunct="1"/>
            <a:r>
              <a:rPr lang="zh-CN" altLang="en-US"/>
              <a:t>成组链法</a:t>
            </a:r>
            <a:r>
              <a:rPr lang="en-US" altLang="zh-CN"/>
              <a:t>—</a:t>
            </a:r>
            <a:r>
              <a:rPr lang="zh-CN" altLang="en-US"/>
              <a:t>空闲块的分配</a:t>
            </a:r>
          </a:p>
        </p:txBody>
      </p:sp>
      <p:sp>
        <p:nvSpPr>
          <p:cNvPr id="519171" name="Rectangle 3">
            <a:extLst>
              <a:ext uri="{FF2B5EF4-FFF2-40B4-BE49-F238E27FC236}">
                <a16:creationId xmlns:a16="http://schemas.microsoft.com/office/drawing/2014/main" id="{AD7CA3BE-4BE8-5141-084A-04DC6116B802}"/>
              </a:ext>
            </a:extLst>
          </p:cNvPr>
          <p:cNvSpPr>
            <a:spLocks noGrp="1" noRot="1" noChangeArrowheads="1"/>
          </p:cNvSpPr>
          <p:nvPr>
            <p:ph type="body" idx="1"/>
          </p:nvPr>
        </p:nvSpPr>
        <p:spPr>
          <a:xfrm>
            <a:off x="250825" y="1905000"/>
            <a:ext cx="8569325" cy="4476750"/>
          </a:xfrm>
        </p:spPr>
        <p:txBody>
          <a:bodyPr/>
          <a:lstStyle/>
          <a:p>
            <a:pPr eaLnBrk="1" hangingPunct="1"/>
            <a:r>
              <a:rPr lang="zh-CN" altLang="en-US"/>
              <a:t>用于空闲块分配与回收的的堆栈有栈指针</a:t>
            </a:r>
            <a:r>
              <a:rPr lang="en-US" altLang="zh-CN"/>
              <a:t>Ptr</a:t>
            </a:r>
            <a:r>
              <a:rPr lang="zh-CN" altLang="en-US"/>
              <a:t>，且</a:t>
            </a:r>
            <a:r>
              <a:rPr lang="en-US" altLang="zh-CN"/>
              <a:t>Ptr</a:t>
            </a:r>
            <a:r>
              <a:rPr lang="zh-CN" altLang="en-US"/>
              <a:t>的初值等于该组空闲块的总块数。</a:t>
            </a:r>
          </a:p>
          <a:p>
            <a:pPr eaLnBrk="1" hangingPunct="1"/>
            <a:r>
              <a:rPr lang="zh-CN" altLang="en-US"/>
              <a:t>分配空闲块时，按后进先出的原则将栈顶的空闲块分配给申请者， </a:t>
            </a:r>
            <a:r>
              <a:rPr lang="en-US" altLang="zh-CN"/>
              <a:t>Ptr</a:t>
            </a:r>
            <a:r>
              <a:rPr lang="zh-CN" altLang="en-US"/>
              <a:t>置</a:t>
            </a:r>
            <a:r>
              <a:rPr lang="en-US" altLang="zh-CN"/>
              <a:t>Ptr-1</a:t>
            </a:r>
            <a:r>
              <a:rPr lang="zh-CN" altLang="en-US"/>
              <a:t>。</a:t>
            </a:r>
          </a:p>
          <a:p>
            <a:pPr eaLnBrk="1" hangingPunct="1"/>
            <a:r>
              <a:rPr lang="zh-CN" altLang="en-US"/>
              <a:t>当堆栈中只剩下最后一个空闲块号时，将该块中存放的下一组的块号与总块数读入内存之后将该块分配给申请者。</a:t>
            </a:r>
          </a:p>
          <a:p>
            <a:pPr eaLnBrk="1" hangingPunct="1"/>
            <a:r>
              <a:rPr lang="zh-CN" altLang="en-US"/>
              <a:t>系统重置</a:t>
            </a:r>
            <a:r>
              <a:rPr lang="en-US" altLang="zh-CN"/>
              <a:t>Ptr</a:t>
            </a:r>
            <a:r>
              <a:rPr lang="zh-CN" altLang="en-US"/>
              <a:t>指针，继续分配空闲块。</a:t>
            </a:r>
          </a:p>
        </p:txBody>
      </p:sp>
    </p:spTree>
  </p:cSld>
  <p:clrMapOvr>
    <a:masterClrMapping/>
  </p:clrMapOvr>
  <p:transition spd="med">
    <p:random/>
    <p:sndAc>
      <p:stSnd>
        <p:snd r:embed="rId2" name="camera.wav"/>
      </p:stSnd>
    </p:sndAc>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2B46254-3575-5D44-D931-4782BB318F7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813D6A-30D3-674D-901E-9DA579A4BC98}" type="slidenum">
              <a:rPr lang="en-US" altLang="zh-CN">
                <a:latin typeface="Arial" panose="020B0604020202020204" pitchFamily="34" charset="0"/>
              </a:rPr>
              <a:pPr/>
              <a:t>81</a:t>
            </a:fld>
            <a:endParaRPr lang="en-US" altLang="zh-CN">
              <a:latin typeface="Arial" panose="020B0604020202020204" pitchFamily="34" charset="0"/>
            </a:endParaRPr>
          </a:p>
        </p:txBody>
      </p:sp>
      <p:sp>
        <p:nvSpPr>
          <p:cNvPr id="520194" name="Rectangle 2">
            <a:extLst>
              <a:ext uri="{FF2B5EF4-FFF2-40B4-BE49-F238E27FC236}">
                <a16:creationId xmlns:a16="http://schemas.microsoft.com/office/drawing/2014/main" id="{E9E30DA0-844E-32E1-40F1-A45E95163ADB}"/>
              </a:ext>
            </a:extLst>
          </p:cNvPr>
          <p:cNvSpPr>
            <a:spLocks noGrp="1" noRot="1" noChangeArrowheads="1"/>
          </p:cNvSpPr>
          <p:nvPr>
            <p:ph type="title"/>
          </p:nvPr>
        </p:nvSpPr>
        <p:spPr/>
        <p:txBody>
          <a:bodyPr/>
          <a:lstStyle/>
          <a:p>
            <a:pPr eaLnBrk="1" hangingPunct="1"/>
            <a:r>
              <a:rPr lang="zh-CN" altLang="en-US"/>
              <a:t>成组链法</a:t>
            </a:r>
            <a:r>
              <a:rPr lang="en-US" altLang="zh-CN"/>
              <a:t>—</a:t>
            </a:r>
            <a:r>
              <a:rPr lang="zh-CN" altLang="en-US"/>
              <a:t>空闲块的回收</a:t>
            </a:r>
          </a:p>
        </p:txBody>
      </p:sp>
      <p:sp>
        <p:nvSpPr>
          <p:cNvPr id="520195" name="Rectangle 3">
            <a:extLst>
              <a:ext uri="{FF2B5EF4-FFF2-40B4-BE49-F238E27FC236}">
                <a16:creationId xmlns:a16="http://schemas.microsoft.com/office/drawing/2014/main" id="{4D4424EA-2808-0E98-1EE6-449A19F582DE}"/>
              </a:ext>
            </a:extLst>
          </p:cNvPr>
          <p:cNvSpPr>
            <a:spLocks noGrp="1" noRot="1" noChangeArrowheads="1"/>
          </p:cNvSpPr>
          <p:nvPr>
            <p:ph type="body" idx="1"/>
          </p:nvPr>
        </p:nvSpPr>
        <p:spPr/>
        <p:txBody>
          <a:bodyPr/>
          <a:lstStyle/>
          <a:p>
            <a:pPr eaLnBrk="1" hangingPunct="1">
              <a:lnSpc>
                <a:spcPct val="90000"/>
              </a:lnSpc>
            </a:pPr>
            <a:r>
              <a:rPr lang="zh-CN" altLang="en-US"/>
              <a:t>成组链法的回收过程仍利用文件管理堆栈进行回收。在回收时，回收程序先做</a:t>
            </a:r>
            <a:r>
              <a:rPr lang="en-US" altLang="zh-CN"/>
              <a:t>Ptr</a:t>
            </a:r>
            <a:r>
              <a:rPr lang="zh-CN" altLang="en-US"/>
              <a:t>置</a:t>
            </a:r>
            <a:r>
              <a:rPr lang="en-US" altLang="zh-CN"/>
              <a:t>Ptr+1</a:t>
            </a:r>
            <a:r>
              <a:rPr lang="zh-CN" altLang="en-US"/>
              <a:t>。</a:t>
            </a:r>
          </a:p>
          <a:p>
            <a:pPr eaLnBrk="1" hangingPunct="1">
              <a:lnSpc>
                <a:spcPct val="90000"/>
              </a:lnSpc>
            </a:pPr>
            <a:r>
              <a:rPr lang="zh-CN" altLang="en-US"/>
              <a:t>把回收的物理块号放入当前指针</a:t>
            </a:r>
            <a:r>
              <a:rPr lang="en-US" altLang="zh-CN"/>
              <a:t>Ptr</a:t>
            </a:r>
            <a:r>
              <a:rPr lang="zh-CN" altLang="en-US"/>
              <a:t>所指的位置。如果</a:t>
            </a:r>
            <a:r>
              <a:rPr lang="en-US" altLang="zh-CN"/>
              <a:t>Ptr</a:t>
            </a:r>
            <a:r>
              <a:rPr lang="zh-CN" altLang="en-US"/>
              <a:t>等于</a:t>
            </a:r>
            <a:r>
              <a:rPr lang="en-US" altLang="zh-CN"/>
              <a:t>50</a:t>
            </a:r>
            <a:r>
              <a:rPr lang="zh-CN" altLang="en-US"/>
              <a:t>，则表示该组回收已经结束。</a:t>
            </a:r>
          </a:p>
          <a:p>
            <a:pPr eaLnBrk="1" hangingPunct="1">
              <a:lnSpc>
                <a:spcPct val="90000"/>
              </a:lnSpc>
            </a:pPr>
            <a:r>
              <a:rPr lang="en-US" altLang="zh-CN"/>
              <a:t>Ptr</a:t>
            </a:r>
            <a:r>
              <a:rPr lang="zh-CN" altLang="en-US"/>
              <a:t>重新置</a:t>
            </a:r>
            <a:r>
              <a:rPr lang="en-US" altLang="zh-CN"/>
              <a:t>1</a:t>
            </a:r>
            <a:r>
              <a:rPr lang="zh-CN" altLang="en-US"/>
              <a:t>，另起一个新组。</a:t>
            </a:r>
          </a:p>
          <a:p>
            <a:pPr eaLnBrk="1" hangingPunct="1">
              <a:lnSpc>
                <a:spcPct val="90000"/>
              </a:lnSpc>
            </a:pPr>
            <a:r>
              <a:rPr lang="zh-CN" altLang="en-US">
                <a:solidFill>
                  <a:schemeClr val="hlink"/>
                </a:solidFill>
              </a:rPr>
              <a:t>对空闲块的分配与回收必须互斥地进行。</a:t>
            </a:r>
          </a:p>
        </p:txBody>
      </p:sp>
    </p:spTree>
  </p:cSld>
  <p:clrMapOvr>
    <a:masterClrMapping/>
  </p:clrMapOvr>
  <p:transition spd="med">
    <p:random/>
    <p:sndAc>
      <p:stSnd>
        <p:snd r:embed="rId2" name="camera.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2D7E101-5530-95CB-9C7A-14BFDBCC33B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6FB748C-E1A8-DA41-8EF6-819880794F29}" type="slidenum">
              <a:rPr lang="en-US" altLang="zh-CN">
                <a:latin typeface="Arial" panose="020B0604020202020204" pitchFamily="34" charset="0"/>
              </a:rPr>
              <a:pPr/>
              <a:t>82</a:t>
            </a:fld>
            <a:endParaRPr lang="en-US" altLang="zh-CN">
              <a:latin typeface="Arial" panose="020B0604020202020204" pitchFamily="34" charset="0"/>
            </a:endParaRPr>
          </a:p>
        </p:txBody>
      </p:sp>
      <p:sp>
        <p:nvSpPr>
          <p:cNvPr id="521218" name="Rectangle 2">
            <a:extLst>
              <a:ext uri="{FF2B5EF4-FFF2-40B4-BE49-F238E27FC236}">
                <a16:creationId xmlns:a16="http://schemas.microsoft.com/office/drawing/2014/main" id="{B31C13EA-BAD4-755A-EAA7-0182CE210B52}"/>
              </a:ext>
            </a:extLst>
          </p:cNvPr>
          <p:cNvSpPr>
            <a:spLocks noGrp="1" noRot="1" noChangeArrowheads="1"/>
          </p:cNvSpPr>
          <p:nvPr>
            <p:ph type="title"/>
          </p:nvPr>
        </p:nvSpPr>
        <p:spPr/>
        <p:txBody>
          <a:bodyPr/>
          <a:lstStyle/>
          <a:p>
            <a:pPr eaLnBrk="1" hangingPunct="1"/>
            <a:r>
              <a:rPr lang="en-US" altLang="zh-CN"/>
              <a:t>3. </a:t>
            </a:r>
            <a:r>
              <a:rPr lang="zh-CN" altLang="en-US"/>
              <a:t>位示图</a:t>
            </a:r>
          </a:p>
        </p:txBody>
      </p:sp>
      <p:sp>
        <p:nvSpPr>
          <p:cNvPr id="521219" name="Rectangle 3">
            <a:extLst>
              <a:ext uri="{FF2B5EF4-FFF2-40B4-BE49-F238E27FC236}">
                <a16:creationId xmlns:a16="http://schemas.microsoft.com/office/drawing/2014/main" id="{65EC6EA3-20B6-54C0-1F4D-C3B4BE0D8FC3}"/>
              </a:ext>
            </a:extLst>
          </p:cNvPr>
          <p:cNvSpPr>
            <a:spLocks noGrp="1" noRot="1" noChangeArrowheads="1"/>
          </p:cNvSpPr>
          <p:nvPr>
            <p:ph type="body" idx="1"/>
          </p:nvPr>
        </p:nvSpPr>
        <p:spPr/>
        <p:txBody>
          <a:bodyPr/>
          <a:lstStyle/>
          <a:p>
            <a:pPr eaLnBrk="1" hangingPunct="1"/>
            <a:r>
              <a:rPr lang="zh-CN" altLang="en-US"/>
              <a:t>空闲文件目录和空闲块链法在分配和回收空闲块时，都需在文件存储设备上查找空闲文件目录或链接块号，这必须经过设备管理程序启动外设才能完成。</a:t>
            </a:r>
          </a:p>
        </p:txBody>
      </p:sp>
    </p:spTree>
  </p:cSld>
  <p:clrMapOvr>
    <a:masterClrMapping/>
  </p:clrMapOvr>
  <p:transition spd="med">
    <p:random/>
    <p:sndAc>
      <p:stSnd>
        <p:snd r:embed="rId2" name="camera.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FA59060-D221-9B4D-ECC7-BE73BCCB8B4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7309DAF-A196-1E4E-864B-594021E903FF}" type="slidenum">
              <a:rPr lang="en-US" altLang="zh-CN">
                <a:latin typeface="Arial" panose="020B0604020202020204" pitchFamily="34" charset="0"/>
              </a:rPr>
              <a:pPr/>
              <a:t>83</a:t>
            </a:fld>
            <a:endParaRPr lang="en-US" altLang="zh-CN">
              <a:latin typeface="Arial" panose="020B0604020202020204" pitchFamily="34" charset="0"/>
            </a:endParaRPr>
          </a:p>
        </p:txBody>
      </p:sp>
      <p:sp>
        <p:nvSpPr>
          <p:cNvPr id="522242" name="Rectangle 2">
            <a:extLst>
              <a:ext uri="{FF2B5EF4-FFF2-40B4-BE49-F238E27FC236}">
                <a16:creationId xmlns:a16="http://schemas.microsoft.com/office/drawing/2014/main" id="{13DD2C29-EE64-A4AF-4504-3AD0B1FFCDA2}"/>
              </a:ext>
            </a:extLst>
          </p:cNvPr>
          <p:cNvSpPr>
            <a:spLocks noGrp="1" noRot="1" noChangeArrowheads="1"/>
          </p:cNvSpPr>
          <p:nvPr>
            <p:ph type="title"/>
          </p:nvPr>
        </p:nvSpPr>
        <p:spPr/>
        <p:txBody>
          <a:bodyPr/>
          <a:lstStyle/>
          <a:p>
            <a:pPr eaLnBrk="1" hangingPunct="1"/>
            <a:r>
              <a:rPr lang="en-US" altLang="zh-CN"/>
              <a:t>3. </a:t>
            </a:r>
            <a:r>
              <a:rPr lang="zh-CN" altLang="en-US"/>
              <a:t>位示图</a:t>
            </a:r>
          </a:p>
        </p:txBody>
      </p:sp>
      <p:sp>
        <p:nvSpPr>
          <p:cNvPr id="522243" name="Rectangle 3">
            <a:extLst>
              <a:ext uri="{FF2B5EF4-FFF2-40B4-BE49-F238E27FC236}">
                <a16:creationId xmlns:a16="http://schemas.microsoft.com/office/drawing/2014/main" id="{15D0E610-1EC0-AF36-6987-F7C003A7B5E1}"/>
              </a:ext>
            </a:extLst>
          </p:cNvPr>
          <p:cNvSpPr>
            <a:spLocks noGrp="1" noRot="1" noChangeArrowheads="1"/>
          </p:cNvSpPr>
          <p:nvPr>
            <p:ph type="body" idx="1"/>
          </p:nvPr>
        </p:nvSpPr>
        <p:spPr/>
        <p:txBody>
          <a:bodyPr/>
          <a:lstStyle/>
          <a:p>
            <a:pPr eaLnBrk="1" hangingPunct="1">
              <a:lnSpc>
                <a:spcPct val="90000"/>
              </a:lnSpc>
            </a:pPr>
            <a:r>
              <a:rPr lang="zh-CN" altLang="en-US"/>
              <a:t>为了提高空闲块的分配与回收速度，可以采用位示图法：</a:t>
            </a:r>
          </a:p>
          <a:p>
            <a:pPr lvl="1" eaLnBrk="1" hangingPunct="1">
              <a:lnSpc>
                <a:spcPct val="90000"/>
              </a:lnSpc>
            </a:pPr>
            <a:r>
              <a:rPr lang="zh-CN" altLang="en-US"/>
              <a:t>系统首先从内存中划出若干个字节，为每个文件存储设备建立一张位示图，反映每个文件存储设备的使用情况。在位示图中，每个文件存储设备的物理块都对应一个比特位。如果该位为</a:t>
            </a:r>
            <a:r>
              <a:rPr lang="zh-CN" altLang="en-US">
                <a:latin typeface="华文中宋" panose="02010600040101010101" pitchFamily="2" charset="-122"/>
              </a:rPr>
              <a:t>“</a:t>
            </a:r>
            <a:r>
              <a:rPr lang="en-US" altLang="zh-CN"/>
              <a:t>0</a:t>
            </a:r>
            <a:r>
              <a:rPr lang="en-US" altLang="zh-CN">
                <a:latin typeface="华文中宋" panose="02010600040101010101" pitchFamily="2" charset="-122"/>
              </a:rPr>
              <a:t>”</a:t>
            </a:r>
            <a:r>
              <a:rPr lang="zh-CN" altLang="en-US"/>
              <a:t>，则表示所对应的存储块是空闲区，反之，如果该位为</a:t>
            </a:r>
            <a:r>
              <a:rPr lang="zh-CN" altLang="en-US">
                <a:latin typeface="华文中宋" panose="02010600040101010101" pitchFamily="2" charset="-122"/>
              </a:rPr>
              <a:t>“</a:t>
            </a:r>
            <a:r>
              <a:rPr lang="en-US" altLang="zh-CN"/>
              <a:t>1</a:t>
            </a:r>
            <a:r>
              <a:rPr lang="en-US" altLang="zh-CN">
                <a:latin typeface="华文中宋" panose="02010600040101010101" pitchFamily="2" charset="-122"/>
              </a:rPr>
              <a:t>”</a:t>
            </a:r>
            <a:r>
              <a:rPr lang="zh-CN" altLang="en-US"/>
              <a:t>，则表示所对应的块已分配出去。</a:t>
            </a:r>
          </a:p>
          <a:p>
            <a:pPr eaLnBrk="1" hangingPunct="1">
              <a:lnSpc>
                <a:spcPct val="90000"/>
              </a:lnSpc>
            </a:pPr>
            <a:endParaRPr lang="en-US" altLang="zh-CN"/>
          </a:p>
        </p:txBody>
      </p:sp>
    </p:spTree>
  </p:cSld>
  <p:clrMapOvr>
    <a:masterClrMapping/>
  </p:clrMapOvr>
  <p:transition spd="med">
    <p:random/>
    <p:sndAc>
      <p:stSnd>
        <p:snd r:embed="rId2" name="camera.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320FB0B-6AEF-96D6-BC17-C4FCCEC0C36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10DAF8C-7A37-A94B-9301-8CBC3E946AF0}" type="slidenum">
              <a:rPr lang="en-US" altLang="zh-CN">
                <a:latin typeface="Arial" panose="020B0604020202020204" pitchFamily="34" charset="0"/>
              </a:rPr>
              <a:pPr/>
              <a:t>84</a:t>
            </a:fld>
            <a:endParaRPr lang="en-US" altLang="zh-CN">
              <a:latin typeface="Arial" panose="020B0604020202020204" pitchFamily="34" charset="0"/>
            </a:endParaRPr>
          </a:p>
        </p:txBody>
      </p:sp>
      <p:sp>
        <p:nvSpPr>
          <p:cNvPr id="523266" name="Rectangle 2">
            <a:extLst>
              <a:ext uri="{FF2B5EF4-FFF2-40B4-BE49-F238E27FC236}">
                <a16:creationId xmlns:a16="http://schemas.microsoft.com/office/drawing/2014/main" id="{8B5D1507-F02F-DCFE-C76B-3C1F1DFDD038}"/>
              </a:ext>
            </a:extLst>
          </p:cNvPr>
          <p:cNvSpPr>
            <a:spLocks noGrp="1" noRot="1" noChangeArrowheads="1"/>
          </p:cNvSpPr>
          <p:nvPr>
            <p:ph type="title"/>
          </p:nvPr>
        </p:nvSpPr>
        <p:spPr/>
        <p:txBody>
          <a:bodyPr/>
          <a:lstStyle/>
          <a:p>
            <a:pPr eaLnBrk="1" hangingPunct="1"/>
            <a:r>
              <a:rPr lang="en-US" altLang="zh-CN"/>
              <a:t>3. </a:t>
            </a:r>
            <a:r>
              <a:rPr lang="zh-CN" altLang="en-US"/>
              <a:t>位示图法</a:t>
            </a:r>
            <a:r>
              <a:rPr lang="en-US" altLang="zh-CN"/>
              <a:t>—</a:t>
            </a:r>
            <a:r>
              <a:rPr lang="zh-CN" altLang="en-US"/>
              <a:t>分配与回收</a:t>
            </a:r>
          </a:p>
        </p:txBody>
      </p:sp>
      <p:sp>
        <p:nvSpPr>
          <p:cNvPr id="523267" name="Rectangle 3">
            <a:extLst>
              <a:ext uri="{FF2B5EF4-FFF2-40B4-BE49-F238E27FC236}">
                <a16:creationId xmlns:a16="http://schemas.microsoft.com/office/drawing/2014/main" id="{EA30908E-668A-3CE2-E8C3-3A4DED3E50FE}"/>
              </a:ext>
            </a:extLst>
          </p:cNvPr>
          <p:cNvSpPr>
            <a:spLocks noGrp="1" noRot="1" noChangeArrowheads="1"/>
          </p:cNvSpPr>
          <p:nvPr>
            <p:ph type="body" idx="1"/>
          </p:nvPr>
        </p:nvSpPr>
        <p:spPr/>
        <p:txBody>
          <a:bodyPr/>
          <a:lstStyle/>
          <a:p>
            <a:pPr eaLnBrk="1" hangingPunct="1"/>
            <a:r>
              <a:rPr lang="zh-CN" altLang="en-US"/>
              <a:t>利用位示图进行空闲块分配时，只需查找图中的</a:t>
            </a:r>
            <a:r>
              <a:rPr lang="zh-CN" altLang="en-US">
                <a:latin typeface="华文中宋" panose="02010600040101010101" pitchFamily="2" charset="-122"/>
              </a:rPr>
              <a:t>“</a:t>
            </a:r>
            <a:r>
              <a:rPr lang="en-US" altLang="zh-CN"/>
              <a:t>0</a:t>
            </a:r>
            <a:r>
              <a:rPr lang="en-US" altLang="zh-CN">
                <a:latin typeface="华文中宋" panose="02010600040101010101" pitchFamily="2" charset="-122"/>
              </a:rPr>
              <a:t>”</a:t>
            </a:r>
            <a:r>
              <a:rPr lang="zh-CN" altLang="en-US"/>
              <a:t>位，并将其置为</a:t>
            </a:r>
            <a:r>
              <a:rPr lang="zh-CN" altLang="en-US">
                <a:latin typeface="华文中宋" panose="02010600040101010101" pitchFamily="2" charset="-122"/>
              </a:rPr>
              <a:t>“</a:t>
            </a:r>
            <a:r>
              <a:rPr lang="en-US" altLang="zh-CN"/>
              <a:t>1</a:t>
            </a:r>
            <a:r>
              <a:rPr lang="en-US" altLang="zh-CN">
                <a:latin typeface="华文中宋" panose="02010600040101010101" pitchFamily="2" charset="-122"/>
              </a:rPr>
              <a:t>”</a:t>
            </a:r>
            <a:r>
              <a:rPr lang="zh-CN" altLang="en-US"/>
              <a:t>位。</a:t>
            </a:r>
          </a:p>
          <a:p>
            <a:pPr eaLnBrk="1" hangingPunct="1"/>
            <a:r>
              <a:rPr lang="zh-CN" altLang="en-US"/>
              <a:t>回收时，只需把相应的比特位置为</a:t>
            </a:r>
            <a:r>
              <a:rPr lang="zh-CN" altLang="en-US">
                <a:latin typeface="华文中宋" panose="02010600040101010101" pitchFamily="2" charset="-122"/>
              </a:rPr>
              <a:t>“</a:t>
            </a:r>
            <a:r>
              <a:rPr lang="en-US" altLang="zh-CN"/>
              <a:t>0</a:t>
            </a:r>
            <a:r>
              <a:rPr lang="en-US" altLang="zh-CN">
                <a:latin typeface="华文中宋" panose="02010600040101010101" pitchFamily="2" charset="-122"/>
              </a:rPr>
              <a:t>”</a:t>
            </a:r>
            <a:r>
              <a:rPr lang="zh-CN" altLang="en-US"/>
              <a:t>。</a:t>
            </a:r>
          </a:p>
        </p:txBody>
      </p:sp>
    </p:spTree>
  </p:cSld>
  <p:clrMapOvr>
    <a:masterClrMapping/>
  </p:clrMapOvr>
  <p:transition spd="med">
    <p:random/>
    <p:sndAc>
      <p:stSnd>
        <p:snd r:embed="rId2" name="camera.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40776-694C-C5C6-942F-F863CCE02A3D}"/>
              </a:ext>
            </a:extLst>
          </p:cNvPr>
          <p:cNvSpPr>
            <a:spLocks noGrp="1"/>
          </p:cNvSpPr>
          <p:nvPr>
            <p:ph type="title"/>
          </p:nvPr>
        </p:nvSpPr>
        <p:spPr/>
        <p:txBody>
          <a:bodyPr/>
          <a:lstStyle/>
          <a:p>
            <a:r>
              <a:rPr kumimoji="1" lang="zh-CN" altLang="en-US"/>
              <a:t>练习</a:t>
            </a:r>
            <a:endParaRPr kumimoji="1" lang="zh-CN" altLang="en-US" dirty="0"/>
          </a:p>
        </p:txBody>
      </p:sp>
      <p:sp>
        <p:nvSpPr>
          <p:cNvPr id="3" name="内容占位符 2">
            <a:extLst>
              <a:ext uri="{FF2B5EF4-FFF2-40B4-BE49-F238E27FC236}">
                <a16:creationId xmlns:a16="http://schemas.microsoft.com/office/drawing/2014/main" id="{174DF756-6133-1A96-3F98-7473AD293F9D}"/>
              </a:ext>
            </a:extLst>
          </p:cNvPr>
          <p:cNvSpPr>
            <a:spLocks noGrp="1"/>
          </p:cNvSpPr>
          <p:nvPr>
            <p:ph idx="1"/>
          </p:nvPr>
        </p:nvSpPr>
        <p:spPr>
          <a:xfrm>
            <a:off x="467544" y="1773238"/>
            <a:ext cx="8371656" cy="4325937"/>
          </a:xfrm>
        </p:spPr>
        <p:txBody>
          <a:bodyPr/>
          <a:lstStyle/>
          <a:p>
            <a:pPr marL="0" indent="0">
              <a:buNone/>
            </a:pPr>
            <a:r>
              <a:rPr kumimoji="1" lang="zh-CN" altLang="en-US" sz="2400" dirty="0"/>
              <a:t>有一计算机系统利用位示图来管理磁盘文件空间。假定该磁盘组共有</a:t>
            </a:r>
            <a:r>
              <a:rPr kumimoji="1" lang="en-US" altLang="zh-CN" sz="2400" dirty="0"/>
              <a:t>100</a:t>
            </a:r>
            <a:r>
              <a:rPr kumimoji="1" lang="zh-CN" altLang="en-US" sz="2400" dirty="0"/>
              <a:t>个柱面，每个柱面有</a:t>
            </a:r>
            <a:r>
              <a:rPr kumimoji="1" lang="en-US" altLang="zh-CN" sz="2400" dirty="0"/>
              <a:t>20</a:t>
            </a:r>
            <a:r>
              <a:rPr kumimoji="1" lang="zh-CN" altLang="en-US" sz="2400" dirty="0"/>
              <a:t>个磁道，每个磁道分成</a:t>
            </a:r>
            <a:r>
              <a:rPr kumimoji="1" lang="en-US" altLang="zh-CN" sz="2400" dirty="0"/>
              <a:t>8</a:t>
            </a:r>
            <a:r>
              <a:rPr kumimoji="1" lang="zh-CN" altLang="en-US" sz="2400" dirty="0"/>
              <a:t>个盘块 </a:t>
            </a:r>
            <a:r>
              <a:rPr kumimoji="1" lang="en-US" altLang="zh-CN" sz="2400" dirty="0"/>
              <a:t>(</a:t>
            </a:r>
            <a:r>
              <a:rPr kumimoji="1" lang="zh-CN" altLang="en-US" sz="2400" dirty="0"/>
              <a:t>扇区</a:t>
            </a:r>
            <a:r>
              <a:rPr kumimoji="1" lang="en-US" altLang="zh-CN" sz="2400" dirty="0"/>
              <a:t>)</a:t>
            </a:r>
            <a:r>
              <a:rPr kumimoji="1" lang="zh-CN" altLang="en-US" sz="2400" dirty="0"/>
              <a:t>，每个盘块</a:t>
            </a:r>
            <a:r>
              <a:rPr kumimoji="1" lang="en-US" altLang="zh-CN" sz="2400" dirty="0"/>
              <a:t>1</a:t>
            </a:r>
            <a:r>
              <a:rPr kumimoji="1" lang="en" altLang="zh-CN" sz="2400" dirty="0"/>
              <a:t>KB</a:t>
            </a:r>
            <a:r>
              <a:rPr kumimoji="1" lang="zh-CN" altLang="en" sz="2400" dirty="0"/>
              <a:t>，</a:t>
            </a:r>
            <a:r>
              <a:rPr kumimoji="1" lang="zh-CN" altLang="en-US" sz="2400" dirty="0"/>
              <a:t>位示图下图所示。</a:t>
            </a:r>
            <a:endParaRPr kumimoji="1" lang="en-US" altLang="zh-CN" sz="2400" dirty="0"/>
          </a:p>
          <a:p>
            <a:pPr marL="0" indent="0">
              <a:buNone/>
            </a:pPr>
            <a:endParaRPr kumimoji="1" lang="en-US" altLang="zh-CN" sz="2400" dirty="0"/>
          </a:p>
          <a:p>
            <a:pPr marL="0" indent="0">
              <a:buNone/>
            </a:pPr>
            <a:endParaRPr kumimoji="1" lang="en-US" altLang="zh-CN" sz="2400" dirty="0"/>
          </a:p>
          <a:p>
            <a:pPr marL="0" indent="0">
              <a:buNone/>
            </a:pPr>
            <a:endParaRPr kumimoji="1" lang="en-US" altLang="zh-CN" sz="2400" dirty="0"/>
          </a:p>
          <a:p>
            <a:pPr marL="0" indent="0">
              <a:buNone/>
            </a:pPr>
            <a:endParaRPr kumimoji="1" lang="en-US" altLang="zh-CN" sz="2400" dirty="0"/>
          </a:p>
          <a:p>
            <a:pPr marL="0" indent="0">
              <a:buNone/>
            </a:pPr>
            <a:endParaRPr kumimoji="1" lang="en-US" altLang="zh-CN" sz="2400" dirty="0"/>
          </a:p>
          <a:p>
            <a:pPr marL="0" indent="0">
              <a:buNone/>
            </a:pPr>
            <a:r>
              <a:rPr kumimoji="1" lang="zh-CN" altLang="en-US" sz="2400" dirty="0"/>
              <a:t>试给出位示图中 的位置</a:t>
            </a:r>
            <a:r>
              <a:rPr kumimoji="1" lang="en-US" altLang="zh-CN" sz="2400" dirty="0"/>
              <a:t>(</a:t>
            </a:r>
            <a:r>
              <a:rPr kumimoji="1" lang="en" altLang="zh-CN" sz="2400" dirty="0" err="1"/>
              <a:t>i</a:t>
            </a:r>
            <a:r>
              <a:rPr kumimoji="1" lang="zh-CN" altLang="en-US" sz="2400" dirty="0"/>
              <a:t>，</a:t>
            </a:r>
            <a:r>
              <a:rPr kumimoji="1" lang="en" altLang="zh-CN" sz="2400" dirty="0"/>
              <a:t>j)</a:t>
            </a:r>
            <a:r>
              <a:rPr kumimoji="1" lang="zh-CN" altLang="en-US" sz="2400" dirty="0"/>
              <a:t>与对应盘块 所在的物理位置</a:t>
            </a:r>
            <a:r>
              <a:rPr kumimoji="1" lang="en-US" altLang="zh-CN" sz="2400" dirty="0"/>
              <a:t>(</a:t>
            </a:r>
            <a:r>
              <a:rPr kumimoji="1" lang="zh-CN" altLang="en-US" sz="2400" dirty="0"/>
              <a:t>柱面号， 磁头号，扇区号</a:t>
            </a:r>
            <a:r>
              <a:rPr kumimoji="1" lang="en-US" altLang="zh-CN" sz="2400" dirty="0"/>
              <a:t>) </a:t>
            </a:r>
            <a:r>
              <a:rPr kumimoji="1" lang="zh-CN" altLang="en-US" sz="2400" dirty="0"/>
              <a:t>之间的计算公式。假定柱主面号，磁头号，扇区号都从</a:t>
            </a:r>
            <a:r>
              <a:rPr kumimoji="1" lang="en-US" altLang="zh-CN" sz="2400" dirty="0"/>
              <a:t>0</a:t>
            </a:r>
            <a:r>
              <a:rPr kumimoji="1" lang="zh-CN" altLang="en-US" sz="2400" dirty="0"/>
              <a:t>开始编号。</a:t>
            </a:r>
          </a:p>
        </p:txBody>
      </p:sp>
      <p:sp>
        <p:nvSpPr>
          <p:cNvPr id="5" name="灯片编号占位符 4">
            <a:extLst>
              <a:ext uri="{FF2B5EF4-FFF2-40B4-BE49-F238E27FC236}">
                <a16:creationId xmlns:a16="http://schemas.microsoft.com/office/drawing/2014/main" id="{D83FEB55-E424-1DAE-8305-D52930ECCDC7}"/>
              </a:ext>
            </a:extLst>
          </p:cNvPr>
          <p:cNvSpPr>
            <a:spLocks noGrp="1"/>
          </p:cNvSpPr>
          <p:nvPr>
            <p:ph type="sldNum" sz="quarter" idx="12"/>
          </p:nvPr>
        </p:nvSpPr>
        <p:spPr/>
        <p:txBody>
          <a:bodyPr/>
          <a:lstStyle/>
          <a:p>
            <a:fld id="{4E520306-E855-8443-8EBA-8C8946E7D384}" type="slidenum">
              <a:rPr lang="en-US" altLang="zh-CN" smtClean="0"/>
              <a:pPr/>
              <a:t>85</a:t>
            </a:fld>
            <a:endParaRPr lang="en-US" altLang="zh-CN"/>
          </a:p>
        </p:txBody>
      </p:sp>
      <p:pic>
        <p:nvPicPr>
          <p:cNvPr id="6" name="图片 5">
            <a:extLst>
              <a:ext uri="{FF2B5EF4-FFF2-40B4-BE49-F238E27FC236}">
                <a16:creationId xmlns:a16="http://schemas.microsoft.com/office/drawing/2014/main" id="{5253C514-49E3-8B0F-BCFE-D325B09C0072}"/>
              </a:ext>
            </a:extLst>
          </p:cNvPr>
          <p:cNvPicPr>
            <a:picLocks noChangeAspect="1"/>
          </p:cNvPicPr>
          <p:nvPr/>
        </p:nvPicPr>
        <p:blipFill>
          <a:blip r:embed="rId3"/>
          <a:stretch>
            <a:fillRect/>
          </a:stretch>
        </p:blipFill>
        <p:spPr>
          <a:xfrm>
            <a:off x="609600" y="3068960"/>
            <a:ext cx="7772400" cy="1875724"/>
          </a:xfrm>
          <a:prstGeom prst="rect">
            <a:avLst/>
          </a:prstGeom>
        </p:spPr>
      </p:pic>
    </p:spTree>
    <p:extLst>
      <p:ext uri="{BB962C8B-B14F-4D97-AF65-F5344CB8AC3E}">
        <p14:creationId xmlns:p14="http://schemas.microsoft.com/office/powerpoint/2010/main" val="4033524160"/>
      </p:ext>
    </p:extLst>
  </p:cSld>
  <p:clrMapOvr>
    <a:masterClrMapping/>
  </p:clrMapOvr>
  <p:transition spd="med">
    <p:random/>
    <p:sndAc>
      <p:stSnd>
        <p:snd r:embed="rId2" name="camera.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584A94F-AC13-9A9A-9A4D-18AFEFB5D07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8274B9D-1BA0-3840-AD3E-DB1310BE7FCA}" type="slidenum">
              <a:rPr lang="en-US" altLang="zh-CN">
                <a:latin typeface="Arial" panose="020B0604020202020204" pitchFamily="34" charset="0"/>
              </a:rPr>
              <a:pPr/>
              <a:t>86</a:t>
            </a:fld>
            <a:endParaRPr lang="en-US" altLang="zh-CN">
              <a:latin typeface="Arial" panose="020B0604020202020204" pitchFamily="34" charset="0"/>
            </a:endParaRPr>
          </a:p>
        </p:txBody>
      </p:sp>
      <p:sp>
        <p:nvSpPr>
          <p:cNvPr id="524290" name="Rectangle 2">
            <a:extLst>
              <a:ext uri="{FF2B5EF4-FFF2-40B4-BE49-F238E27FC236}">
                <a16:creationId xmlns:a16="http://schemas.microsoft.com/office/drawing/2014/main" id="{C07D973E-C506-94CB-E39C-833F5118AF98}"/>
              </a:ext>
            </a:extLst>
          </p:cNvPr>
          <p:cNvSpPr>
            <a:spLocks noGrp="1" noRot="1" noChangeArrowheads="1"/>
          </p:cNvSpPr>
          <p:nvPr>
            <p:ph type="title"/>
          </p:nvPr>
        </p:nvSpPr>
        <p:spPr/>
        <p:txBody>
          <a:bodyPr/>
          <a:lstStyle/>
          <a:p>
            <a:pPr eaLnBrk="1" hangingPunct="1"/>
            <a:r>
              <a:rPr lang="en-US" altLang="zh-CN" dirty="0"/>
              <a:t>5.5 </a:t>
            </a:r>
            <a:r>
              <a:rPr lang="zh-CN" altLang="en-US" dirty="0"/>
              <a:t>文件目录管理</a:t>
            </a:r>
          </a:p>
        </p:txBody>
      </p:sp>
      <p:sp>
        <p:nvSpPr>
          <p:cNvPr id="524291" name="Rectangle 3">
            <a:extLst>
              <a:ext uri="{FF2B5EF4-FFF2-40B4-BE49-F238E27FC236}">
                <a16:creationId xmlns:a16="http://schemas.microsoft.com/office/drawing/2014/main" id="{151EA1D4-886B-985C-E15D-4E8C074F83DE}"/>
              </a:ext>
            </a:extLst>
          </p:cNvPr>
          <p:cNvSpPr>
            <a:spLocks noGrp="1" noRot="1" noChangeArrowheads="1"/>
          </p:cNvSpPr>
          <p:nvPr>
            <p:ph type="body" idx="1"/>
          </p:nvPr>
        </p:nvSpPr>
        <p:spPr/>
        <p:txBody>
          <a:bodyPr/>
          <a:lstStyle/>
          <a:p>
            <a:pPr eaLnBrk="1" hangingPunct="1">
              <a:lnSpc>
                <a:spcPct val="80000"/>
              </a:lnSpc>
            </a:pPr>
            <a:r>
              <a:rPr lang="zh-CN" altLang="en-US" sz="2800"/>
              <a:t>为了有效地利用存储空间以及迅速准确地完成由文件名到文件物理块的转换，必须把文件名及其结构信息等按一定的组织结构排列，以方便文件的搜索。</a:t>
            </a:r>
          </a:p>
          <a:p>
            <a:pPr eaLnBrk="1" hangingPunct="1">
              <a:lnSpc>
                <a:spcPct val="80000"/>
              </a:lnSpc>
            </a:pPr>
            <a:r>
              <a:rPr lang="zh-CN" altLang="en-US" sz="2800"/>
              <a:t>把文件名和对该文件实施管理的控制信息称为该文件的</a:t>
            </a:r>
            <a:r>
              <a:rPr lang="zh-CN" altLang="en-US" sz="2800">
                <a:solidFill>
                  <a:schemeClr val="hlink"/>
                </a:solidFill>
              </a:rPr>
              <a:t>文件说明</a:t>
            </a:r>
            <a:r>
              <a:rPr lang="zh-CN" altLang="en-US" sz="2800"/>
              <a:t>，并把一个文件说明按一定的逻辑结构存放到物理存储块的一个表目中。</a:t>
            </a:r>
          </a:p>
          <a:p>
            <a:pPr eaLnBrk="1" hangingPunct="1">
              <a:lnSpc>
                <a:spcPct val="80000"/>
              </a:lnSpc>
            </a:pPr>
            <a:r>
              <a:rPr lang="zh-CN" altLang="en-US" sz="2800"/>
              <a:t>利用文件说明信息，可以完成对文件的创建、检索以及维护。</a:t>
            </a:r>
          </a:p>
          <a:p>
            <a:pPr eaLnBrk="1" hangingPunct="1">
              <a:lnSpc>
                <a:spcPct val="80000"/>
              </a:lnSpc>
            </a:pPr>
            <a:r>
              <a:rPr lang="zh-CN" altLang="en-US" sz="2800"/>
              <a:t>把一个文件的</a:t>
            </a:r>
            <a:r>
              <a:rPr lang="zh-CN" altLang="en-US" sz="2800">
                <a:solidFill>
                  <a:schemeClr val="hlink"/>
                </a:solidFill>
              </a:rPr>
              <a:t>文件说明信息</a:t>
            </a:r>
            <a:r>
              <a:rPr lang="zh-CN" altLang="en-US" sz="2800">
                <a:solidFill>
                  <a:schemeClr val="tx2"/>
                </a:solidFill>
              </a:rPr>
              <a:t>称为</a:t>
            </a:r>
            <a:r>
              <a:rPr lang="zh-CN" altLang="en-US" sz="2800">
                <a:solidFill>
                  <a:schemeClr val="hlink"/>
                </a:solidFill>
              </a:rPr>
              <a:t>该文件的目录</a:t>
            </a:r>
            <a:r>
              <a:rPr lang="zh-CN" altLang="en-US" sz="2800"/>
              <a:t>。对文件目录的管理就是对文件说明信息的管理。</a:t>
            </a:r>
          </a:p>
        </p:txBody>
      </p:sp>
    </p:spTree>
  </p:cSld>
  <p:clrMapOvr>
    <a:masterClrMapping/>
  </p:clrMapOvr>
  <p:transition spd="med">
    <p:random/>
    <p:sndAc>
      <p:stSnd>
        <p:snd r:embed="rId2" name="camera.wav"/>
      </p:stSnd>
    </p:sndAc>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6EDCC69-1C80-E2BC-9789-1213AB78610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9F01C04-B09D-CC48-813A-90DE6E5BF3EE}" type="slidenum">
              <a:rPr lang="en-US" altLang="zh-CN">
                <a:latin typeface="Arial" panose="020B0604020202020204" pitchFamily="34" charset="0"/>
              </a:rPr>
              <a:pPr/>
              <a:t>87</a:t>
            </a:fld>
            <a:endParaRPr lang="en-US" altLang="zh-CN">
              <a:latin typeface="Arial" panose="020B0604020202020204" pitchFamily="34" charset="0"/>
            </a:endParaRPr>
          </a:p>
        </p:txBody>
      </p:sp>
      <p:sp>
        <p:nvSpPr>
          <p:cNvPr id="525314" name="Rectangle 2">
            <a:extLst>
              <a:ext uri="{FF2B5EF4-FFF2-40B4-BE49-F238E27FC236}">
                <a16:creationId xmlns:a16="http://schemas.microsoft.com/office/drawing/2014/main" id="{9581B654-C627-45BA-0090-0B10AE93A807}"/>
              </a:ext>
            </a:extLst>
          </p:cNvPr>
          <p:cNvSpPr>
            <a:spLocks noGrp="1" noRot="1" noChangeArrowheads="1"/>
          </p:cNvSpPr>
          <p:nvPr>
            <p:ph type="title"/>
          </p:nvPr>
        </p:nvSpPr>
        <p:spPr/>
        <p:txBody>
          <a:bodyPr/>
          <a:lstStyle/>
          <a:p>
            <a:pPr eaLnBrk="1" hangingPunct="1"/>
            <a:r>
              <a:rPr lang="en-US" altLang="zh-CN" dirty="0"/>
              <a:t>5.5 </a:t>
            </a:r>
            <a:r>
              <a:rPr lang="zh-CN" altLang="en-US" dirty="0"/>
              <a:t>文件目录管理</a:t>
            </a:r>
          </a:p>
        </p:txBody>
      </p:sp>
      <p:sp>
        <p:nvSpPr>
          <p:cNvPr id="525315" name="Rectangle 3">
            <a:extLst>
              <a:ext uri="{FF2B5EF4-FFF2-40B4-BE49-F238E27FC236}">
                <a16:creationId xmlns:a16="http://schemas.microsoft.com/office/drawing/2014/main" id="{133EF3E4-1434-1B99-823B-4286B903BE78}"/>
              </a:ext>
            </a:extLst>
          </p:cNvPr>
          <p:cNvSpPr>
            <a:spLocks noGrp="1" noRot="1" noChangeArrowheads="1"/>
          </p:cNvSpPr>
          <p:nvPr>
            <p:ph type="body" idx="1"/>
          </p:nvPr>
        </p:nvSpPr>
        <p:spPr/>
        <p:txBody>
          <a:bodyPr/>
          <a:lstStyle/>
          <a:p>
            <a:pPr eaLnBrk="1" hangingPunct="1"/>
            <a:r>
              <a:rPr lang="zh-CN" altLang="en-US"/>
              <a:t>文件目录的管理包括：</a:t>
            </a:r>
          </a:p>
          <a:p>
            <a:pPr lvl="1" eaLnBrk="1" hangingPunct="1"/>
            <a:r>
              <a:rPr lang="zh-CN" altLang="en-US"/>
              <a:t>存储空间的有效利用</a:t>
            </a:r>
          </a:p>
          <a:p>
            <a:pPr lvl="1" eaLnBrk="1" hangingPunct="1"/>
            <a:r>
              <a:rPr lang="zh-CN" altLang="en-US"/>
              <a:t>快速搜索</a:t>
            </a:r>
          </a:p>
          <a:p>
            <a:pPr lvl="1" eaLnBrk="1" hangingPunct="1"/>
            <a:r>
              <a:rPr lang="zh-CN" altLang="en-US"/>
              <a:t>文件命名冲突</a:t>
            </a:r>
          </a:p>
          <a:p>
            <a:pPr lvl="1" eaLnBrk="1" hangingPunct="1"/>
            <a:r>
              <a:rPr lang="zh-CN" altLang="en-US"/>
              <a:t>文件共享</a:t>
            </a:r>
          </a:p>
        </p:txBody>
      </p:sp>
    </p:spTree>
  </p:cSld>
  <p:clrMapOvr>
    <a:masterClrMapping/>
  </p:clrMapOvr>
  <p:transition spd="med">
    <p:random/>
    <p:sndAc>
      <p:stSnd>
        <p:snd r:embed="rId2" name="camera.wav"/>
      </p:stSnd>
    </p:sndAc>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D088C4E-26F5-6E3D-C905-7BC0B3847A2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659B9D7-39DB-EA4D-AF8E-6E0D18416F18}" type="slidenum">
              <a:rPr lang="en-US" altLang="zh-CN">
                <a:latin typeface="Arial" panose="020B0604020202020204" pitchFamily="34" charset="0"/>
              </a:rPr>
              <a:pPr/>
              <a:t>88</a:t>
            </a:fld>
            <a:endParaRPr lang="en-US" altLang="zh-CN">
              <a:latin typeface="Arial" panose="020B0604020202020204" pitchFamily="34" charset="0"/>
            </a:endParaRPr>
          </a:p>
        </p:txBody>
      </p:sp>
      <p:sp>
        <p:nvSpPr>
          <p:cNvPr id="526338" name="Rectangle 2">
            <a:extLst>
              <a:ext uri="{FF2B5EF4-FFF2-40B4-BE49-F238E27FC236}">
                <a16:creationId xmlns:a16="http://schemas.microsoft.com/office/drawing/2014/main" id="{2850C124-019C-8998-1893-1D93A83C4E02}"/>
              </a:ext>
            </a:extLst>
          </p:cNvPr>
          <p:cNvSpPr>
            <a:spLocks noGrp="1" noRot="1" noChangeArrowheads="1"/>
          </p:cNvSpPr>
          <p:nvPr>
            <p:ph type="title"/>
          </p:nvPr>
        </p:nvSpPr>
        <p:spPr>
          <a:xfrm>
            <a:off x="1476375" y="73025"/>
            <a:ext cx="7056438" cy="568325"/>
          </a:xfrm>
        </p:spPr>
        <p:txBody>
          <a:bodyPr/>
          <a:lstStyle/>
          <a:p>
            <a:pPr eaLnBrk="1" hangingPunct="1"/>
            <a:r>
              <a:rPr lang="en-US" altLang="zh-CN" sz="4000" dirty="0"/>
              <a:t>5.5.1 </a:t>
            </a:r>
            <a:r>
              <a:rPr lang="zh-CN" altLang="en-US" sz="4000" dirty="0"/>
              <a:t>文件的组成</a:t>
            </a:r>
          </a:p>
        </p:txBody>
      </p:sp>
      <p:sp>
        <p:nvSpPr>
          <p:cNvPr id="526339" name="Rectangle 3">
            <a:extLst>
              <a:ext uri="{FF2B5EF4-FFF2-40B4-BE49-F238E27FC236}">
                <a16:creationId xmlns:a16="http://schemas.microsoft.com/office/drawing/2014/main" id="{73AC87D2-7443-E728-65B2-0AFC790886C3}"/>
              </a:ext>
            </a:extLst>
          </p:cNvPr>
          <p:cNvSpPr>
            <a:spLocks noGrp="1" noRot="1" noChangeArrowheads="1"/>
          </p:cNvSpPr>
          <p:nvPr>
            <p:ph type="body" idx="1"/>
          </p:nvPr>
        </p:nvSpPr>
        <p:spPr>
          <a:xfrm>
            <a:off x="611188" y="1341438"/>
            <a:ext cx="8229600" cy="4692650"/>
          </a:xfrm>
        </p:spPr>
        <p:txBody>
          <a:bodyPr/>
          <a:lstStyle/>
          <a:p>
            <a:pPr eaLnBrk="1" hangingPunct="1">
              <a:lnSpc>
                <a:spcPct val="90000"/>
              </a:lnSpc>
            </a:pPr>
            <a:r>
              <a:rPr lang="zh-CN" altLang="en-US" sz="2800"/>
              <a:t>从文件管理的角度看，一个文件包括：</a:t>
            </a:r>
            <a:r>
              <a:rPr lang="zh-CN" altLang="en-US" sz="2800">
                <a:solidFill>
                  <a:schemeClr val="hlink"/>
                </a:solidFill>
              </a:rPr>
              <a:t>文件说明</a:t>
            </a:r>
            <a:r>
              <a:rPr lang="zh-CN" altLang="en-US" sz="2800"/>
              <a:t>和</a:t>
            </a:r>
            <a:r>
              <a:rPr lang="zh-CN" altLang="en-US" sz="2800">
                <a:solidFill>
                  <a:schemeClr val="hlink"/>
                </a:solidFill>
              </a:rPr>
              <a:t>文件体</a:t>
            </a:r>
            <a:r>
              <a:rPr lang="zh-CN" altLang="en-US" sz="2800"/>
              <a:t>。</a:t>
            </a:r>
          </a:p>
          <a:p>
            <a:pPr eaLnBrk="1" hangingPunct="1">
              <a:lnSpc>
                <a:spcPct val="90000"/>
              </a:lnSpc>
            </a:pPr>
            <a:r>
              <a:rPr lang="zh-CN" altLang="en-US" sz="2800">
                <a:solidFill>
                  <a:schemeClr val="hlink"/>
                </a:solidFill>
              </a:rPr>
              <a:t>文件体指文件本身的信息</a:t>
            </a:r>
          </a:p>
          <a:p>
            <a:pPr eaLnBrk="1" hangingPunct="1">
              <a:lnSpc>
                <a:spcPct val="90000"/>
              </a:lnSpc>
            </a:pPr>
            <a:r>
              <a:rPr lang="zh-CN" altLang="en-US" sz="2800"/>
              <a:t>文件说明（也叫文件控制块</a:t>
            </a:r>
            <a:r>
              <a:rPr lang="en-US" altLang="zh-CN" sz="2800"/>
              <a:t>FCB</a:t>
            </a:r>
            <a:r>
              <a:rPr lang="zh-CN" altLang="en-US" sz="2800"/>
              <a:t>），至少包括文件名、与文件名相对应的文件内部标识以及文件信息在存储设备上第一个物理块的地址。</a:t>
            </a:r>
          </a:p>
          <a:p>
            <a:pPr eaLnBrk="1" hangingPunct="1">
              <a:lnSpc>
                <a:spcPct val="90000"/>
              </a:lnSpc>
            </a:pPr>
            <a:r>
              <a:rPr lang="zh-CN" altLang="en-US" sz="2800"/>
              <a:t>根据系统要求不同，文件说明还包括</a:t>
            </a:r>
            <a:r>
              <a:rPr lang="zh-CN" altLang="en-US" sz="2800">
                <a:solidFill>
                  <a:schemeClr val="hlink"/>
                </a:solidFill>
              </a:rPr>
              <a:t>文件逻辑结构</a:t>
            </a:r>
            <a:r>
              <a:rPr lang="zh-CN" altLang="en-US" sz="2800"/>
              <a:t>、</a:t>
            </a:r>
            <a:r>
              <a:rPr lang="zh-CN" altLang="en-US" sz="2800">
                <a:solidFill>
                  <a:schemeClr val="hlink"/>
                </a:solidFill>
              </a:rPr>
              <a:t>物理结构</a:t>
            </a:r>
            <a:r>
              <a:rPr lang="zh-CN" altLang="en-US" sz="2800"/>
              <a:t>、</a:t>
            </a:r>
            <a:r>
              <a:rPr lang="zh-CN" altLang="en-US" sz="2800">
                <a:solidFill>
                  <a:schemeClr val="hlink"/>
                </a:solidFill>
              </a:rPr>
              <a:t>存取控制</a:t>
            </a:r>
            <a:r>
              <a:rPr lang="zh-CN" altLang="en-US" sz="2800"/>
              <a:t>和</a:t>
            </a:r>
            <a:r>
              <a:rPr lang="zh-CN" altLang="en-US" sz="2800">
                <a:solidFill>
                  <a:schemeClr val="hlink"/>
                </a:solidFill>
              </a:rPr>
              <a:t>管理信息</a:t>
            </a:r>
            <a:r>
              <a:rPr lang="zh-CN" altLang="en-US" sz="2800"/>
              <a:t>（访问时间、记帐信息等）。</a:t>
            </a:r>
          </a:p>
          <a:p>
            <a:pPr eaLnBrk="1" hangingPunct="1">
              <a:lnSpc>
                <a:spcPct val="90000"/>
              </a:lnSpc>
            </a:pPr>
            <a:r>
              <a:rPr lang="zh-CN" altLang="en-US" sz="2800"/>
              <a:t>文件说明组成</a:t>
            </a:r>
            <a:r>
              <a:rPr lang="zh-CN" altLang="en-US" sz="2800">
                <a:solidFill>
                  <a:schemeClr val="hlink"/>
                </a:solidFill>
              </a:rPr>
              <a:t>目录文件</a:t>
            </a:r>
            <a:r>
              <a:rPr lang="zh-CN" altLang="en-US" sz="2800"/>
              <a:t>。文件系统利用目录文件完成按名存取和对文件信息的共享与保护。</a:t>
            </a:r>
          </a:p>
        </p:txBody>
      </p:sp>
    </p:spTree>
  </p:cSld>
  <p:clrMapOvr>
    <a:masterClrMapping/>
  </p:clrMapOvr>
  <p:transition spd="med">
    <p:random/>
    <p:sndAc>
      <p:stSnd>
        <p:snd r:embed="rId2" name="camera.wav"/>
      </p:stSnd>
    </p:sndAc>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4DC3882-B84F-8044-9085-35A4BB4DCE0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847D808-DA33-FD40-9107-92E8F7035E1F}" type="slidenum">
              <a:rPr lang="en-US" altLang="zh-CN">
                <a:latin typeface="Arial" panose="020B0604020202020204" pitchFamily="34" charset="0"/>
              </a:rPr>
              <a:pPr/>
              <a:t>89</a:t>
            </a:fld>
            <a:endParaRPr lang="en-US" altLang="zh-CN">
              <a:latin typeface="Arial" panose="020B0604020202020204" pitchFamily="34" charset="0"/>
            </a:endParaRPr>
          </a:p>
        </p:txBody>
      </p:sp>
      <p:sp>
        <p:nvSpPr>
          <p:cNvPr id="527362" name="Rectangle 2">
            <a:extLst>
              <a:ext uri="{FF2B5EF4-FFF2-40B4-BE49-F238E27FC236}">
                <a16:creationId xmlns:a16="http://schemas.microsoft.com/office/drawing/2014/main" id="{74898638-F98B-622B-A1BC-9E287EEF49C9}"/>
              </a:ext>
            </a:extLst>
          </p:cNvPr>
          <p:cNvSpPr>
            <a:spLocks noGrp="1" noRot="1" noChangeArrowheads="1"/>
          </p:cNvSpPr>
          <p:nvPr>
            <p:ph type="title"/>
          </p:nvPr>
        </p:nvSpPr>
        <p:spPr>
          <a:xfrm>
            <a:off x="1476375" y="73025"/>
            <a:ext cx="7056438" cy="628650"/>
          </a:xfrm>
        </p:spPr>
        <p:txBody>
          <a:bodyPr/>
          <a:lstStyle/>
          <a:p>
            <a:pPr eaLnBrk="1" hangingPunct="1"/>
            <a:r>
              <a:rPr lang="en-US" altLang="zh-CN" sz="4000" dirty="0"/>
              <a:t>5.5.2 </a:t>
            </a:r>
            <a:r>
              <a:rPr lang="zh-CN" altLang="en-US" sz="4000" dirty="0"/>
              <a:t>文件目录</a:t>
            </a:r>
          </a:p>
        </p:txBody>
      </p:sp>
      <p:sp>
        <p:nvSpPr>
          <p:cNvPr id="527363" name="Rectangle 3">
            <a:extLst>
              <a:ext uri="{FF2B5EF4-FFF2-40B4-BE49-F238E27FC236}">
                <a16:creationId xmlns:a16="http://schemas.microsoft.com/office/drawing/2014/main" id="{4AE46845-9144-EA07-A7A1-AE08D964A24F}"/>
              </a:ext>
            </a:extLst>
          </p:cNvPr>
          <p:cNvSpPr>
            <a:spLocks noGrp="1" noRot="1" noChangeArrowheads="1"/>
          </p:cNvSpPr>
          <p:nvPr>
            <p:ph type="body" idx="1"/>
          </p:nvPr>
        </p:nvSpPr>
        <p:spPr>
          <a:xfrm>
            <a:off x="250825" y="1125538"/>
            <a:ext cx="8748713" cy="5256212"/>
          </a:xfrm>
          <a:solidFill>
            <a:schemeClr val="bg1"/>
          </a:solidFill>
        </p:spPr>
        <p:txBody>
          <a:bodyPr/>
          <a:lstStyle/>
          <a:p>
            <a:pPr algn="just">
              <a:buClrTx/>
              <a:buFontTx/>
              <a:buNone/>
            </a:pPr>
            <a:r>
              <a:rPr lang="zh-CN" altLang="en-US" sz="2400">
                <a:effectLst/>
                <a:latin typeface="华文中宋" panose="02010600040101010101" pitchFamily="2" charset="-122"/>
                <a:ea typeface="华文中宋" panose="02010600040101010101" pitchFamily="2" charset="-122"/>
              </a:rPr>
              <a:t>文件目录项：</a:t>
            </a:r>
          </a:p>
          <a:p>
            <a:pPr algn="just">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1.</a:t>
            </a:r>
            <a:r>
              <a:rPr lang="zh-CN" altLang="en-US" sz="2400">
                <a:solidFill>
                  <a:schemeClr val="hlink"/>
                </a:solidFill>
                <a:effectLst/>
                <a:latin typeface="华文中宋" panose="02010600040101010101" pitchFamily="2" charset="-122"/>
                <a:ea typeface="华文中宋" panose="02010600040101010101" pitchFamily="2" charset="-122"/>
              </a:rPr>
              <a:t>文件名</a:t>
            </a:r>
          </a:p>
          <a:p>
            <a:pPr algn="just">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2.</a:t>
            </a:r>
            <a:r>
              <a:rPr lang="zh-CN" altLang="en-US" sz="2400">
                <a:solidFill>
                  <a:schemeClr val="hlink"/>
                </a:solidFill>
                <a:effectLst/>
                <a:latin typeface="华文中宋" panose="02010600040101010101" pitchFamily="2" charset="-122"/>
                <a:ea typeface="华文中宋" panose="02010600040101010101" pitchFamily="2" charset="-122"/>
              </a:rPr>
              <a:t>文件的大小</a:t>
            </a:r>
            <a:r>
              <a:rPr lang="zh-CN" altLang="en-US" sz="2400">
                <a:effectLst/>
                <a:latin typeface="华文中宋" panose="02010600040101010101" pitchFamily="2" charset="-122"/>
                <a:ea typeface="华文中宋" panose="02010600040101010101" pitchFamily="2" charset="-122"/>
              </a:rPr>
              <a:t>，单位：字节</a:t>
            </a:r>
          </a:p>
          <a:p>
            <a:pPr algn="just">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3.</a:t>
            </a:r>
            <a:r>
              <a:rPr lang="zh-CN" altLang="en-US" sz="2400">
                <a:solidFill>
                  <a:schemeClr val="hlink"/>
                </a:solidFill>
                <a:effectLst/>
                <a:latin typeface="华文中宋" panose="02010600040101010101" pitchFamily="2" charset="-122"/>
                <a:ea typeface="华文中宋" panose="02010600040101010101" pitchFamily="2" charset="-122"/>
              </a:rPr>
              <a:t>文件在物理存储介质中的位置</a:t>
            </a:r>
            <a:r>
              <a:rPr lang="zh-CN" altLang="en-US" sz="2400">
                <a:effectLst/>
                <a:latin typeface="华文中宋" panose="02010600040101010101" pitchFamily="2" charset="-122"/>
                <a:ea typeface="华文中宋" panose="02010600040101010101" pitchFamily="2" charset="-122"/>
              </a:rPr>
              <a:t>。取决于文件的物理结构 。 </a:t>
            </a:r>
          </a:p>
          <a:p>
            <a:pPr algn="just">
              <a:buClrTx/>
              <a:buFontTx/>
              <a:buNone/>
            </a:pPr>
            <a:r>
              <a:rPr lang="zh-CN" altLang="en-US" sz="2400">
                <a:effectLst/>
                <a:latin typeface="华文中宋" panose="02010600040101010101" pitchFamily="2" charset="-122"/>
                <a:ea typeface="华文中宋" panose="02010600040101010101" pitchFamily="2" charset="-122"/>
              </a:rPr>
              <a:t>对于连续文件：文件起始块号（即文件的第一个物理块块号）；</a:t>
            </a:r>
          </a:p>
          <a:p>
            <a:pPr algn="just">
              <a:buClrTx/>
              <a:buFontTx/>
              <a:buNone/>
            </a:pPr>
            <a:r>
              <a:rPr lang="zh-CN" altLang="en-US" sz="2400">
                <a:effectLst/>
                <a:latin typeface="华文中宋" panose="02010600040101010101" pitchFamily="2" charset="-122"/>
                <a:ea typeface="华文中宋" panose="02010600040101010101" pitchFamily="2" charset="-122"/>
              </a:rPr>
              <a:t>对于串联文件：指向第一个物理块的指针；</a:t>
            </a:r>
          </a:p>
          <a:p>
            <a:pPr algn="just">
              <a:buClrTx/>
              <a:buFontTx/>
              <a:buNone/>
            </a:pPr>
            <a:r>
              <a:rPr lang="zh-CN" altLang="en-US" sz="2400">
                <a:effectLst/>
                <a:latin typeface="华文中宋" panose="02010600040101010101" pitchFamily="2" charset="-122"/>
                <a:ea typeface="华文中宋" panose="02010600040101010101" pitchFamily="2" charset="-122"/>
              </a:rPr>
              <a:t>对于索引文件：索引表。</a:t>
            </a:r>
          </a:p>
          <a:p>
            <a:pPr>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4.</a:t>
            </a:r>
            <a:r>
              <a:rPr lang="zh-CN" altLang="en-US" sz="2400">
                <a:solidFill>
                  <a:schemeClr val="hlink"/>
                </a:solidFill>
                <a:effectLst/>
                <a:latin typeface="华文中宋" panose="02010600040101010101" pitchFamily="2" charset="-122"/>
                <a:ea typeface="华文中宋" panose="02010600040101010101" pitchFamily="2" charset="-122"/>
              </a:rPr>
              <a:t>存取控制信息</a:t>
            </a:r>
          </a:p>
          <a:p>
            <a:pPr>
              <a:buClrTx/>
              <a:buFontTx/>
              <a:buNone/>
            </a:pPr>
            <a:r>
              <a:rPr lang="zh-CN" altLang="en-US" sz="2400">
                <a:effectLst/>
                <a:latin typeface="华文中宋" panose="02010600040101010101" pitchFamily="2" charset="-122"/>
                <a:ea typeface="华文中宋" panose="02010600040101010101" pitchFamily="2" charset="-122"/>
              </a:rPr>
              <a:t>文件主和其它用户对该文件的访问权限。</a:t>
            </a:r>
          </a:p>
          <a:p>
            <a:pPr>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5.</a:t>
            </a:r>
            <a:r>
              <a:rPr lang="zh-CN" altLang="en-US" sz="2400">
                <a:solidFill>
                  <a:schemeClr val="hlink"/>
                </a:solidFill>
                <a:effectLst/>
                <a:latin typeface="华文中宋" panose="02010600040101010101" pitchFamily="2" charset="-122"/>
                <a:ea typeface="华文中宋" panose="02010600040101010101" pitchFamily="2" charset="-122"/>
              </a:rPr>
              <a:t>管理信息</a:t>
            </a:r>
          </a:p>
          <a:p>
            <a:pPr>
              <a:buClrTx/>
              <a:buFontTx/>
              <a:buNone/>
            </a:pPr>
            <a:r>
              <a:rPr lang="zh-CN" altLang="en-US" sz="2400">
                <a:effectLst/>
                <a:latin typeface="华文中宋" panose="02010600040101010101" pitchFamily="2" charset="-122"/>
                <a:ea typeface="华文中宋" panose="02010600040101010101" pitchFamily="2" charset="-122"/>
              </a:rPr>
              <a:t>包含文件创建的日期和时间，最近修改该文件的日期和时间等。</a:t>
            </a:r>
          </a:p>
          <a:p>
            <a:pPr>
              <a:buClrTx/>
              <a:buFontTx/>
              <a:buNone/>
            </a:pPr>
            <a:r>
              <a:rPr lang="en-US" altLang="zh-CN" sz="2400">
                <a:solidFill>
                  <a:schemeClr val="hlink"/>
                </a:solidFill>
                <a:effectLst/>
                <a:latin typeface="华文中宋" panose="02010600040101010101" pitchFamily="2" charset="-122"/>
                <a:ea typeface="华文中宋" panose="02010600040101010101" pitchFamily="2" charset="-122"/>
              </a:rPr>
              <a:t>6.</a:t>
            </a:r>
            <a:r>
              <a:rPr lang="zh-CN" altLang="en-US" sz="2400">
                <a:solidFill>
                  <a:schemeClr val="hlink"/>
                </a:solidFill>
                <a:effectLst/>
                <a:latin typeface="华文中宋" panose="02010600040101010101" pitchFamily="2" charset="-122"/>
                <a:ea typeface="华文中宋" panose="02010600040101010101" pitchFamily="2" charset="-122"/>
              </a:rPr>
              <a:t>文件的类型</a:t>
            </a:r>
            <a:endParaRPr lang="zh-CN" altLang="en-US" sz="2400">
              <a:solidFill>
                <a:schemeClr val="hlink"/>
              </a:solidFill>
              <a:latin typeface="华文中宋" panose="02010600040101010101" pitchFamily="2" charset="-122"/>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EFF399D-8465-029D-DDAD-543D37E82DC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DBC8F6B-BC40-DD46-B5D8-2D325C74E66F}" type="slidenum">
              <a:rPr lang="en-US" altLang="zh-CN">
                <a:latin typeface="Arial" panose="020B0604020202020204" pitchFamily="34" charset="0"/>
              </a:rPr>
              <a:pPr/>
              <a:t>90</a:t>
            </a:fld>
            <a:endParaRPr lang="en-US" altLang="zh-CN">
              <a:latin typeface="Arial" panose="020B0604020202020204" pitchFamily="34" charset="0"/>
            </a:endParaRPr>
          </a:p>
        </p:txBody>
      </p:sp>
      <p:sp>
        <p:nvSpPr>
          <p:cNvPr id="528386" name="Rectangle 2">
            <a:extLst>
              <a:ext uri="{FF2B5EF4-FFF2-40B4-BE49-F238E27FC236}">
                <a16:creationId xmlns:a16="http://schemas.microsoft.com/office/drawing/2014/main" id="{B644C3D9-27A2-0314-656C-B5134F397215}"/>
              </a:ext>
            </a:extLst>
          </p:cNvPr>
          <p:cNvSpPr>
            <a:spLocks noGrp="1" noRot="1" noChangeArrowheads="1"/>
          </p:cNvSpPr>
          <p:nvPr>
            <p:ph type="title"/>
          </p:nvPr>
        </p:nvSpPr>
        <p:spPr/>
        <p:txBody>
          <a:bodyPr/>
          <a:lstStyle/>
          <a:p>
            <a:pPr eaLnBrk="1" hangingPunct="1"/>
            <a:r>
              <a:rPr lang="en-US" altLang="zh-CN" dirty="0"/>
              <a:t>5.5.2 </a:t>
            </a:r>
            <a:r>
              <a:rPr lang="zh-CN" altLang="en-US" dirty="0"/>
              <a:t>文件目录</a:t>
            </a:r>
          </a:p>
        </p:txBody>
      </p:sp>
      <p:sp>
        <p:nvSpPr>
          <p:cNvPr id="528387" name="Rectangle 3">
            <a:extLst>
              <a:ext uri="{FF2B5EF4-FFF2-40B4-BE49-F238E27FC236}">
                <a16:creationId xmlns:a16="http://schemas.microsoft.com/office/drawing/2014/main" id="{EB41BA62-8E46-926D-BBC5-4963EAADB16B}"/>
              </a:ext>
            </a:extLst>
          </p:cNvPr>
          <p:cNvSpPr>
            <a:spLocks noGrp="1" noRot="1" noChangeArrowheads="1"/>
          </p:cNvSpPr>
          <p:nvPr>
            <p:ph type="body" idx="1"/>
          </p:nvPr>
        </p:nvSpPr>
        <p:spPr/>
        <p:txBody>
          <a:bodyPr/>
          <a:lstStyle/>
          <a:p>
            <a:pPr eaLnBrk="1" hangingPunct="1"/>
            <a:r>
              <a:rPr lang="zh-CN" altLang="en-US"/>
              <a:t>文件目录可分为：</a:t>
            </a:r>
          </a:p>
          <a:p>
            <a:pPr lvl="1" eaLnBrk="1" hangingPunct="1"/>
            <a:r>
              <a:rPr lang="zh-CN" altLang="en-US"/>
              <a:t>单级目录</a:t>
            </a:r>
          </a:p>
          <a:p>
            <a:pPr lvl="1" eaLnBrk="1" hangingPunct="1"/>
            <a:r>
              <a:rPr lang="zh-CN" altLang="en-US"/>
              <a:t>二级目录</a:t>
            </a:r>
          </a:p>
          <a:p>
            <a:pPr lvl="1" eaLnBrk="1" hangingPunct="1"/>
            <a:r>
              <a:rPr lang="zh-CN" altLang="en-US"/>
              <a:t>多级目录</a:t>
            </a:r>
          </a:p>
          <a:p>
            <a:pPr eaLnBrk="1" hangingPunct="1"/>
            <a:endParaRPr lang="en-US" altLang="zh-CN"/>
          </a:p>
        </p:txBody>
      </p:sp>
    </p:spTree>
  </p:cSld>
  <p:clrMapOvr>
    <a:masterClrMapping/>
  </p:clrMapOvr>
  <p:transition spd="med">
    <p:random/>
    <p:sndAc>
      <p:stSnd>
        <p:snd r:embed="rId2" name="camera.wav"/>
      </p:stSnd>
    </p:sndAc>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CDA914C-CC98-4D2A-1E51-81B1E4BBCF2C}"/>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3223FB7-87DF-4441-B14A-787E24DB525C}" type="slidenum">
              <a:rPr lang="en-US" altLang="zh-CN">
                <a:latin typeface="Arial" panose="020B0604020202020204" pitchFamily="34" charset="0"/>
              </a:rPr>
              <a:pPr/>
              <a:t>91</a:t>
            </a:fld>
            <a:endParaRPr lang="en-US" altLang="zh-CN">
              <a:latin typeface="Arial" panose="020B0604020202020204" pitchFamily="34" charset="0"/>
            </a:endParaRPr>
          </a:p>
        </p:txBody>
      </p:sp>
      <p:sp>
        <p:nvSpPr>
          <p:cNvPr id="529410" name="Rectangle 2">
            <a:extLst>
              <a:ext uri="{FF2B5EF4-FFF2-40B4-BE49-F238E27FC236}">
                <a16:creationId xmlns:a16="http://schemas.microsoft.com/office/drawing/2014/main" id="{A7A67752-A159-BC87-E2FE-A91D68AEB61C}"/>
              </a:ext>
            </a:extLst>
          </p:cNvPr>
          <p:cNvSpPr>
            <a:spLocks noGrp="1" noRot="1" noChangeArrowheads="1"/>
          </p:cNvSpPr>
          <p:nvPr>
            <p:ph type="title"/>
          </p:nvPr>
        </p:nvSpPr>
        <p:spPr/>
        <p:txBody>
          <a:bodyPr/>
          <a:lstStyle/>
          <a:p>
            <a:pPr eaLnBrk="1" hangingPunct="1"/>
            <a:r>
              <a:rPr lang="en-US" altLang="zh-CN"/>
              <a:t>1.</a:t>
            </a:r>
            <a:r>
              <a:rPr lang="zh-CN" altLang="en-US"/>
              <a:t>单级文件目录</a:t>
            </a:r>
          </a:p>
        </p:txBody>
      </p:sp>
      <p:sp>
        <p:nvSpPr>
          <p:cNvPr id="529411" name="Rectangle 3">
            <a:extLst>
              <a:ext uri="{FF2B5EF4-FFF2-40B4-BE49-F238E27FC236}">
                <a16:creationId xmlns:a16="http://schemas.microsoft.com/office/drawing/2014/main" id="{DFE06087-3DBA-A4BB-91B8-9238C2C18B33}"/>
              </a:ext>
            </a:extLst>
          </p:cNvPr>
          <p:cNvSpPr>
            <a:spLocks noGrp="1" noRot="1" noChangeArrowheads="1"/>
          </p:cNvSpPr>
          <p:nvPr>
            <p:ph type="body" idx="1"/>
          </p:nvPr>
        </p:nvSpPr>
        <p:spPr>
          <a:xfrm>
            <a:off x="250825" y="1905000"/>
            <a:ext cx="8893175" cy="4114800"/>
          </a:xfrm>
        </p:spPr>
        <p:txBody>
          <a:bodyPr/>
          <a:lstStyle/>
          <a:p>
            <a:pPr eaLnBrk="1" hangingPunct="1">
              <a:lnSpc>
                <a:spcPct val="80000"/>
              </a:lnSpc>
            </a:pPr>
            <a:r>
              <a:rPr lang="zh-CN" altLang="en-US" sz="2800">
                <a:latin typeface="华文中宋" panose="02010600040101010101" pitchFamily="2" charset="-122"/>
                <a:ea typeface="华文中宋" panose="02010600040101010101" pitchFamily="2" charset="-122"/>
              </a:rPr>
              <a:t>最简单的文件目录结构是在系统中建立一张</a:t>
            </a:r>
            <a:r>
              <a:rPr lang="zh-CN" altLang="en-US" sz="2800">
                <a:solidFill>
                  <a:schemeClr val="hlink"/>
                </a:solidFill>
                <a:latin typeface="华文中宋" panose="02010600040101010101" pitchFamily="2" charset="-122"/>
                <a:ea typeface="华文中宋" panose="02010600040101010101" pitchFamily="2" charset="-122"/>
              </a:rPr>
              <a:t>线性表</a:t>
            </a:r>
            <a:r>
              <a:rPr lang="zh-CN" altLang="en-US" sz="2800">
                <a:latin typeface="华文中宋" panose="02010600040101010101" pitchFamily="2" charset="-122"/>
                <a:ea typeface="华文中宋" panose="02010600040101010101" pitchFamily="2" charset="-122"/>
              </a:rPr>
              <a:t>，每个文件占一表目，由文件名和文件的说明和管理信息组成。这样的表称为单级文件目录</a:t>
            </a:r>
            <a:r>
              <a:rPr lang="en-US" altLang="zh-CN" sz="2800">
                <a:latin typeface="华文中宋" panose="02010600040101010101" pitchFamily="2" charset="-122"/>
                <a:ea typeface="华文中宋" panose="02010600040101010101" pitchFamily="2" charset="-122"/>
              </a:rPr>
              <a:t>.</a:t>
            </a:r>
          </a:p>
          <a:p>
            <a:pPr eaLnBrk="1" hangingPunct="1">
              <a:lnSpc>
                <a:spcPct val="80000"/>
              </a:lnSpc>
            </a:pPr>
            <a:r>
              <a:rPr lang="zh-CN" altLang="en-US" sz="2800">
                <a:solidFill>
                  <a:srgbClr val="990099"/>
                </a:solidFill>
                <a:latin typeface="华文中宋" panose="02010600040101010101" pitchFamily="2" charset="-122"/>
                <a:ea typeface="华文中宋" panose="02010600040101010101" pitchFamily="2" charset="-122"/>
              </a:rPr>
              <a:t>优点：</a:t>
            </a:r>
            <a:r>
              <a:rPr lang="zh-CN" altLang="en-US" sz="2800">
                <a:latin typeface="华文中宋" panose="02010600040101010101" pitchFamily="2" charset="-122"/>
                <a:ea typeface="华文中宋" panose="02010600040101010101" pitchFamily="2" charset="-122"/>
              </a:rPr>
              <a:t>单级文件目录的主要功能是实现“按名存取”</a:t>
            </a:r>
            <a:r>
              <a:rPr lang="en-US" altLang="zh-CN" sz="2800">
                <a:latin typeface="华文中宋" panose="02010600040101010101" pitchFamily="2" charset="-122"/>
                <a:ea typeface="华文中宋" panose="02010600040101010101" pitchFamily="2" charset="-122"/>
              </a:rPr>
              <a:t>,   </a:t>
            </a:r>
            <a:r>
              <a:rPr lang="zh-CN" altLang="en-US" sz="2800">
                <a:latin typeface="华文中宋" panose="02010600040101010101" pitchFamily="2" charset="-122"/>
                <a:ea typeface="华文中宋" panose="02010600040101010101" pitchFamily="2" charset="-122"/>
              </a:rPr>
              <a:t>并且实现容易。</a:t>
            </a:r>
          </a:p>
          <a:p>
            <a:pPr eaLnBrk="1" hangingPunct="1">
              <a:lnSpc>
                <a:spcPct val="80000"/>
              </a:lnSpc>
            </a:pPr>
            <a:r>
              <a:rPr lang="zh-CN" altLang="en-US" sz="2800">
                <a:solidFill>
                  <a:schemeClr val="hlink"/>
                </a:solidFill>
                <a:latin typeface="华文中宋" panose="02010600040101010101" pitchFamily="2" charset="-122"/>
                <a:ea typeface="华文中宋" panose="02010600040101010101" pitchFamily="2" charset="-122"/>
              </a:rPr>
              <a:t>缺点：</a:t>
            </a:r>
          </a:p>
          <a:p>
            <a:pPr lvl="1" eaLnBrk="1" hangingPunct="1">
              <a:lnSpc>
                <a:spcPct val="80000"/>
              </a:lnSpc>
            </a:pPr>
            <a:r>
              <a:rPr lang="zh-CN" altLang="en-US" sz="2400">
                <a:solidFill>
                  <a:schemeClr val="hlink"/>
                </a:solidFill>
                <a:latin typeface="华文中宋" panose="02010600040101010101" pitchFamily="2" charset="-122"/>
              </a:rPr>
              <a:t>主要问题是</a:t>
            </a:r>
            <a:r>
              <a:rPr lang="en-US" altLang="zh-CN" sz="2400">
                <a:solidFill>
                  <a:schemeClr val="hlink"/>
                </a:solidFill>
                <a:latin typeface="华文中宋" panose="02010600040101010101" pitchFamily="2" charset="-122"/>
              </a:rPr>
              <a:t>"</a:t>
            </a:r>
            <a:r>
              <a:rPr lang="zh-CN" altLang="en-US" sz="2400">
                <a:solidFill>
                  <a:schemeClr val="hlink"/>
                </a:solidFill>
                <a:latin typeface="华文中宋" panose="02010600040101010101" pitchFamily="2" charset="-122"/>
              </a:rPr>
              <a:t>重名</a:t>
            </a:r>
            <a:r>
              <a:rPr lang="en-US" altLang="zh-CN" sz="2400">
                <a:solidFill>
                  <a:schemeClr val="hlink"/>
                </a:solidFill>
                <a:latin typeface="华文中宋" panose="02010600040101010101" pitchFamily="2" charset="-122"/>
              </a:rPr>
              <a:t>"</a:t>
            </a:r>
            <a:r>
              <a:rPr lang="zh-CN" altLang="en-US" sz="2400">
                <a:solidFill>
                  <a:schemeClr val="hlink"/>
                </a:solidFill>
                <a:latin typeface="华文中宋" panose="02010600040101010101" pitchFamily="2" charset="-122"/>
              </a:rPr>
              <a:t>问题</a:t>
            </a:r>
          </a:p>
          <a:p>
            <a:pPr eaLnBrk="1" hangingPunct="1">
              <a:lnSpc>
                <a:spcPct val="80000"/>
              </a:lnSpc>
              <a:buFont typeface="Wingdings" pitchFamily="2" charset="2"/>
              <a:buNone/>
            </a:pPr>
            <a:r>
              <a:rPr lang="zh-CN" altLang="en-US" sz="2800">
                <a:latin typeface="华文中宋" panose="02010600040101010101" pitchFamily="2" charset="-122"/>
                <a:ea typeface="华文中宋" panose="02010600040101010101" pitchFamily="2" charset="-122"/>
              </a:rPr>
              <a:t>        </a:t>
            </a:r>
            <a:r>
              <a:rPr lang="zh-CN" altLang="en-US" sz="2400">
                <a:latin typeface="华文中宋" panose="02010600040101010101" pitchFamily="2" charset="-122"/>
                <a:ea typeface="华文中宋" panose="02010600040101010101" pitchFamily="2" charset="-122"/>
              </a:rPr>
              <a:t>所谓“重名”是指不同用户对不同文件起了相同的名字，即两个或多个文件只有一个相同的符号名。</a:t>
            </a:r>
          </a:p>
          <a:p>
            <a:pPr lvl="1" eaLnBrk="1" hangingPunct="1">
              <a:lnSpc>
                <a:spcPct val="80000"/>
              </a:lnSpc>
            </a:pPr>
            <a:r>
              <a:rPr lang="zh-CN" altLang="en-US" sz="2400">
                <a:latin typeface="华文中宋" panose="02010600040101010101" pitchFamily="2" charset="-122"/>
              </a:rPr>
              <a:t>其次，由于单级目录必须对目录表中所有文件信息项进行搜索，所以</a:t>
            </a:r>
            <a:r>
              <a:rPr lang="zh-CN" altLang="en-US" sz="2400">
                <a:solidFill>
                  <a:srgbClr val="CC0066"/>
                </a:solidFill>
                <a:latin typeface="华文中宋" panose="02010600040101010101" pitchFamily="2" charset="-122"/>
              </a:rPr>
              <a:t>搜索效率低</a:t>
            </a:r>
            <a:r>
              <a:rPr lang="zh-CN" altLang="en-US" sz="2400">
                <a:latin typeface="华文中宋" panose="02010600040101010101" pitchFamily="2" charset="-122"/>
              </a:rPr>
              <a:t>。</a:t>
            </a:r>
          </a:p>
          <a:p>
            <a:pPr eaLnBrk="1" hangingPunct="1">
              <a:lnSpc>
                <a:spcPct val="80000"/>
              </a:lnSpc>
            </a:pPr>
            <a:endParaRPr lang="en-US" altLang="zh-CN" sz="2800">
              <a:latin typeface="华文中宋" panose="02010600040101010101" pitchFamily="2" charset="-122"/>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6B63B89-7B54-7362-AB2B-5030376E9F2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9C8DBB1-CF19-A84B-8CD3-5F668B3B2B20}" type="slidenum">
              <a:rPr lang="en-US" altLang="zh-CN">
                <a:latin typeface="Arial" panose="020B0604020202020204" pitchFamily="34" charset="0"/>
              </a:rPr>
              <a:pPr/>
              <a:t>92</a:t>
            </a:fld>
            <a:endParaRPr lang="en-US" altLang="zh-CN">
              <a:latin typeface="Arial" panose="020B0604020202020204" pitchFamily="34" charset="0"/>
            </a:endParaRPr>
          </a:p>
        </p:txBody>
      </p:sp>
      <p:sp>
        <p:nvSpPr>
          <p:cNvPr id="530434" name="Rectangle 2">
            <a:extLst>
              <a:ext uri="{FF2B5EF4-FFF2-40B4-BE49-F238E27FC236}">
                <a16:creationId xmlns:a16="http://schemas.microsoft.com/office/drawing/2014/main" id="{A6EC1DEF-AE23-B812-F217-86BE09CB0092}"/>
              </a:ext>
            </a:extLst>
          </p:cNvPr>
          <p:cNvSpPr>
            <a:spLocks noGrp="1" noRot="1" noChangeArrowheads="1"/>
          </p:cNvSpPr>
          <p:nvPr>
            <p:ph type="title"/>
          </p:nvPr>
        </p:nvSpPr>
        <p:spPr/>
        <p:txBody>
          <a:bodyPr/>
          <a:lstStyle/>
          <a:p>
            <a:pPr eaLnBrk="1" hangingPunct="1"/>
            <a:r>
              <a:rPr lang="en-US" altLang="zh-CN"/>
              <a:t>1.</a:t>
            </a:r>
            <a:r>
              <a:rPr lang="zh-CN" altLang="en-US"/>
              <a:t>单级文件目录</a:t>
            </a:r>
            <a:r>
              <a:rPr lang="en-US" altLang="zh-CN"/>
              <a:t>—</a:t>
            </a:r>
            <a:r>
              <a:rPr lang="zh-CN" altLang="en-US"/>
              <a:t>示例</a:t>
            </a:r>
          </a:p>
        </p:txBody>
      </p:sp>
      <p:graphicFrame>
        <p:nvGraphicFramePr>
          <p:cNvPr id="96261" name="Object 3">
            <a:extLst>
              <a:ext uri="{FF2B5EF4-FFF2-40B4-BE49-F238E27FC236}">
                <a16:creationId xmlns:a16="http://schemas.microsoft.com/office/drawing/2014/main" id="{34609412-7B0A-CEED-15BF-AC118C65B1A5}"/>
              </a:ext>
            </a:extLst>
          </p:cNvPr>
          <p:cNvGraphicFramePr>
            <a:graphicFrameLocks noGrp="1" noChangeAspect="1"/>
          </p:cNvGraphicFramePr>
          <p:nvPr>
            <p:ph type="body" idx="1"/>
          </p:nvPr>
        </p:nvGraphicFramePr>
        <p:xfrm>
          <a:off x="685800" y="1773238"/>
          <a:ext cx="7772400" cy="4535487"/>
        </p:xfrm>
        <a:graphic>
          <a:graphicData uri="http://schemas.openxmlformats.org/presentationml/2006/ole">
            <mc:AlternateContent xmlns:mc="http://schemas.openxmlformats.org/markup-compatibility/2006">
              <mc:Choice xmlns:v="urn:schemas-microsoft-com:vml" Requires="v">
                <p:oleObj name="BMP 图象" r:id="rId3" imgW="3130550" imgH="1485900" progId="Paint.Picture">
                  <p:embed/>
                </p:oleObj>
              </mc:Choice>
              <mc:Fallback>
                <p:oleObj name="BMP 图象" r:id="rId3" imgW="3130550" imgH="148590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773238"/>
                        <a:ext cx="7772400" cy="4535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random/>
    <p:sndAc>
      <p:stSnd>
        <p:snd r:embed="rId2" name="camera.wav"/>
      </p:stSnd>
    </p:sndAc>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5">
            <a:extLst>
              <a:ext uri="{FF2B5EF4-FFF2-40B4-BE49-F238E27FC236}">
                <a16:creationId xmlns:a16="http://schemas.microsoft.com/office/drawing/2014/main" id="{A8863D64-D0BF-37E1-4C7F-78AA0EC4EFE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61E683E-5A9B-B744-B2C4-41392E230ACF}" type="slidenum">
              <a:rPr lang="en-US" altLang="zh-CN">
                <a:latin typeface="Arial" panose="020B0604020202020204" pitchFamily="34" charset="0"/>
              </a:rPr>
              <a:pPr/>
              <a:t>93</a:t>
            </a:fld>
            <a:endParaRPr lang="en-US" altLang="zh-CN">
              <a:latin typeface="Arial" panose="020B0604020202020204" pitchFamily="34" charset="0"/>
            </a:endParaRPr>
          </a:p>
        </p:txBody>
      </p:sp>
      <p:sp>
        <p:nvSpPr>
          <p:cNvPr id="531458" name="Rectangle 2">
            <a:extLst>
              <a:ext uri="{FF2B5EF4-FFF2-40B4-BE49-F238E27FC236}">
                <a16:creationId xmlns:a16="http://schemas.microsoft.com/office/drawing/2014/main" id="{115D4132-8531-3C56-4599-8CA2293C2026}"/>
              </a:ext>
            </a:extLst>
          </p:cNvPr>
          <p:cNvSpPr>
            <a:spLocks noGrp="1" noRot="1" noChangeArrowheads="1"/>
          </p:cNvSpPr>
          <p:nvPr>
            <p:ph type="title"/>
          </p:nvPr>
        </p:nvSpPr>
        <p:spPr>
          <a:xfrm>
            <a:off x="1476375" y="73025"/>
            <a:ext cx="7056438" cy="568325"/>
          </a:xfrm>
        </p:spPr>
        <p:txBody>
          <a:bodyPr/>
          <a:lstStyle/>
          <a:p>
            <a:pPr eaLnBrk="1" hangingPunct="1"/>
            <a:r>
              <a:rPr lang="zh-CN" altLang="en-US" sz="4000"/>
              <a:t>单级目录的读写处理过程</a:t>
            </a:r>
          </a:p>
        </p:txBody>
      </p:sp>
      <p:sp>
        <p:nvSpPr>
          <p:cNvPr id="97285" name="Rectangle 3">
            <a:extLst>
              <a:ext uri="{FF2B5EF4-FFF2-40B4-BE49-F238E27FC236}">
                <a16:creationId xmlns:a16="http://schemas.microsoft.com/office/drawing/2014/main" id="{F0AE2CF6-9374-24DA-CEA7-9D059900E701}"/>
              </a:ext>
            </a:extLst>
          </p:cNvPr>
          <p:cNvSpPr>
            <a:spLocks noChangeArrowheads="1"/>
          </p:cNvSpPr>
          <p:nvPr/>
        </p:nvSpPr>
        <p:spPr bwMode="auto">
          <a:xfrm>
            <a:off x="539750" y="1557338"/>
            <a:ext cx="3313113" cy="503237"/>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控制权交给文件系统</a:t>
            </a:r>
          </a:p>
        </p:txBody>
      </p:sp>
      <p:sp>
        <p:nvSpPr>
          <p:cNvPr id="97286" name="Line 4">
            <a:extLst>
              <a:ext uri="{FF2B5EF4-FFF2-40B4-BE49-F238E27FC236}">
                <a16:creationId xmlns:a16="http://schemas.microsoft.com/office/drawing/2014/main" id="{4F8459B6-EA62-BD08-8EF3-8380FA956709}"/>
              </a:ext>
            </a:extLst>
          </p:cNvPr>
          <p:cNvSpPr>
            <a:spLocks noChangeShapeType="1"/>
          </p:cNvSpPr>
          <p:nvPr/>
        </p:nvSpPr>
        <p:spPr bwMode="auto">
          <a:xfrm>
            <a:off x="2195513" y="1195388"/>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7" name="Line 5">
            <a:extLst>
              <a:ext uri="{FF2B5EF4-FFF2-40B4-BE49-F238E27FC236}">
                <a16:creationId xmlns:a16="http://schemas.microsoft.com/office/drawing/2014/main" id="{73EC70F5-6A1A-6E5C-42A8-E2B9AB9353A5}"/>
              </a:ext>
            </a:extLst>
          </p:cNvPr>
          <p:cNvSpPr>
            <a:spLocks noChangeShapeType="1"/>
          </p:cNvSpPr>
          <p:nvPr/>
        </p:nvSpPr>
        <p:spPr bwMode="auto">
          <a:xfrm>
            <a:off x="2195513" y="2062163"/>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88" name="AutoShape 6">
            <a:extLst>
              <a:ext uri="{FF2B5EF4-FFF2-40B4-BE49-F238E27FC236}">
                <a16:creationId xmlns:a16="http://schemas.microsoft.com/office/drawing/2014/main" id="{CA071874-5D3F-8FC1-DEED-A4C63BFB2B43}"/>
              </a:ext>
            </a:extLst>
          </p:cNvPr>
          <p:cNvSpPr>
            <a:spLocks noChangeArrowheads="1"/>
          </p:cNvSpPr>
          <p:nvPr/>
        </p:nvSpPr>
        <p:spPr bwMode="auto">
          <a:xfrm>
            <a:off x="323850" y="3429000"/>
            <a:ext cx="3744913" cy="936625"/>
          </a:xfrm>
          <a:prstGeom prst="flowChartDecision">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文件名在</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目录表中吗？</a:t>
            </a:r>
          </a:p>
        </p:txBody>
      </p:sp>
      <p:sp>
        <p:nvSpPr>
          <p:cNvPr id="97289" name="Rectangle 7">
            <a:extLst>
              <a:ext uri="{FF2B5EF4-FFF2-40B4-BE49-F238E27FC236}">
                <a16:creationId xmlns:a16="http://schemas.microsoft.com/office/drawing/2014/main" id="{65C5CA1B-FFA0-62B6-E04B-3D8E0E8C15FC}"/>
              </a:ext>
            </a:extLst>
          </p:cNvPr>
          <p:cNvSpPr>
            <a:spLocks noChangeArrowheads="1"/>
          </p:cNvSpPr>
          <p:nvPr/>
        </p:nvSpPr>
        <p:spPr bwMode="auto">
          <a:xfrm>
            <a:off x="4643438" y="5230813"/>
            <a:ext cx="1873250" cy="43180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分配存储空间</a:t>
            </a:r>
          </a:p>
        </p:txBody>
      </p:sp>
      <p:sp>
        <p:nvSpPr>
          <p:cNvPr id="97290" name="Line 8">
            <a:extLst>
              <a:ext uri="{FF2B5EF4-FFF2-40B4-BE49-F238E27FC236}">
                <a16:creationId xmlns:a16="http://schemas.microsoft.com/office/drawing/2014/main" id="{823C482C-F67C-3934-7BC8-EA5B0F277113}"/>
              </a:ext>
            </a:extLst>
          </p:cNvPr>
          <p:cNvSpPr>
            <a:spLocks noChangeShapeType="1"/>
          </p:cNvSpPr>
          <p:nvPr/>
        </p:nvSpPr>
        <p:spPr bwMode="auto">
          <a:xfrm>
            <a:off x="3995738" y="3903663"/>
            <a:ext cx="14398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1" name="Line 9">
            <a:extLst>
              <a:ext uri="{FF2B5EF4-FFF2-40B4-BE49-F238E27FC236}">
                <a16:creationId xmlns:a16="http://schemas.microsoft.com/office/drawing/2014/main" id="{F4BFEDF7-29D2-7AAE-98AB-B41AA06A3C37}"/>
              </a:ext>
            </a:extLst>
          </p:cNvPr>
          <p:cNvSpPr>
            <a:spLocks noChangeShapeType="1"/>
          </p:cNvSpPr>
          <p:nvPr/>
        </p:nvSpPr>
        <p:spPr bwMode="auto">
          <a:xfrm>
            <a:off x="5435600" y="3933825"/>
            <a:ext cx="0" cy="258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2" name="Line 10">
            <a:extLst>
              <a:ext uri="{FF2B5EF4-FFF2-40B4-BE49-F238E27FC236}">
                <a16:creationId xmlns:a16="http://schemas.microsoft.com/office/drawing/2014/main" id="{DF9B0419-7ED0-0C31-93E3-9CA8BEDD7F95}"/>
              </a:ext>
            </a:extLst>
          </p:cNvPr>
          <p:cNvSpPr>
            <a:spLocks noChangeShapeType="1"/>
          </p:cNvSpPr>
          <p:nvPr/>
        </p:nvSpPr>
        <p:spPr bwMode="auto">
          <a:xfrm>
            <a:off x="2195513" y="4364038"/>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3" name="Rectangle 11">
            <a:extLst>
              <a:ext uri="{FF2B5EF4-FFF2-40B4-BE49-F238E27FC236}">
                <a16:creationId xmlns:a16="http://schemas.microsoft.com/office/drawing/2014/main" id="{40517336-7126-D0E1-7454-43FCE6546894}"/>
              </a:ext>
            </a:extLst>
          </p:cNvPr>
          <p:cNvSpPr>
            <a:spLocks noChangeArrowheads="1"/>
          </p:cNvSpPr>
          <p:nvPr/>
        </p:nvSpPr>
        <p:spPr bwMode="auto">
          <a:xfrm>
            <a:off x="539750" y="4652963"/>
            <a:ext cx="3384550" cy="64770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计算读写信息的物理块号</a:t>
            </a:r>
            <a:endParaRPr lang="zh-CN" altLang="en-US" sz="2400">
              <a:latin typeface="华文中宋" panose="02010600040101010101" pitchFamily="2" charset="-122"/>
              <a:ea typeface="华文中宋" panose="02010600040101010101" pitchFamily="2" charset="-122"/>
            </a:endParaRPr>
          </a:p>
        </p:txBody>
      </p:sp>
      <p:sp>
        <p:nvSpPr>
          <p:cNvPr id="97294" name="Line 12">
            <a:extLst>
              <a:ext uri="{FF2B5EF4-FFF2-40B4-BE49-F238E27FC236}">
                <a16:creationId xmlns:a16="http://schemas.microsoft.com/office/drawing/2014/main" id="{44F8B8BC-4886-A0EC-8732-13488B1E3C57}"/>
              </a:ext>
            </a:extLst>
          </p:cNvPr>
          <p:cNvSpPr>
            <a:spLocks noChangeShapeType="1"/>
          </p:cNvSpPr>
          <p:nvPr/>
        </p:nvSpPr>
        <p:spPr bwMode="auto">
          <a:xfrm>
            <a:off x="2195513" y="5300663"/>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5" name="AutoShape 13">
            <a:extLst>
              <a:ext uri="{FF2B5EF4-FFF2-40B4-BE49-F238E27FC236}">
                <a16:creationId xmlns:a16="http://schemas.microsoft.com/office/drawing/2014/main" id="{0B52816F-AA57-5407-21AC-20D9351DF28C}"/>
              </a:ext>
            </a:extLst>
          </p:cNvPr>
          <p:cNvSpPr>
            <a:spLocks noChangeArrowheads="1"/>
          </p:cNvSpPr>
          <p:nvPr/>
        </p:nvSpPr>
        <p:spPr bwMode="auto">
          <a:xfrm>
            <a:off x="6950075" y="5014913"/>
            <a:ext cx="1438275" cy="503237"/>
          </a:xfrm>
          <a:prstGeom prst="flowChartTerminator">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失败返回</a:t>
            </a:r>
          </a:p>
        </p:txBody>
      </p:sp>
      <p:sp>
        <p:nvSpPr>
          <p:cNvPr id="97296" name="Text Box 14">
            <a:extLst>
              <a:ext uri="{FF2B5EF4-FFF2-40B4-BE49-F238E27FC236}">
                <a16:creationId xmlns:a16="http://schemas.microsoft.com/office/drawing/2014/main" id="{A9E37CA0-F188-2EF3-3331-FA18C305F905}"/>
              </a:ext>
            </a:extLst>
          </p:cNvPr>
          <p:cNvSpPr txBox="1">
            <a:spLocks noChangeArrowheads="1"/>
          </p:cNvSpPr>
          <p:nvPr/>
        </p:nvSpPr>
        <p:spPr bwMode="auto">
          <a:xfrm>
            <a:off x="4284663" y="3341688"/>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97297" name="Line 15">
            <a:extLst>
              <a:ext uri="{FF2B5EF4-FFF2-40B4-BE49-F238E27FC236}">
                <a16:creationId xmlns:a16="http://schemas.microsoft.com/office/drawing/2014/main" id="{54995EFA-2C21-9C9F-9125-B48731F1D0F9}"/>
              </a:ext>
            </a:extLst>
          </p:cNvPr>
          <p:cNvSpPr>
            <a:spLocks noChangeShapeType="1"/>
          </p:cNvSpPr>
          <p:nvPr/>
        </p:nvSpPr>
        <p:spPr bwMode="auto">
          <a:xfrm>
            <a:off x="6589713" y="4583113"/>
            <a:ext cx="1079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8" name="Line 16">
            <a:extLst>
              <a:ext uri="{FF2B5EF4-FFF2-40B4-BE49-F238E27FC236}">
                <a16:creationId xmlns:a16="http://schemas.microsoft.com/office/drawing/2014/main" id="{BA22CA5B-B97D-3289-5C8E-EED29E186563}"/>
              </a:ext>
            </a:extLst>
          </p:cNvPr>
          <p:cNvSpPr>
            <a:spLocks noChangeShapeType="1"/>
          </p:cNvSpPr>
          <p:nvPr/>
        </p:nvSpPr>
        <p:spPr bwMode="auto">
          <a:xfrm>
            <a:off x="7669213" y="4583113"/>
            <a:ext cx="0" cy="431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299" name="Text Box 17">
            <a:extLst>
              <a:ext uri="{FF2B5EF4-FFF2-40B4-BE49-F238E27FC236}">
                <a16:creationId xmlns:a16="http://schemas.microsoft.com/office/drawing/2014/main" id="{E130A622-D75C-8B0B-A6A4-CFF8A3A62F27}"/>
              </a:ext>
            </a:extLst>
          </p:cNvPr>
          <p:cNvSpPr txBox="1">
            <a:spLocks noChangeArrowheads="1"/>
          </p:cNvSpPr>
          <p:nvPr/>
        </p:nvSpPr>
        <p:spPr bwMode="auto">
          <a:xfrm>
            <a:off x="6516688" y="4079875"/>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读</a:t>
            </a:r>
          </a:p>
        </p:txBody>
      </p:sp>
      <p:sp>
        <p:nvSpPr>
          <p:cNvPr id="97300" name="Text Box 18">
            <a:extLst>
              <a:ext uri="{FF2B5EF4-FFF2-40B4-BE49-F238E27FC236}">
                <a16:creationId xmlns:a16="http://schemas.microsoft.com/office/drawing/2014/main" id="{1B2EB621-F3B9-AD20-20EC-44B4F40DC807}"/>
              </a:ext>
            </a:extLst>
          </p:cNvPr>
          <p:cNvSpPr txBox="1">
            <a:spLocks noChangeArrowheads="1"/>
          </p:cNvSpPr>
          <p:nvPr/>
        </p:nvSpPr>
        <p:spPr bwMode="auto">
          <a:xfrm>
            <a:off x="1116013" y="4221163"/>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97301" name="Text Box 19">
            <a:extLst>
              <a:ext uri="{FF2B5EF4-FFF2-40B4-BE49-F238E27FC236}">
                <a16:creationId xmlns:a16="http://schemas.microsoft.com/office/drawing/2014/main" id="{399C361F-400E-3491-FD88-EE7D7AA28F17}"/>
              </a:ext>
            </a:extLst>
          </p:cNvPr>
          <p:cNvSpPr txBox="1">
            <a:spLocks noChangeArrowheads="1"/>
          </p:cNvSpPr>
          <p:nvPr/>
        </p:nvSpPr>
        <p:spPr bwMode="auto">
          <a:xfrm>
            <a:off x="5580063" y="4799013"/>
            <a:ext cx="792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写</a:t>
            </a:r>
          </a:p>
        </p:txBody>
      </p:sp>
      <p:sp>
        <p:nvSpPr>
          <p:cNvPr id="97302" name="Rectangle 20">
            <a:extLst>
              <a:ext uri="{FF2B5EF4-FFF2-40B4-BE49-F238E27FC236}">
                <a16:creationId xmlns:a16="http://schemas.microsoft.com/office/drawing/2014/main" id="{B82EFADC-5684-086C-EFBF-210F1EF373E6}"/>
              </a:ext>
            </a:extLst>
          </p:cNvPr>
          <p:cNvSpPr>
            <a:spLocks noChangeArrowheads="1"/>
          </p:cNvSpPr>
          <p:nvPr/>
        </p:nvSpPr>
        <p:spPr bwMode="auto">
          <a:xfrm>
            <a:off x="539750" y="5589588"/>
            <a:ext cx="3313113" cy="7937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调用设备管理程序</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控制权转移</a:t>
            </a:r>
          </a:p>
        </p:txBody>
      </p:sp>
      <p:sp>
        <p:nvSpPr>
          <p:cNvPr id="97303" name="Rectangle 21">
            <a:extLst>
              <a:ext uri="{FF2B5EF4-FFF2-40B4-BE49-F238E27FC236}">
                <a16:creationId xmlns:a16="http://schemas.microsoft.com/office/drawing/2014/main" id="{E25EAFC0-B830-C9AF-BA62-C8683B8AD284}"/>
              </a:ext>
            </a:extLst>
          </p:cNvPr>
          <p:cNvSpPr>
            <a:spLocks noChangeArrowheads="1"/>
          </p:cNvSpPr>
          <p:nvPr/>
        </p:nvSpPr>
        <p:spPr bwMode="auto">
          <a:xfrm>
            <a:off x="539750" y="2349500"/>
            <a:ext cx="3313113" cy="7937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根据给定的文件名</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搜索单级目录表</a:t>
            </a:r>
          </a:p>
        </p:txBody>
      </p:sp>
      <p:sp>
        <p:nvSpPr>
          <p:cNvPr id="97304" name="Line 22">
            <a:extLst>
              <a:ext uri="{FF2B5EF4-FFF2-40B4-BE49-F238E27FC236}">
                <a16:creationId xmlns:a16="http://schemas.microsoft.com/office/drawing/2014/main" id="{6001A249-024C-7F9D-3D15-B3A5AD83EFFF}"/>
              </a:ext>
            </a:extLst>
          </p:cNvPr>
          <p:cNvSpPr>
            <a:spLocks noChangeShapeType="1"/>
          </p:cNvSpPr>
          <p:nvPr/>
        </p:nvSpPr>
        <p:spPr bwMode="auto">
          <a:xfrm>
            <a:off x="2195513" y="3140075"/>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5" name="AutoShape 23">
            <a:extLst>
              <a:ext uri="{FF2B5EF4-FFF2-40B4-BE49-F238E27FC236}">
                <a16:creationId xmlns:a16="http://schemas.microsoft.com/office/drawing/2014/main" id="{2B3279F4-631B-E47F-D498-7369196436CA}"/>
              </a:ext>
            </a:extLst>
          </p:cNvPr>
          <p:cNvSpPr>
            <a:spLocks noChangeArrowheads="1"/>
          </p:cNvSpPr>
          <p:nvPr/>
        </p:nvSpPr>
        <p:spPr bwMode="auto">
          <a:xfrm>
            <a:off x="4284663" y="4221163"/>
            <a:ext cx="2303462" cy="720725"/>
          </a:xfrm>
          <a:prstGeom prst="flowChartDecision">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读还是写？</a:t>
            </a:r>
          </a:p>
        </p:txBody>
      </p:sp>
      <p:sp>
        <p:nvSpPr>
          <p:cNvPr id="97306" name="Line 24">
            <a:extLst>
              <a:ext uri="{FF2B5EF4-FFF2-40B4-BE49-F238E27FC236}">
                <a16:creationId xmlns:a16="http://schemas.microsoft.com/office/drawing/2014/main" id="{DA7D5F75-96AD-4EF9-666D-4FD54AC63376}"/>
              </a:ext>
            </a:extLst>
          </p:cNvPr>
          <p:cNvSpPr>
            <a:spLocks noChangeShapeType="1"/>
          </p:cNvSpPr>
          <p:nvPr/>
        </p:nvSpPr>
        <p:spPr bwMode="auto">
          <a:xfrm>
            <a:off x="5435600" y="4941888"/>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7" name="Rectangle 25">
            <a:extLst>
              <a:ext uri="{FF2B5EF4-FFF2-40B4-BE49-F238E27FC236}">
                <a16:creationId xmlns:a16="http://schemas.microsoft.com/office/drawing/2014/main" id="{AFDAD553-3EFA-D96F-EA9A-46ADB09B04F5}"/>
              </a:ext>
            </a:extLst>
          </p:cNvPr>
          <p:cNvSpPr>
            <a:spLocks noChangeArrowheads="1"/>
          </p:cNvSpPr>
          <p:nvPr/>
        </p:nvSpPr>
        <p:spPr bwMode="auto">
          <a:xfrm>
            <a:off x="4572000" y="5949950"/>
            <a:ext cx="2160588" cy="43180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改写单级目录表</a:t>
            </a:r>
          </a:p>
        </p:txBody>
      </p:sp>
      <p:sp>
        <p:nvSpPr>
          <p:cNvPr id="97308" name="Line 26">
            <a:extLst>
              <a:ext uri="{FF2B5EF4-FFF2-40B4-BE49-F238E27FC236}">
                <a16:creationId xmlns:a16="http://schemas.microsoft.com/office/drawing/2014/main" id="{9C6DEA1B-E2EC-ED54-E492-1EABBFDC87C2}"/>
              </a:ext>
            </a:extLst>
          </p:cNvPr>
          <p:cNvSpPr>
            <a:spLocks noChangeShapeType="1"/>
          </p:cNvSpPr>
          <p:nvPr/>
        </p:nvSpPr>
        <p:spPr bwMode="auto">
          <a:xfrm>
            <a:off x="5435600" y="5661025"/>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9" name="Line 27">
            <a:extLst>
              <a:ext uri="{FF2B5EF4-FFF2-40B4-BE49-F238E27FC236}">
                <a16:creationId xmlns:a16="http://schemas.microsoft.com/office/drawing/2014/main" id="{4A2A1CDE-07D3-7E5B-7DDC-83C15764E898}"/>
              </a:ext>
            </a:extLst>
          </p:cNvPr>
          <p:cNvSpPr>
            <a:spLocks noChangeShapeType="1"/>
          </p:cNvSpPr>
          <p:nvPr/>
        </p:nvSpPr>
        <p:spPr bwMode="auto">
          <a:xfrm>
            <a:off x="5435600" y="6380163"/>
            <a:ext cx="0"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0" name="Line 28">
            <a:extLst>
              <a:ext uri="{FF2B5EF4-FFF2-40B4-BE49-F238E27FC236}">
                <a16:creationId xmlns:a16="http://schemas.microsoft.com/office/drawing/2014/main" id="{C70C96FC-F21B-4FF2-FEB2-B28962B02571}"/>
              </a:ext>
            </a:extLst>
          </p:cNvPr>
          <p:cNvSpPr>
            <a:spLocks noChangeShapeType="1"/>
          </p:cNvSpPr>
          <p:nvPr/>
        </p:nvSpPr>
        <p:spPr bwMode="auto">
          <a:xfrm flipH="1">
            <a:off x="4211638" y="6669088"/>
            <a:ext cx="12239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11" name="Line 29">
            <a:extLst>
              <a:ext uri="{FF2B5EF4-FFF2-40B4-BE49-F238E27FC236}">
                <a16:creationId xmlns:a16="http://schemas.microsoft.com/office/drawing/2014/main" id="{0D5656B6-8FFA-63C2-8D93-5B24936717FE}"/>
              </a:ext>
            </a:extLst>
          </p:cNvPr>
          <p:cNvSpPr>
            <a:spLocks noChangeShapeType="1"/>
          </p:cNvSpPr>
          <p:nvPr/>
        </p:nvSpPr>
        <p:spPr bwMode="auto">
          <a:xfrm>
            <a:off x="4211638" y="4437063"/>
            <a:ext cx="0" cy="22320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12" name="Line 30">
            <a:extLst>
              <a:ext uri="{FF2B5EF4-FFF2-40B4-BE49-F238E27FC236}">
                <a16:creationId xmlns:a16="http://schemas.microsoft.com/office/drawing/2014/main" id="{8AAE87A7-E7CE-91E2-405E-201FDCA4CA18}"/>
              </a:ext>
            </a:extLst>
          </p:cNvPr>
          <p:cNvSpPr>
            <a:spLocks noChangeShapeType="1"/>
          </p:cNvSpPr>
          <p:nvPr/>
        </p:nvSpPr>
        <p:spPr bwMode="auto">
          <a:xfrm flipH="1">
            <a:off x="2268538" y="4437063"/>
            <a:ext cx="19431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1635100-DE16-FDF9-4335-993B2AF7A03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A0F5015-5748-3D48-AF62-CFDA50964EA7}" type="slidenum">
              <a:rPr lang="en-US" altLang="zh-CN">
                <a:latin typeface="Arial" panose="020B0604020202020204" pitchFamily="34" charset="0"/>
              </a:rPr>
              <a:pPr/>
              <a:t>94</a:t>
            </a:fld>
            <a:endParaRPr lang="en-US" altLang="zh-CN">
              <a:latin typeface="Arial" panose="020B0604020202020204" pitchFamily="34" charset="0"/>
            </a:endParaRPr>
          </a:p>
        </p:txBody>
      </p:sp>
      <p:sp>
        <p:nvSpPr>
          <p:cNvPr id="532482" name="Rectangle 2">
            <a:extLst>
              <a:ext uri="{FF2B5EF4-FFF2-40B4-BE49-F238E27FC236}">
                <a16:creationId xmlns:a16="http://schemas.microsoft.com/office/drawing/2014/main" id="{3148A9C6-E1EA-61B5-061D-2FCB2AE977F0}"/>
              </a:ext>
            </a:extLst>
          </p:cNvPr>
          <p:cNvSpPr>
            <a:spLocks noGrp="1" noRot="1" noChangeArrowheads="1"/>
          </p:cNvSpPr>
          <p:nvPr>
            <p:ph type="title"/>
          </p:nvPr>
        </p:nvSpPr>
        <p:spPr/>
        <p:txBody>
          <a:bodyPr/>
          <a:lstStyle/>
          <a:p>
            <a:pPr eaLnBrk="1" hangingPunct="1"/>
            <a:r>
              <a:rPr lang="en-US" altLang="zh-CN"/>
              <a:t>2.</a:t>
            </a:r>
            <a:r>
              <a:rPr lang="zh-CN" altLang="en-US"/>
              <a:t>二级目录</a:t>
            </a:r>
          </a:p>
        </p:txBody>
      </p:sp>
      <p:sp>
        <p:nvSpPr>
          <p:cNvPr id="532483" name="Rectangle 3">
            <a:extLst>
              <a:ext uri="{FF2B5EF4-FFF2-40B4-BE49-F238E27FC236}">
                <a16:creationId xmlns:a16="http://schemas.microsoft.com/office/drawing/2014/main" id="{628F3DA1-CCAC-1805-BE20-8ED4EFD7A1BE}"/>
              </a:ext>
            </a:extLst>
          </p:cNvPr>
          <p:cNvSpPr>
            <a:spLocks noGrp="1" noRot="1" noChangeArrowheads="1"/>
          </p:cNvSpPr>
          <p:nvPr>
            <p:ph type="body" idx="1"/>
          </p:nvPr>
        </p:nvSpPr>
        <p:spPr/>
        <p:txBody>
          <a:bodyPr/>
          <a:lstStyle/>
          <a:p>
            <a:pPr eaLnBrk="1" hangingPunct="1">
              <a:lnSpc>
                <a:spcPct val="90000"/>
              </a:lnSpc>
            </a:pPr>
            <a:r>
              <a:rPr lang="zh-CN" altLang="en-US"/>
              <a:t>在二级目录中，各个文件的说明信息被组织成目录文件，且以用户为单位把各自的文件说明划分成不同的组。</a:t>
            </a:r>
          </a:p>
          <a:p>
            <a:pPr eaLnBrk="1" hangingPunct="1">
              <a:lnSpc>
                <a:spcPct val="90000"/>
              </a:lnSpc>
            </a:pPr>
            <a:r>
              <a:rPr lang="zh-CN" altLang="en-US"/>
              <a:t>与这些不同的组名有关的存取控制信息存放在主目录（</a:t>
            </a:r>
            <a:r>
              <a:rPr lang="en-US" altLang="zh-CN"/>
              <a:t>MFD</a:t>
            </a:r>
            <a:r>
              <a:rPr lang="zh-CN" altLang="en-US"/>
              <a:t>）中。</a:t>
            </a:r>
          </a:p>
          <a:p>
            <a:pPr eaLnBrk="1" hangingPunct="1">
              <a:lnSpc>
                <a:spcPct val="90000"/>
              </a:lnSpc>
            </a:pPr>
            <a:r>
              <a:rPr lang="zh-CN" altLang="en-US"/>
              <a:t>用户文件的文件说明所组成的目录文件被称为用户目录（</a:t>
            </a:r>
            <a:r>
              <a:rPr lang="en-US" altLang="zh-CN"/>
              <a:t>UFD</a:t>
            </a:r>
            <a:r>
              <a:rPr lang="zh-CN" altLang="en-US"/>
              <a:t>）。</a:t>
            </a:r>
          </a:p>
          <a:p>
            <a:pPr eaLnBrk="1" hangingPunct="1">
              <a:lnSpc>
                <a:spcPct val="90000"/>
              </a:lnSpc>
            </a:pPr>
            <a:r>
              <a:rPr lang="zh-CN" altLang="en-US"/>
              <a:t>这样，由</a:t>
            </a:r>
            <a:r>
              <a:rPr lang="en-US" altLang="zh-CN"/>
              <a:t>MFD</a:t>
            </a:r>
            <a:r>
              <a:rPr lang="zh-CN" altLang="en-US"/>
              <a:t>和</a:t>
            </a:r>
            <a:r>
              <a:rPr lang="en-US" altLang="zh-CN"/>
              <a:t>UFD</a:t>
            </a:r>
            <a:r>
              <a:rPr lang="zh-CN" altLang="en-US"/>
              <a:t>就形成了二级目录。</a:t>
            </a:r>
          </a:p>
        </p:txBody>
      </p:sp>
    </p:spTree>
  </p:cSld>
  <p:clrMapOvr>
    <a:masterClrMapping/>
  </p:clrMapOvr>
  <p:transition spd="med">
    <p:random/>
    <p:sndAc>
      <p:stSnd>
        <p:snd r:embed="rId2" name="camera.wav"/>
      </p:stSnd>
    </p:sndAc>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E1C8571E-087F-0FC6-803C-A3FB998E028A}"/>
              </a:ext>
            </a:extLst>
          </p:cNvPr>
          <p:cNvSpPr>
            <a:spLocks noGrp="1" noRot="1" noChangeArrowheads="1"/>
          </p:cNvSpPr>
          <p:nvPr>
            <p:ph type="title"/>
          </p:nvPr>
        </p:nvSpPr>
        <p:spPr>
          <a:xfrm>
            <a:off x="323850" y="260350"/>
            <a:ext cx="3600450" cy="833438"/>
          </a:xfrm>
        </p:spPr>
        <p:txBody>
          <a:bodyPr/>
          <a:lstStyle/>
          <a:p>
            <a:pPr eaLnBrk="1" hangingPunct="1"/>
            <a:r>
              <a:rPr lang="zh-CN" altLang="en-US"/>
              <a:t>二级目录结构</a:t>
            </a:r>
          </a:p>
        </p:txBody>
      </p:sp>
      <p:graphicFrame>
        <p:nvGraphicFramePr>
          <p:cNvPr id="533507" name="Group 3">
            <a:extLst>
              <a:ext uri="{FF2B5EF4-FFF2-40B4-BE49-F238E27FC236}">
                <a16:creationId xmlns:a16="http://schemas.microsoft.com/office/drawing/2014/main" id="{0798858C-6AA8-E25B-EEC3-64F7553F3BCE}"/>
              </a:ext>
            </a:extLst>
          </p:cNvPr>
          <p:cNvGraphicFramePr>
            <a:graphicFrameLocks noGrp="1"/>
          </p:cNvGraphicFramePr>
          <p:nvPr>
            <p:ph idx="1"/>
          </p:nvPr>
        </p:nvGraphicFramePr>
        <p:xfrm>
          <a:off x="323850" y="2060575"/>
          <a:ext cx="3671888" cy="2605088"/>
        </p:xfrm>
        <a:graphic>
          <a:graphicData uri="http://schemas.openxmlformats.org/drawingml/2006/table">
            <a:tbl>
              <a:tblPr/>
              <a:tblGrid>
                <a:gridCol w="1092200">
                  <a:extLst>
                    <a:ext uri="{9D8B030D-6E8A-4147-A177-3AD203B41FA5}">
                      <a16:colId xmlns:a16="http://schemas.microsoft.com/office/drawing/2014/main" val="2223375768"/>
                    </a:ext>
                  </a:extLst>
                </a:gridCol>
                <a:gridCol w="862013">
                  <a:extLst>
                    <a:ext uri="{9D8B030D-6E8A-4147-A177-3AD203B41FA5}">
                      <a16:colId xmlns:a16="http://schemas.microsoft.com/office/drawing/2014/main" val="3981980543"/>
                    </a:ext>
                  </a:extLst>
                </a:gridCol>
                <a:gridCol w="677862">
                  <a:extLst>
                    <a:ext uri="{9D8B030D-6E8A-4147-A177-3AD203B41FA5}">
                      <a16:colId xmlns:a16="http://schemas.microsoft.com/office/drawing/2014/main" val="30095810"/>
                    </a:ext>
                  </a:extLst>
                </a:gridCol>
                <a:gridCol w="1039813">
                  <a:extLst>
                    <a:ext uri="{9D8B030D-6E8A-4147-A177-3AD203B41FA5}">
                      <a16:colId xmlns:a16="http://schemas.microsoft.com/office/drawing/2014/main" val="2871951332"/>
                    </a:ext>
                  </a:extLst>
                </a:gridCol>
              </a:tblGrid>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用户名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目录大小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物理始址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648909010"/>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3795553353"/>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wang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2569788335"/>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zhang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529782615"/>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3468510308"/>
                  </a:ext>
                </a:extLst>
              </a:tr>
            </a:tbl>
          </a:graphicData>
        </a:graphic>
      </p:graphicFrame>
      <p:sp>
        <p:nvSpPr>
          <p:cNvPr id="99363" name="Line 35">
            <a:extLst>
              <a:ext uri="{FF2B5EF4-FFF2-40B4-BE49-F238E27FC236}">
                <a16:creationId xmlns:a16="http://schemas.microsoft.com/office/drawing/2014/main" id="{A5EDCBDE-56A4-E257-887A-69600E1DC998}"/>
              </a:ext>
            </a:extLst>
          </p:cNvPr>
          <p:cNvSpPr>
            <a:spLocks noChangeShapeType="1"/>
          </p:cNvSpPr>
          <p:nvPr/>
        </p:nvSpPr>
        <p:spPr bwMode="auto">
          <a:xfrm>
            <a:off x="900113" y="2924175"/>
            <a:ext cx="0" cy="28892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4" name="Line 36">
            <a:extLst>
              <a:ext uri="{FF2B5EF4-FFF2-40B4-BE49-F238E27FC236}">
                <a16:creationId xmlns:a16="http://schemas.microsoft.com/office/drawing/2014/main" id="{4BF0B007-2FDD-83B6-4B26-3E7C9E835605}"/>
              </a:ext>
            </a:extLst>
          </p:cNvPr>
          <p:cNvSpPr>
            <a:spLocks noChangeShapeType="1"/>
          </p:cNvSpPr>
          <p:nvPr/>
        </p:nvSpPr>
        <p:spPr bwMode="auto">
          <a:xfrm>
            <a:off x="900113" y="4292600"/>
            <a:ext cx="0" cy="28892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5" name="Line 37">
            <a:extLst>
              <a:ext uri="{FF2B5EF4-FFF2-40B4-BE49-F238E27FC236}">
                <a16:creationId xmlns:a16="http://schemas.microsoft.com/office/drawing/2014/main" id="{3360A6C3-DCCC-41D8-4281-69F0D08A40FF}"/>
              </a:ext>
            </a:extLst>
          </p:cNvPr>
          <p:cNvSpPr>
            <a:spLocks noChangeShapeType="1"/>
          </p:cNvSpPr>
          <p:nvPr/>
        </p:nvSpPr>
        <p:spPr bwMode="auto">
          <a:xfrm>
            <a:off x="1692275" y="3500438"/>
            <a:ext cx="28733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6" name="Line 38">
            <a:extLst>
              <a:ext uri="{FF2B5EF4-FFF2-40B4-BE49-F238E27FC236}">
                <a16:creationId xmlns:a16="http://schemas.microsoft.com/office/drawing/2014/main" id="{7C5B98D5-57AD-3564-9296-B957FB3921B4}"/>
              </a:ext>
            </a:extLst>
          </p:cNvPr>
          <p:cNvSpPr>
            <a:spLocks noChangeShapeType="1"/>
          </p:cNvSpPr>
          <p:nvPr/>
        </p:nvSpPr>
        <p:spPr bwMode="auto">
          <a:xfrm>
            <a:off x="1692275" y="3933825"/>
            <a:ext cx="28733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7" name="Line 39">
            <a:extLst>
              <a:ext uri="{FF2B5EF4-FFF2-40B4-BE49-F238E27FC236}">
                <a16:creationId xmlns:a16="http://schemas.microsoft.com/office/drawing/2014/main" id="{D8BE8BDD-2C8F-5E0F-E37C-1E87032AB282}"/>
              </a:ext>
            </a:extLst>
          </p:cNvPr>
          <p:cNvSpPr>
            <a:spLocks noChangeShapeType="1"/>
          </p:cNvSpPr>
          <p:nvPr/>
        </p:nvSpPr>
        <p:spPr bwMode="auto">
          <a:xfrm>
            <a:off x="2413000" y="3500438"/>
            <a:ext cx="28733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8" name="Line 40">
            <a:extLst>
              <a:ext uri="{FF2B5EF4-FFF2-40B4-BE49-F238E27FC236}">
                <a16:creationId xmlns:a16="http://schemas.microsoft.com/office/drawing/2014/main" id="{77D54B4D-C1CA-B21E-776D-E34082E8F6E3}"/>
              </a:ext>
            </a:extLst>
          </p:cNvPr>
          <p:cNvSpPr>
            <a:spLocks noChangeShapeType="1"/>
          </p:cNvSpPr>
          <p:nvPr/>
        </p:nvSpPr>
        <p:spPr bwMode="auto">
          <a:xfrm>
            <a:off x="2411413" y="3933825"/>
            <a:ext cx="28733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69" name="Line 41">
            <a:extLst>
              <a:ext uri="{FF2B5EF4-FFF2-40B4-BE49-F238E27FC236}">
                <a16:creationId xmlns:a16="http://schemas.microsoft.com/office/drawing/2014/main" id="{E579FA88-C915-4538-9EFF-B2C426DC739D}"/>
              </a:ext>
            </a:extLst>
          </p:cNvPr>
          <p:cNvSpPr>
            <a:spLocks noChangeShapeType="1"/>
          </p:cNvSpPr>
          <p:nvPr/>
        </p:nvSpPr>
        <p:spPr bwMode="auto">
          <a:xfrm>
            <a:off x="3205163" y="3933825"/>
            <a:ext cx="28733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33546" name="Group 42">
            <a:extLst>
              <a:ext uri="{FF2B5EF4-FFF2-40B4-BE49-F238E27FC236}">
                <a16:creationId xmlns:a16="http://schemas.microsoft.com/office/drawing/2014/main" id="{62A96386-440D-0A9E-A5C4-14E13E8FA271}"/>
              </a:ext>
            </a:extLst>
          </p:cNvPr>
          <p:cNvGraphicFramePr>
            <a:graphicFrameLocks noGrp="1"/>
          </p:cNvGraphicFramePr>
          <p:nvPr/>
        </p:nvGraphicFramePr>
        <p:xfrm>
          <a:off x="4500563" y="1341438"/>
          <a:ext cx="2994025" cy="2144713"/>
        </p:xfrm>
        <a:graphic>
          <a:graphicData uri="http://schemas.openxmlformats.org/drawingml/2006/table">
            <a:tbl>
              <a:tblPr/>
              <a:tblGrid>
                <a:gridCol w="1092200">
                  <a:extLst>
                    <a:ext uri="{9D8B030D-6E8A-4147-A177-3AD203B41FA5}">
                      <a16:colId xmlns:a16="http://schemas.microsoft.com/office/drawing/2014/main" val="551250696"/>
                    </a:ext>
                  </a:extLst>
                </a:gridCol>
                <a:gridCol w="862012">
                  <a:extLst>
                    <a:ext uri="{9D8B030D-6E8A-4147-A177-3AD203B41FA5}">
                      <a16:colId xmlns:a16="http://schemas.microsoft.com/office/drawing/2014/main" val="2313848948"/>
                    </a:ext>
                  </a:extLst>
                </a:gridCol>
                <a:gridCol w="1039813">
                  <a:extLst>
                    <a:ext uri="{9D8B030D-6E8A-4147-A177-3AD203B41FA5}">
                      <a16:colId xmlns:a16="http://schemas.microsoft.com/office/drawing/2014/main" val="3233175338"/>
                    </a:ext>
                  </a:extLst>
                </a:gridCol>
              </a:tblGrid>
              <a:tr h="7620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文件名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各种属性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物理始址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160832465"/>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A.C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814456929"/>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Editor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629115703"/>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547439648"/>
                  </a:ext>
                </a:extLst>
              </a:tr>
            </a:tbl>
          </a:graphicData>
        </a:graphic>
      </p:graphicFrame>
      <p:graphicFrame>
        <p:nvGraphicFramePr>
          <p:cNvPr id="533568" name="Group 64">
            <a:extLst>
              <a:ext uri="{FF2B5EF4-FFF2-40B4-BE49-F238E27FC236}">
                <a16:creationId xmlns:a16="http://schemas.microsoft.com/office/drawing/2014/main" id="{F2EBEAE9-E450-DD16-0A08-7D2F052F7E72}"/>
              </a:ext>
            </a:extLst>
          </p:cNvPr>
          <p:cNvGraphicFramePr>
            <a:graphicFrameLocks noGrp="1"/>
          </p:cNvGraphicFramePr>
          <p:nvPr/>
        </p:nvGraphicFramePr>
        <p:xfrm>
          <a:off x="4500563" y="4381500"/>
          <a:ext cx="2994025" cy="2144713"/>
        </p:xfrm>
        <a:graphic>
          <a:graphicData uri="http://schemas.openxmlformats.org/drawingml/2006/table">
            <a:tbl>
              <a:tblPr/>
              <a:tblGrid>
                <a:gridCol w="1092200">
                  <a:extLst>
                    <a:ext uri="{9D8B030D-6E8A-4147-A177-3AD203B41FA5}">
                      <a16:colId xmlns:a16="http://schemas.microsoft.com/office/drawing/2014/main" val="1360466157"/>
                    </a:ext>
                  </a:extLst>
                </a:gridCol>
                <a:gridCol w="862012">
                  <a:extLst>
                    <a:ext uri="{9D8B030D-6E8A-4147-A177-3AD203B41FA5}">
                      <a16:colId xmlns:a16="http://schemas.microsoft.com/office/drawing/2014/main" val="2643236167"/>
                    </a:ext>
                  </a:extLst>
                </a:gridCol>
                <a:gridCol w="1039813">
                  <a:extLst>
                    <a:ext uri="{9D8B030D-6E8A-4147-A177-3AD203B41FA5}">
                      <a16:colId xmlns:a16="http://schemas.microsoft.com/office/drawing/2014/main" val="3070287974"/>
                    </a:ext>
                  </a:extLst>
                </a:gridCol>
              </a:tblGrid>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文件名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各种属性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物理始址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59426339"/>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A.C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202364751"/>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Editor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878862371"/>
                  </a:ext>
                </a:extLst>
              </a:tr>
              <a:tr h="460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352932103"/>
                  </a:ext>
                </a:extLst>
              </a:tr>
            </a:tbl>
          </a:graphicData>
        </a:graphic>
      </p:graphicFrame>
      <p:sp>
        <p:nvSpPr>
          <p:cNvPr id="99414" name="Text Box 86">
            <a:extLst>
              <a:ext uri="{FF2B5EF4-FFF2-40B4-BE49-F238E27FC236}">
                <a16:creationId xmlns:a16="http://schemas.microsoft.com/office/drawing/2014/main" id="{11743001-854C-C965-5611-52D56543B6EB}"/>
              </a:ext>
            </a:extLst>
          </p:cNvPr>
          <p:cNvSpPr txBox="1">
            <a:spLocks noChangeArrowheads="1"/>
          </p:cNvSpPr>
          <p:nvPr/>
        </p:nvSpPr>
        <p:spPr bwMode="auto">
          <a:xfrm>
            <a:off x="4500563" y="765175"/>
            <a:ext cx="3024187"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200" b="0">
                <a:latin typeface="华文中宋" panose="02010600040101010101" pitchFamily="2" charset="-122"/>
                <a:ea typeface="华文中宋" panose="02010600040101010101" pitchFamily="2" charset="-122"/>
              </a:rPr>
              <a:t>Wang</a:t>
            </a:r>
            <a:r>
              <a:rPr lang="zh-CN" altLang="en-US" sz="2200" b="0">
                <a:latin typeface="华文中宋" panose="02010600040101010101" pitchFamily="2" charset="-122"/>
                <a:ea typeface="华文中宋" panose="02010600040101010101" pitchFamily="2" charset="-122"/>
              </a:rPr>
              <a:t>的文件目录结构</a:t>
            </a:r>
          </a:p>
        </p:txBody>
      </p:sp>
      <p:sp>
        <p:nvSpPr>
          <p:cNvPr id="99415" name="Text Box 87">
            <a:extLst>
              <a:ext uri="{FF2B5EF4-FFF2-40B4-BE49-F238E27FC236}">
                <a16:creationId xmlns:a16="http://schemas.microsoft.com/office/drawing/2014/main" id="{6EBF6C28-A1D4-F115-3D62-C73F2E6042A0}"/>
              </a:ext>
            </a:extLst>
          </p:cNvPr>
          <p:cNvSpPr txBox="1">
            <a:spLocks noChangeArrowheads="1"/>
          </p:cNvSpPr>
          <p:nvPr/>
        </p:nvSpPr>
        <p:spPr bwMode="auto">
          <a:xfrm>
            <a:off x="4427538" y="3938588"/>
            <a:ext cx="302418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200" b="0">
                <a:latin typeface="华文中宋" panose="02010600040101010101" pitchFamily="2" charset="-122"/>
                <a:ea typeface="华文中宋" panose="02010600040101010101" pitchFamily="2" charset="-122"/>
              </a:rPr>
              <a:t>Zhang</a:t>
            </a:r>
            <a:r>
              <a:rPr lang="zh-CN" altLang="en-US" sz="2200" b="0">
                <a:latin typeface="华文中宋" panose="02010600040101010101" pitchFamily="2" charset="-122"/>
                <a:ea typeface="华文中宋" panose="02010600040101010101" pitchFamily="2" charset="-122"/>
              </a:rPr>
              <a:t>的文件目录结构</a:t>
            </a:r>
          </a:p>
        </p:txBody>
      </p:sp>
      <p:sp>
        <p:nvSpPr>
          <p:cNvPr id="99416" name="Line 88">
            <a:extLst>
              <a:ext uri="{FF2B5EF4-FFF2-40B4-BE49-F238E27FC236}">
                <a16:creationId xmlns:a16="http://schemas.microsoft.com/office/drawing/2014/main" id="{E5C0D3CE-E766-23AA-0CB1-963B5D190F93}"/>
              </a:ext>
            </a:extLst>
          </p:cNvPr>
          <p:cNvSpPr>
            <a:spLocks noChangeShapeType="1"/>
          </p:cNvSpPr>
          <p:nvPr/>
        </p:nvSpPr>
        <p:spPr bwMode="auto">
          <a:xfrm>
            <a:off x="5003800" y="6165850"/>
            <a:ext cx="0" cy="28892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17" name="Line 89">
            <a:extLst>
              <a:ext uri="{FF2B5EF4-FFF2-40B4-BE49-F238E27FC236}">
                <a16:creationId xmlns:a16="http://schemas.microsoft.com/office/drawing/2014/main" id="{F2241237-926C-42C0-ED0F-E4F0796CF141}"/>
              </a:ext>
            </a:extLst>
          </p:cNvPr>
          <p:cNvSpPr>
            <a:spLocks noChangeShapeType="1"/>
          </p:cNvSpPr>
          <p:nvPr/>
        </p:nvSpPr>
        <p:spPr bwMode="auto">
          <a:xfrm>
            <a:off x="5867400" y="5373688"/>
            <a:ext cx="28733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18" name="Line 90">
            <a:extLst>
              <a:ext uri="{FF2B5EF4-FFF2-40B4-BE49-F238E27FC236}">
                <a16:creationId xmlns:a16="http://schemas.microsoft.com/office/drawing/2014/main" id="{D89ADDC7-D4EC-3527-15C7-0B643B848920}"/>
              </a:ext>
            </a:extLst>
          </p:cNvPr>
          <p:cNvSpPr>
            <a:spLocks noChangeShapeType="1"/>
          </p:cNvSpPr>
          <p:nvPr/>
        </p:nvSpPr>
        <p:spPr bwMode="auto">
          <a:xfrm>
            <a:off x="5867400" y="5876925"/>
            <a:ext cx="28733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19" name="Text Box 91">
            <a:extLst>
              <a:ext uri="{FF2B5EF4-FFF2-40B4-BE49-F238E27FC236}">
                <a16:creationId xmlns:a16="http://schemas.microsoft.com/office/drawing/2014/main" id="{A2909868-CB1C-CE74-B50C-FCD64E8AF38C}"/>
              </a:ext>
            </a:extLst>
          </p:cNvPr>
          <p:cNvSpPr txBox="1">
            <a:spLocks noChangeArrowheads="1"/>
          </p:cNvSpPr>
          <p:nvPr/>
        </p:nvSpPr>
        <p:spPr bwMode="auto">
          <a:xfrm>
            <a:off x="611188" y="1484313"/>
            <a:ext cx="2447925"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200" b="0">
                <a:latin typeface="华文中宋" panose="02010600040101010101" pitchFamily="2" charset="-122"/>
                <a:ea typeface="华文中宋" panose="02010600040101010101" pitchFamily="2" charset="-122"/>
              </a:rPr>
              <a:t>主目录</a:t>
            </a:r>
            <a:r>
              <a:rPr lang="en-US" altLang="zh-CN" sz="2200" b="0">
                <a:latin typeface="华文中宋" panose="02010600040101010101" pitchFamily="2" charset="-122"/>
                <a:ea typeface="华文中宋" panose="02010600040101010101" pitchFamily="2" charset="-122"/>
              </a:rPr>
              <a:t>MFD</a:t>
            </a:r>
          </a:p>
        </p:txBody>
      </p:sp>
      <p:sp>
        <p:nvSpPr>
          <p:cNvPr id="99420" name="Line 92">
            <a:extLst>
              <a:ext uri="{FF2B5EF4-FFF2-40B4-BE49-F238E27FC236}">
                <a16:creationId xmlns:a16="http://schemas.microsoft.com/office/drawing/2014/main" id="{AC395DF4-79D0-34C6-BEC0-27D73C378FD2}"/>
              </a:ext>
            </a:extLst>
          </p:cNvPr>
          <p:cNvSpPr>
            <a:spLocks noChangeShapeType="1"/>
          </p:cNvSpPr>
          <p:nvPr/>
        </p:nvSpPr>
        <p:spPr bwMode="auto">
          <a:xfrm flipV="1">
            <a:off x="3708400" y="1916113"/>
            <a:ext cx="719138" cy="15843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1" name="Line 93">
            <a:extLst>
              <a:ext uri="{FF2B5EF4-FFF2-40B4-BE49-F238E27FC236}">
                <a16:creationId xmlns:a16="http://schemas.microsoft.com/office/drawing/2014/main" id="{12B1A947-68EB-F72B-5D23-3634C2147D07}"/>
              </a:ext>
            </a:extLst>
          </p:cNvPr>
          <p:cNvSpPr>
            <a:spLocks noChangeShapeType="1"/>
          </p:cNvSpPr>
          <p:nvPr/>
        </p:nvSpPr>
        <p:spPr bwMode="auto">
          <a:xfrm>
            <a:off x="3779838" y="3933825"/>
            <a:ext cx="647700" cy="7905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2" name="Line 94">
            <a:extLst>
              <a:ext uri="{FF2B5EF4-FFF2-40B4-BE49-F238E27FC236}">
                <a16:creationId xmlns:a16="http://schemas.microsoft.com/office/drawing/2014/main" id="{0876DFA5-69CF-4B34-F8AB-A58C75A0D2BF}"/>
              </a:ext>
            </a:extLst>
          </p:cNvPr>
          <p:cNvSpPr>
            <a:spLocks noChangeShapeType="1"/>
          </p:cNvSpPr>
          <p:nvPr/>
        </p:nvSpPr>
        <p:spPr bwMode="auto">
          <a:xfrm>
            <a:off x="7524750" y="2276475"/>
            <a:ext cx="28733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3" name="Oval 95">
            <a:extLst>
              <a:ext uri="{FF2B5EF4-FFF2-40B4-BE49-F238E27FC236}">
                <a16:creationId xmlns:a16="http://schemas.microsoft.com/office/drawing/2014/main" id="{62EDDE4E-3494-7D24-A56F-B848B18A5819}"/>
              </a:ext>
            </a:extLst>
          </p:cNvPr>
          <p:cNvSpPr>
            <a:spLocks noChangeArrowheads="1"/>
          </p:cNvSpPr>
          <p:nvPr/>
        </p:nvSpPr>
        <p:spPr bwMode="auto">
          <a:xfrm>
            <a:off x="7812088" y="1989138"/>
            <a:ext cx="719137" cy="50323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99424" name="Line 96">
            <a:extLst>
              <a:ext uri="{FF2B5EF4-FFF2-40B4-BE49-F238E27FC236}">
                <a16:creationId xmlns:a16="http://schemas.microsoft.com/office/drawing/2014/main" id="{3EADE1B3-77E2-E3A1-0518-E6CEA5823972}"/>
              </a:ext>
            </a:extLst>
          </p:cNvPr>
          <p:cNvSpPr>
            <a:spLocks noChangeShapeType="1"/>
          </p:cNvSpPr>
          <p:nvPr/>
        </p:nvSpPr>
        <p:spPr bwMode="auto">
          <a:xfrm flipH="1">
            <a:off x="7885113" y="2060575"/>
            <a:ext cx="1428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5" name="Line 97">
            <a:extLst>
              <a:ext uri="{FF2B5EF4-FFF2-40B4-BE49-F238E27FC236}">
                <a16:creationId xmlns:a16="http://schemas.microsoft.com/office/drawing/2014/main" id="{ED0E5984-7E1B-378C-879B-0FE26C86DEF1}"/>
              </a:ext>
            </a:extLst>
          </p:cNvPr>
          <p:cNvSpPr>
            <a:spLocks noChangeShapeType="1"/>
          </p:cNvSpPr>
          <p:nvPr/>
        </p:nvSpPr>
        <p:spPr bwMode="auto">
          <a:xfrm flipH="1">
            <a:off x="7956550" y="1989138"/>
            <a:ext cx="21590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6" name="Line 98">
            <a:extLst>
              <a:ext uri="{FF2B5EF4-FFF2-40B4-BE49-F238E27FC236}">
                <a16:creationId xmlns:a16="http://schemas.microsoft.com/office/drawing/2014/main" id="{7C2D11DA-CEB7-FE5C-549A-93A0D305B5D4}"/>
              </a:ext>
            </a:extLst>
          </p:cNvPr>
          <p:cNvSpPr>
            <a:spLocks noChangeShapeType="1"/>
          </p:cNvSpPr>
          <p:nvPr/>
        </p:nvSpPr>
        <p:spPr bwMode="auto">
          <a:xfrm flipH="1">
            <a:off x="8027988" y="1989138"/>
            <a:ext cx="288925"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7" name="Line 99">
            <a:extLst>
              <a:ext uri="{FF2B5EF4-FFF2-40B4-BE49-F238E27FC236}">
                <a16:creationId xmlns:a16="http://schemas.microsoft.com/office/drawing/2014/main" id="{D31BF7C0-73A4-DC89-EAD6-8C1E18923CFB}"/>
              </a:ext>
            </a:extLst>
          </p:cNvPr>
          <p:cNvSpPr>
            <a:spLocks noChangeShapeType="1"/>
          </p:cNvSpPr>
          <p:nvPr/>
        </p:nvSpPr>
        <p:spPr bwMode="auto">
          <a:xfrm flipH="1">
            <a:off x="8172450" y="2060575"/>
            <a:ext cx="215900" cy="360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8" name="Line 100">
            <a:extLst>
              <a:ext uri="{FF2B5EF4-FFF2-40B4-BE49-F238E27FC236}">
                <a16:creationId xmlns:a16="http://schemas.microsoft.com/office/drawing/2014/main" id="{AA9572B3-B127-F745-1773-4169B9B04BCB}"/>
              </a:ext>
            </a:extLst>
          </p:cNvPr>
          <p:cNvSpPr>
            <a:spLocks noChangeShapeType="1"/>
          </p:cNvSpPr>
          <p:nvPr/>
        </p:nvSpPr>
        <p:spPr bwMode="auto">
          <a:xfrm flipH="1">
            <a:off x="8316913" y="2205038"/>
            <a:ext cx="1428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29" name="Line 101">
            <a:extLst>
              <a:ext uri="{FF2B5EF4-FFF2-40B4-BE49-F238E27FC236}">
                <a16:creationId xmlns:a16="http://schemas.microsoft.com/office/drawing/2014/main" id="{D8226453-9004-408B-8745-6B64DF0C0B0B}"/>
              </a:ext>
            </a:extLst>
          </p:cNvPr>
          <p:cNvSpPr>
            <a:spLocks noChangeShapeType="1"/>
          </p:cNvSpPr>
          <p:nvPr/>
        </p:nvSpPr>
        <p:spPr bwMode="auto">
          <a:xfrm>
            <a:off x="7524750" y="2852738"/>
            <a:ext cx="28733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0" name="Oval 102">
            <a:extLst>
              <a:ext uri="{FF2B5EF4-FFF2-40B4-BE49-F238E27FC236}">
                <a16:creationId xmlns:a16="http://schemas.microsoft.com/office/drawing/2014/main" id="{3A99EB22-970D-70FE-CE18-10CCE0813E15}"/>
              </a:ext>
            </a:extLst>
          </p:cNvPr>
          <p:cNvSpPr>
            <a:spLocks noChangeArrowheads="1"/>
          </p:cNvSpPr>
          <p:nvPr/>
        </p:nvSpPr>
        <p:spPr bwMode="auto">
          <a:xfrm>
            <a:off x="7812088" y="2565400"/>
            <a:ext cx="719137" cy="5032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99431" name="Line 103">
            <a:extLst>
              <a:ext uri="{FF2B5EF4-FFF2-40B4-BE49-F238E27FC236}">
                <a16:creationId xmlns:a16="http://schemas.microsoft.com/office/drawing/2014/main" id="{E28DC22B-83F5-3235-1191-7D4A2F329A5B}"/>
              </a:ext>
            </a:extLst>
          </p:cNvPr>
          <p:cNvSpPr>
            <a:spLocks noChangeShapeType="1"/>
          </p:cNvSpPr>
          <p:nvPr/>
        </p:nvSpPr>
        <p:spPr bwMode="auto">
          <a:xfrm flipH="1">
            <a:off x="7885113" y="2636838"/>
            <a:ext cx="1428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2" name="Line 104">
            <a:extLst>
              <a:ext uri="{FF2B5EF4-FFF2-40B4-BE49-F238E27FC236}">
                <a16:creationId xmlns:a16="http://schemas.microsoft.com/office/drawing/2014/main" id="{F80884CB-23A0-9BD9-A505-DD0B075A7FC8}"/>
              </a:ext>
            </a:extLst>
          </p:cNvPr>
          <p:cNvSpPr>
            <a:spLocks noChangeShapeType="1"/>
          </p:cNvSpPr>
          <p:nvPr/>
        </p:nvSpPr>
        <p:spPr bwMode="auto">
          <a:xfrm flipH="1">
            <a:off x="7956550" y="2565400"/>
            <a:ext cx="215900" cy="360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3" name="Line 105">
            <a:extLst>
              <a:ext uri="{FF2B5EF4-FFF2-40B4-BE49-F238E27FC236}">
                <a16:creationId xmlns:a16="http://schemas.microsoft.com/office/drawing/2014/main" id="{F6F75354-5161-DDC4-8C44-1A35E526ECB6}"/>
              </a:ext>
            </a:extLst>
          </p:cNvPr>
          <p:cNvSpPr>
            <a:spLocks noChangeShapeType="1"/>
          </p:cNvSpPr>
          <p:nvPr/>
        </p:nvSpPr>
        <p:spPr bwMode="auto">
          <a:xfrm flipH="1">
            <a:off x="8027988" y="2565400"/>
            <a:ext cx="288925"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4" name="Line 106">
            <a:extLst>
              <a:ext uri="{FF2B5EF4-FFF2-40B4-BE49-F238E27FC236}">
                <a16:creationId xmlns:a16="http://schemas.microsoft.com/office/drawing/2014/main" id="{6BA24849-7616-1677-3A13-F9C420B6F792}"/>
              </a:ext>
            </a:extLst>
          </p:cNvPr>
          <p:cNvSpPr>
            <a:spLocks noChangeShapeType="1"/>
          </p:cNvSpPr>
          <p:nvPr/>
        </p:nvSpPr>
        <p:spPr bwMode="auto">
          <a:xfrm flipH="1">
            <a:off x="8172450" y="2636838"/>
            <a:ext cx="21590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5" name="Line 107">
            <a:extLst>
              <a:ext uri="{FF2B5EF4-FFF2-40B4-BE49-F238E27FC236}">
                <a16:creationId xmlns:a16="http://schemas.microsoft.com/office/drawing/2014/main" id="{5DA2D197-7FF9-19D2-668A-7302A6CEAFFF}"/>
              </a:ext>
            </a:extLst>
          </p:cNvPr>
          <p:cNvSpPr>
            <a:spLocks noChangeShapeType="1"/>
          </p:cNvSpPr>
          <p:nvPr/>
        </p:nvSpPr>
        <p:spPr bwMode="auto">
          <a:xfrm flipH="1">
            <a:off x="8316913" y="2781300"/>
            <a:ext cx="1428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6" name="Line 108">
            <a:extLst>
              <a:ext uri="{FF2B5EF4-FFF2-40B4-BE49-F238E27FC236}">
                <a16:creationId xmlns:a16="http://schemas.microsoft.com/office/drawing/2014/main" id="{C9D2C7B8-1FB8-BAAF-F991-90242B286843}"/>
              </a:ext>
            </a:extLst>
          </p:cNvPr>
          <p:cNvSpPr>
            <a:spLocks noChangeShapeType="1"/>
          </p:cNvSpPr>
          <p:nvPr/>
        </p:nvSpPr>
        <p:spPr bwMode="auto">
          <a:xfrm>
            <a:off x="7524750" y="5373688"/>
            <a:ext cx="28733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7" name="Oval 109">
            <a:extLst>
              <a:ext uri="{FF2B5EF4-FFF2-40B4-BE49-F238E27FC236}">
                <a16:creationId xmlns:a16="http://schemas.microsoft.com/office/drawing/2014/main" id="{9D3A1E3C-61BF-35E1-2AF1-411ECE169087}"/>
              </a:ext>
            </a:extLst>
          </p:cNvPr>
          <p:cNvSpPr>
            <a:spLocks noChangeArrowheads="1"/>
          </p:cNvSpPr>
          <p:nvPr/>
        </p:nvSpPr>
        <p:spPr bwMode="auto">
          <a:xfrm>
            <a:off x="7812088" y="5086350"/>
            <a:ext cx="719137" cy="5032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99438" name="Line 110">
            <a:extLst>
              <a:ext uri="{FF2B5EF4-FFF2-40B4-BE49-F238E27FC236}">
                <a16:creationId xmlns:a16="http://schemas.microsoft.com/office/drawing/2014/main" id="{3C9C2F4F-A99B-401B-2634-707BD24605CF}"/>
              </a:ext>
            </a:extLst>
          </p:cNvPr>
          <p:cNvSpPr>
            <a:spLocks noChangeShapeType="1"/>
          </p:cNvSpPr>
          <p:nvPr/>
        </p:nvSpPr>
        <p:spPr bwMode="auto">
          <a:xfrm flipH="1">
            <a:off x="7885113" y="5157788"/>
            <a:ext cx="1428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39" name="Line 111">
            <a:extLst>
              <a:ext uri="{FF2B5EF4-FFF2-40B4-BE49-F238E27FC236}">
                <a16:creationId xmlns:a16="http://schemas.microsoft.com/office/drawing/2014/main" id="{F2383050-5540-2A72-53CD-FE9C9C0901BB}"/>
              </a:ext>
            </a:extLst>
          </p:cNvPr>
          <p:cNvSpPr>
            <a:spLocks noChangeShapeType="1"/>
          </p:cNvSpPr>
          <p:nvPr/>
        </p:nvSpPr>
        <p:spPr bwMode="auto">
          <a:xfrm flipH="1">
            <a:off x="7956550" y="5086350"/>
            <a:ext cx="215900" cy="360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40" name="Line 112">
            <a:extLst>
              <a:ext uri="{FF2B5EF4-FFF2-40B4-BE49-F238E27FC236}">
                <a16:creationId xmlns:a16="http://schemas.microsoft.com/office/drawing/2014/main" id="{F2D558A8-4713-B5FE-05F7-DD019F7A2B60}"/>
              </a:ext>
            </a:extLst>
          </p:cNvPr>
          <p:cNvSpPr>
            <a:spLocks noChangeShapeType="1"/>
          </p:cNvSpPr>
          <p:nvPr/>
        </p:nvSpPr>
        <p:spPr bwMode="auto">
          <a:xfrm flipH="1">
            <a:off x="8027988" y="5086350"/>
            <a:ext cx="288925"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41" name="Line 113">
            <a:extLst>
              <a:ext uri="{FF2B5EF4-FFF2-40B4-BE49-F238E27FC236}">
                <a16:creationId xmlns:a16="http://schemas.microsoft.com/office/drawing/2014/main" id="{7F00B9CD-1040-2A02-2EF1-3CD716BFD69C}"/>
              </a:ext>
            </a:extLst>
          </p:cNvPr>
          <p:cNvSpPr>
            <a:spLocks noChangeShapeType="1"/>
          </p:cNvSpPr>
          <p:nvPr/>
        </p:nvSpPr>
        <p:spPr bwMode="auto">
          <a:xfrm flipH="1">
            <a:off x="8172450" y="5157788"/>
            <a:ext cx="21590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42" name="Line 114">
            <a:extLst>
              <a:ext uri="{FF2B5EF4-FFF2-40B4-BE49-F238E27FC236}">
                <a16:creationId xmlns:a16="http://schemas.microsoft.com/office/drawing/2014/main" id="{B53B7544-EE6F-B476-0120-BE45F75D5300}"/>
              </a:ext>
            </a:extLst>
          </p:cNvPr>
          <p:cNvSpPr>
            <a:spLocks noChangeShapeType="1"/>
          </p:cNvSpPr>
          <p:nvPr/>
        </p:nvSpPr>
        <p:spPr bwMode="auto">
          <a:xfrm flipH="1">
            <a:off x="8316913" y="5302250"/>
            <a:ext cx="1428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43" name="Line 115">
            <a:extLst>
              <a:ext uri="{FF2B5EF4-FFF2-40B4-BE49-F238E27FC236}">
                <a16:creationId xmlns:a16="http://schemas.microsoft.com/office/drawing/2014/main" id="{4A00F97B-727D-56B7-1CD1-4C5476C3DFC8}"/>
              </a:ext>
            </a:extLst>
          </p:cNvPr>
          <p:cNvSpPr>
            <a:spLocks noChangeShapeType="1"/>
          </p:cNvSpPr>
          <p:nvPr/>
        </p:nvSpPr>
        <p:spPr bwMode="auto">
          <a:xfrm flipV="1">
            <a:off x="7235825" y="2997200"/>
            <a:ext cx="792163" cy="28797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444" name="Text Box 116">
            <a:extLst>
              <a:ext uri="{FF2B5EF4-FFF2-40B4-BE49-F238E27FC236}">
                <a16:creationId xmlns:a16="http://schemas.microsoft.com/office/drawing/2014/main" id="{2DC69F71-ECEA-8F2F-6994-55AE71491340}"/>
              </a:ext>
            </a:extLst>
          </p:cNvPr>
          <p:cNvSpPr txBox="1">
            <a:spLocks noChangeArrowheads="1"/>
          </p:cNvSpPr>
          <p:nvPr/>
        </p:nvSpPr>
        <p:spPr bwMode="auto">
          <a:xfrm>
            <a:off x="7739063" y="3933825"/>
            <a:ext cx="1404937"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200" b="0">
                <a:latin typeface="华文中宋" panose="02010600040101010101" pitchFamily="2" charset="-122"/>
                <a:ea typeface="华文中宋" panose="02010600040101010101" pitchFamily="2" charset="-122"/>
              </a:rPr>
              <a:t>文件共享</a:t>
            </a:r>
          </a:p>
        </p:txBody>
      </p:sp>
    </p:spTree>
  </p:cSld>
  <p:clrMapOvr>
    <a:masterClrMapping/>
  </p:clrMapOvr>
  <p:transition spd="med">
    <p:random/>
    <p:sndAc>
      <p:stSnd>
        <p:snd r:embed="rId2" name="camera.wav"/>
      </p:stSnd>
    </p:sndAc>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E8E290F-F51D-34A0-BC3E-55086196F0B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D8C381B-7433-C345-AC34-82893D1E4FA5}" type="slidenum">
              <a:rPr lang="en-US" altLang="zh-CN">
                <a:latin typeface="Arial" panose="020B0604020202020204" pitchFamily="34" charset="0"/>
              </a:rPr>
              <a:pPr/>
              <a:t>96</a:t>
            </a:fld>
            <a:endParaRPr lang="en-US" altLang="zh-CN">
              <a:latin typeface="Arial" panose="020B0604020202020204" pitchFamily="34" charset="0"/>
            </a:endParaRPr>
          </a:p>
        </p:txBody>
      </p:sp>
      <p:sp>
        <p:nvSpPr>
          <p:cNvPr id="534530" name="Rectangle 2">
            <a:extLst>
              <a:ext uri="{FF2B5EF4-FFF2-40B4-BE49-F238E27FC236}">
                <a16:creationId xmlns:a16="http://schemas.microsoft.com/office/drawing/2014/main" id="{86F9F4DF-BA4B-FAAF-E804-7CD0EEFDE90B}"/>
              </a:ext>
            </a:extLst>
          </p:cNvPr>
          <p:cNvSpPr>
            <a:spLocks noGrp="1" noRot="1" noChangeArrowheads="1"/>
          </p:cNvSpPr>
          <p:nvPr>
            <p:ph type="title"/>
          </p:nvPr>
        </p:nvSpPr>
        <p:spPr/>
        <p:txBody>
          <a:bodyPr/>
          <a:lstStyle/>
          <a:p>
            <a:pPr eaLnBrk="1" hangingPunct="1"/>
            <a:r>
              <a:rPr lang="en-US" altLang="zh-CN"/>
              <a:t>2.</a:t>
            </a:r>
            <a:r>
              <a:rPr lang="zh-CN" altLang="en-US"/>
              <a:t>二级目录</a:t>
            </a:r>
          </a:p>
        </p:txBody>
      </p:sp>
      <p:sp>
        <p:nvSpPr>
          <p:cNvPr id="534531" name="Rectangle 3">
            <a:extLst>
              <a:ext uri="{FF2B5EF4-FFF2-40B4-BE49-F238E27FC236}">
                <a16:creationId xmlns:a16="http://schemas.microsoft.com/office/drawing/2014/main" id="{B24A619D-1F18-2E10-91DD-E7216FA0DB7F}"/>
              </a:ext>
            </a:extLst>
          </p:cNvPr>
          <p:cNvSpPr>
            <a:spLocks noGrp="1" noRot="1" noChangeArrowheads="1"/>
          </p:cNvSpPr>
          <p:nvPr>
            <p:ph type="body" idx="1"/>
          </p:nvPr>
        </p:nvSpPr>
        <p:spPr/>
        <p:txBody>
          <a:bodyPr/>
          <a:lstStyle/>
          <a:p>
            <a:pPr eaLnBrk="1" hangingPunct="1">
              <a:lnSpc>
                <a:spcPct val="90000"/>
              </a:lnSpc>
            </a:pPr>
            <a:r>
              <a:rPr lang="zh-CN" altLang="en-US" sz="2800"/>
              <a:t>使用二级目录可以解决文件重名和文件共享问题，并且可获得较高的搜索速度。</a:t>
            </a:r>
          </a:p>
          <a:p>
            <a:pPr eaLnBrk="1" hangingPunct="1">
              <a:lnSpc>
                <a:spcPct val="90000"/>
              </a:lnSpc>
            </a:pPr>
            <a:r>
              <a:rPr lang="zh-CN" altLang="en-US" sz="2800"/>
              <a:t>从系统管理的角度看，二级目录中文件名已演变为</a:t>
            </a:r>
            <a:r>
              <a:rPr lang="zh-CN" altLang="en-US" sz="2800">
                <a:latin typeface="华文中宋" panose="02010600040101010101" pitchFamily="2" charset="-122"/>
              </a:rPr>
              <a:t>“</a:t>
            </a:r>
            <a:r>
              <a:rPr lang="zh-CN" altLang="en-US" sz="2800">
                <a:solidFill>
                  <a:schemeClr val="hlink"/>
                </a:solidFill>
              </a:rPr>
              <a:t>用户名</a:t>
            </a:r>
            <a:r>
              <a:rPr lang="en-US" altLang="zh-CN" sz="2800">
                <a:solidFill>
                  <a:schemeClr val="hlink"/>
                </a:solidFill>
              </a:rPr>
              <a:t>/</a:t>
            </a:r>
            <a:r>
              <a:rPr lang="zh-CN" altLang="en-US" sz="2800">
                <a:solidFill>
                  <a:schemeClr val="hlink"/>
                </a:solidFill>
              </a:rPr>
              <a:t>用户文件名</a:t>
            </a:r>
            <a:r>
              <a:rPr lang="zh-CN" altLang="en-US" sz="2800">
                <a:latin typeface="华文中宋" panose="02010600040101010101" pitchFamily="2" charset="-122"/>
              </a:rPr>
              <a:t>”</a:t>
            </a:r>
            <a:r>
              <a:rPr lang="zh-CN" altLang="en-US" sz="2800"/>
              <a:t>。</a:t>
            </a:r>
          </a:p>
          <a:p>
            <a:pPr eaLnBrk="1" hangingPunct="1">
              <a:lnSpc>
                <a:spcPct val="90000"/>
              </a:lnSpc>
            </a:pPr>
            <a:r>
              <a:rPr lang="zh-CN" altLang="en-US" sz="2800"/>
              <a:t>两个不同的用户可以具有同名的文件。</a:t>
            </a:r>
          </a:p>
          <a:p>
            <a:pPr eaLnBrk="1" hangingPunct="1">
              <a:lnSpc>
                <a:spcPct val="90000"/>
              </a:lnSpc>
            </a:pPr>
            <a:r>
              <a:rPr lang="zh-CN" altLang="en-US" sz="2800"/>
              <a:t>可以方便地解决不同用户之间的文件共享：在</a:t>
            </a:r>
            <a:r>
              <a:rPr lang="zh-CN" altLang="en-US" sz="2800">
                <a:solidFill>
                  <a:schemeClr val="hlink"/>
                </a:solidFill>
              </a:rPr>
              <a:t>被共享文件</a:t>
            </a:r>
            <a:r>
              <a:rPr lang="zh-CN" altLang="en-US" sz="2800"/>
              <a:t>的说明信息中增加</a:t>
            </a:r>
            <a:r>
              <a:rPr lang="zh-CN" altLang="en-US" sz="2800">
                <a:solidFill>
                  <a:schemeClr val="hlink"/>
                </a:solidFill>
              </a:rPr>
              <a:t>共享管理项</a:t>
            </a:r>
            <a:r>
              <a:rPr lang="zh-CN" altLang="en-US" sz="2800"/>
              <a:t>；把</a:t>
            </a:r>
            <a:r>
              <a:rPr lang="zh-CN" altLang="en-US" sz="2800">
                <a:solidFill>
                  <a:schemeClr val="hlink"/>
                </a:solidFill>
              </a:rPr>
              <a:t>共享文件的文件说明项</a:t>
            </a:r>
            <a:r>
              <a:rPr lang="zh-CN" altLang="en-US" sz="2800"/>
              <a:t>指向</a:t>
            </a:r>
            <a:r>
              <a:rPr lang="zh-CN" altLang="en-US" sz="2800">
                <a:solidFill>
                  <a:schemeClr val="hlink"/>
                </a:solidFill>
              </a:rPr>
              <a:t>被共享文件的文件说明项</a:t>
            </a:r>
            <a:r>
              <a:rPr lang="zh-CN" altLang="en-US" sz="2800"/>
              <a:t>。</a:t>
            </a:r>
          </a:p>
        </p:txBody>
      </p:sp>
    </p:spTree>
  </p:cSld>
  <p:clrMapOvr>
    <a:masterClrMapping/>
  </p:clrMapOvr>
  <p:transition spd="med">
    <p:random/>
    <p:sndAc>
      <p:stSnd>
        <p:snd r:embed="rId2" name="camera.wav"/>
      </p:stSnd>
    </p:sndAc>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060A1CE-84F8-7DA6-7FE0-848B2A132F3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BF281EE-0BC3-0041-9E84-D43E6AE9259C}" type="slidenum">
              <a:rPr lang="en-US" altLang="zh-CN">
                <a:latin typeface="Arial" panose="020B0604020202020204" pitchFamily="34" charset="0"/>
              </a:rPr>
              <a:pPr/>
              <a:t>97</a:t>
            </a:fld>
            <a:endParaRPr lang="en-US" altLang="zh-CN">
              <a:latin typeface="Arial" panose="020B0604020202020204" pitchFamily="34" charset="0"/>
            </a:endParaRPr>
          </a:p>
        </p:txBody>
      </p:sp>
      <p:sp>
        <p:nvSpPr>
          <p:cNvPr id="535554" name="Rectangle 2">
            <a:extLst>
              <a:ext uri="{FF2B5EF4-FFF2-40B4-BE49-F238E27FC236}">
                <a16:creationId xmlns:a16="http://schemas.microsoft.com/office/drawing/2014/main" id="{FB9386F9-649C-7C0D-F29A-27CDA799B29B}"/>
              </a:ext>
            </a:extLst>
          </p:cNvPr>
          <p:cNvSpPr>
            <a:spLocks noGrp="1" noRot="1" noChangeArrowheads="1"/>
          </p:cNvSpPr>
          <p:nvPr>
            <p:ph type="title"/>
          </p:nvPr>
        </p:nvSpPr>
        <p:spPr/>
        <p:txBody>
          <a:bodyPr/>
          <a:lstStyle/>
          <a:p>
            <a:pPr eaLnBrk="1" hangingPunct="1"/>
            <a:r>
              <a:rPr lang="en-US" altLang="zh-CN"/>
              <a:t>2.</a:t>
            </a:r>
            <a:r>
              <a:rPr lang="zh-CN" altLang="en-US"/>
              <a:t>二级目录</a:t>
            </a:r>
          </a:p>
        </p:txBody>
      </p:sp>
      <p:sp>
        <p:nvSpPr>
          <p:cNvPr id="535555" name="Rectangle 3">
            <a:extLst>
              <a:ext uri="{FF2B5EF4-FFF2-40B4-BE49-F238E27FC236}">
                <a16:creationId xmlns:a16="http://schemas.microsoft.com/office/drawing/2014/main" id="{D36DB94A-535E-9C52-9F6F-2629A497EEA3}"/>
              </a:ext>
            </a:extLst>
          </p:cNvPr>
          <p:cNvSpPr>
            <a:spLocks noGrp="1" noRot="1" noChangeArrowheads="1"/>
          </p:cNvSpPr>
          <p:nvPr>
            <p:ph type="body" idx="1"/>
          </p:nvPr>
        </p:nvSpPr>
        <p:spPr/>
        <p:txBody>
          <a:bodyPr/>
          <a:lstStyle/>
          <a:p>
            <a:pPr eaLnBrk="1" hangingPunct="1"/>
            <a:r>
              <a:rPr lang="zh-CN" altLang="en-US"/>
              <a:t>在单级目录中，对单级目录的搜索时间与单级目录表的长度</a:t>
            </a:r>
            <a:r>
              <a:rPr lang="en-US" altLang="zh-CN"/>
              <a:t>n</a:t>
            </a:r>
            <a:r>
              <a:rPr lang="zh-CN" altLang="en-US"/>
              <a:t>成正比；</a:t>
            </a:r>
          </a:p>
          <a:p>
            <a:pPr eaLnBrk="1" hangingPunct="1"/>
            <a:r>
              <a:rPr lang="zh-CN" altLang="en-US"/>
              <a:t>在二级目录中，</a:t>
            </a:r>
            <a:r>
              <a:rPr lang="en-US" altLang="zh-CN"/>
              <a:t>n</a:t>
            </a:r>
            <a:r>
              <a:rPr lang="zh-CN" altLang="en-US"/>
              <a:t>个目录被划分成</a:t>
            </a:r>
            <a:r>
              <a:rPr lang="en-US" altLang="zh-CN"/>
              <a:t>m</a:t>
            </a:r>
            <a:r>
              <a:rPr lang="zh-CN" altLang="en-US"/>
              <a:t>个子集，如果每个子集有</a:t>
            </a:r>
            <a:r>
              <a:rPr lang="en-US" altLang="zh-CN"/>
              <a:t>r</a:t>
            </a:r>
            <a:r>
              <a:rPr lang="zh-CN" altLang="en-US"/>
              <a:t>个用户文件，则对二级目录的搜索时间与</a:t>
            </a:r>
            <a:r>
              <a:rPr lang="en-US" altLang="zh-CN"/>
              <a:t>m+r</a:t>
            </a:r>
            <a:r>
              <a:rPr lang="zh-CN" altLang="en-US"/>
              <a:t>成正比。这里，</a:t>
            </a:r>
            <a:r>
              <a:rPr lang="en-US" altLang="zh-CN"/>
              <a:t>m+r</a:t>
            </a:r>
            <a:r>
              <a:rPr lang="en-US" altLang="zh-CN">
                <a:latin typeface="隶书" pitchFamily="49" charset="-122"/>
              </a:rPr>
              <a:t>≤</a:t>
            </a:r>
            <a:r>
              <a:rPr lang="en-US" altLang="zh-CN"/>
              <a:t>n</a:t>
            </a:r>
            <a:r>
              <a:rPr lang="zh-CN" altLang="en-US"/>
              <a:t>。因此，二级目录的搜索速度要快于单级目录。</a:t>
            </a:r>
          </a:p>
        </p:txBody>
      </p:sp>
    </p:spTree>
  </p:cSld>
  <p:clrMapOvr>
    <a:masterClrMapping/>
  </p:clrMapOvr>
  <p:transition spd="med">
    <p:random/>
    <p:sndAc>
      <p:stSnd>
        <p:snd r:embed="rId2" name="camera.wav"/>
      </p:stSnd>
    </p:sndAc>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A35D647-2EB5-41E2-DEEF-98AE13C10D4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06C4A99-146E-1345-A675-AAA3376D1516}" type="slidenum">
              <a:rPr lang="en-US" altLang="zh-CN">
                <a:latin typeface="Arial" panose="020B0604020202020204" pitchFamily="34" charset="0"/>
              </a:rPr>
              <a:pPr/>
              <a:t>98</a:t>
            </a:fld>
            <a:endParaRPr lang="en-US" altLang="zh-CN">
              <a:latin typeface="Arial" panose="020B0604020202020204" pitchFamily="34" charset="0"/>
            </a:endParaRPr>
          </a:p>
        </p:txBody>
      </p:sp>
      <p:sp>
        <p:nvSpPr>
          <p:cNvPr id="536578" name="Rectangle 2">
            <a:extLst>
              <a:ext uri="{FF2B5EF4-FFF2-40B4-BE49-F238E27FC236}">
                <a16:creationId xmlns:a16="http://schemas.microsoft.com/office/drawing/2014/main" id="{5E0C39C7-3CAE-6163-6BC2-5FBAF3D112A3}"/>
              </a:ext>
            </a:extLst>
          </p:cNvPr>
          <p:cNvSpPr>
            <a:spLocks noGrp="1" noRot="1" noChangeArrowheads="1"/>
          </p:cNvSpPr>
          <p:nvPr>
            <p:ph type="title"/>
          </p:nvPr>
        </p:nvSpPr>
        <p:spPr/>
        <p:txBody>
          <a:bodyPr/>
          <a:lstStyle/>
          <a:p>
            <a:pPr eaLnBrk="1" hangingPunct="1"/>
            <a:r>
              <a:rPr lang="en-US" altLang="zh-CN"/>
              <a:t>3.</a:t>
            </a:r>
            <a:r>
              <a:rPr lang="zh-CN" altLang="en-US"/>
              <a:t>多级目录结构</a:t>
            </a:r>
          </a:p>
        </p:txBody>
      </p:sp>
      <p:sp>
        <p:nvSpPr>
          <p:cNvPr id="536579" name="Rectangle 3">
            <a:extLst>
              <a:ext uri="{FF2B5EF4-FFF2-40B4-BE49-F238E27FC236}">
                <a16:creationId xmlns:a16="http://schemas.microsoft.com/office/drawing/2014/main" id="{9D3914B6-D843-7859-B94A-2C0BFBE2075D}"/>
              </a:ext>
            </a:extLst>
          </p:cNvPr>
          <p:cNvSpPr>
            <a:spLocks noGrp="1" noRot="1" noChangeArrowheads="1"/>
          </p:cNvSpPr>
          <p:nvPr>
            <p:ph type="body" idx="1"/>
          </p:nvPr>
        </p:nvSpPr>
        <p:spPr/>
        <p:txBody>
          <a:bodyPr/>
          <a:lstStyle/>
          <a:p>
            <a:pPr eaLnBrk="1" hangingPunct="1">
              <a:lnSpc>
                <a:spcPct val="80000"/>
              </a:lnSpc>
            </a:pPr>
            <a:r>
              <a:rPr lang="zh-CN" altLang="en-US" sz="2800">
                <a:ea typeface="华文中宋" panose="02010600040101010101" pitchFamily="2" charset="-122"/>
              </a:rPr>
              <a:t>目录文件：由</a:t>
            </a:r>
            <a:r>
              <a:rPr lang="zh-CN" altLang="en-US" sz="2800">
                <a:solidFill>
                  <a:schemeClr val="hlink"/>
                </a:solidFill>
                <a:ea typeface="华文中宋" panose="02010600040101010101" pitchFamily="2" charset="-122"/>
              </a:rPr>
              <a:t>文件的目录项组成的文件称为目录文件。</a:t>
            </a:r>
          </a:p>
          <a:p>
            <a:pPr eaLnBrk="1" hangingPunct="1">
              <a:lnSpc>
                <a:spcPct val="80000"/>
              </a:lnSpc>
            </a:pPr>
            <a:r>
              <a:rPr lang="zh-CN" altLang="en-US" sz="2800">
                <a:ea typeface="华文中宋" panose="02010600040101010101" pitchFamily="2" charset="-122"/>
              </a:rPr>
              <a:t>系统中有一个根目录（或根目录文件），在这个目录中可登记一般文件，也可以登记目录文件，在每个目录文件中可以登记一般文件，也可以登记目录文件。</a:t>
            </a:r>
          </a:p>
          <a:p>
            <a:pPr eaLnBrk="1" hangingPunct="1">
              <a:lnSpc>
                <a:spcPct val="80000"/>
              </a:lnSpc>
            </a:pPr>
            <a:r>
              <a:rPr lang="zh-CN" altLang="en-US" sz="2800">
                <a:ea typeface="华文中宋" panose="02010600040101010101" pitchFamily="2" charset="-122"/>
              </a:rPr>
              <a:t>根据这个递归定义就形成了一个倒立的树的结构。对于一棵树，它有一个树根（只有一个，根目录），在树根上可以长树叶（一般文件），也可以长树枝（子目录文件）；对于每个树技又可以长树枝，也可以长树叶。</a:t>
            </a:r>
          </a:p>
          <a:p>
            <a:pPr eaLnBrk="1" hangingPunct="1">
              <a:lnSpc>
                <a:spcPct val="80000"/>
              </a:lnSpc>
            </a:pPr>
            <a:endParaRPr lang="en-US" altLang="zh-CN" sz="2800">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5">
            <a:extLst>
              <a:ext uri="{FF2B5EF4-FFF2-40B4-BE49-F238E27FC236}">
                <a16:creationId xmlns:a16="http://schemas.microsoft.com/office/drawing/2014/main" id="{88A0F8C4-C621-B7C6-A053-4EDD9FDADA1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DB0C258-929E-134D-A57B-E31094D9A087}" type="slidenum">
              <a:rPr lang="en-US" altLang="zh-CN">
                <a:latin typeface="Arial" panose="020B0604020202020204" pitchFamily="34" charset="0"/>
              </a:rPr>
              <a:pPr/>
              <a:t>99</a:t>
            </a:fld>
            <a:endParaRPr lang="en-US" altLang="zh-CN">
              <a:latin typeface="Arial" panose="020B0604020202020204" pitchFamily="34" charset="0"/>
            </a:endParaRPr>
          </a:p>
        </p:txBody>
      </p:sp>
      <p:sp>
        <p:nvSpPr>
          <p:cNvPr id="537602" name="Rectangle 2">
            <a:extLst>
              <a:ext uri="{FF2B5EF4-FFF2-40B4-BE49-F238E27FC236}">
                <a16:creationId xmlns:a16="http://schemas.microsoft.com/office/drawing/2014/main" id="{3A3598EC-A584-5024-6B5A-34A877A7631A}"/>
              </a:ext>
            </a:extLst>
          </p:cNvPr>
          <p:cNvSpPr>
            <a:spLocks noGrp="1" noRot="1" noChangeArrowheads="1"/>
          </p:cNvSpPr>
          <p:nvPr>
            <p:ph type="title"/>
          </p:nvPr>
        </p:nvSpPr>
        <p:spPr/>
        <p:txBody>
          <a:bodyPr/>
          <a:lstStyle/>
          <a:p>
            <a:pPr eaLnBrk="1" hangingPunct="1"/>
            <a:r>
              <a:rPr lang="zh-CN" altLang="en-US"/>
              <a:t>文件系统的树形结构</a:t>
            </a:r>
          </a:p>
        </p:txBody>
      </p:sp>
      <p:sp>
        <p:nvSpPr>
          <p:cNvPr id="103429" name="Oval 3">
            <a:extLst>
              <a:ext uri="{FF2B5EF4-FFF2-40B4-BE49-F238E27FC236}">
                <a16:creationId xmlns:a16="http://schemas.microsoft.com/office/drawing/2014/main" id="{DDF619D3-C26E-0C71-9462-F0338D0D9CD1}"/>
              </a:ext>
            </a:extLst>
          </p:cNvPr>
          <p:cNvSpPr>
            <a:spLocks noChangeArrowheads="1"/>
          </p:cNvSpPr>
          <p:nvPr/>
        </p:nvSpPr>
        <p:spPr bwMode="auto">
          <a:xfrm>
            <a:off x="3421063" y="1773238"/>
            <a:ext cx="719137" cy="5762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1</a:t>
            </a:r>
          </a:p>
        </p:txBody>
      </p:sp>
      <p:sp>
        <p:nvSpPr>
          <p:cNvPr id="103430" name="Oval 4">
            <a:extLst>
              <a:ext uri="{FF2B5EF4-FFF2-40B4-BE49-F238E27FC236}">
                <a16:creationId xmlns:a16="http://schemas.microsoft.com/office/drawing/2014/main" id="{1321B6AD-531B-9DB1-0E77-4CB5F45C0971}"/>
              </a:ext>
            </a:extLst>
          </p:cNvPr>
          <p:cNvSpPr>
            <a:spLocks noChangeArrowheads="1"/>
          </p:cNvSpPr>
          <p:nvPr/>
        </p:nvSpPr>
        <p:spPr bwMode="auto">
          <a:xfrm>
            <a:off x="1619250" y="2997200"/>
            <a:ext cx="719138" cy="5762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4</a:t>
            </a:r>
          </a:p>
        </p:txBody>
      </p:sp>
      <p:sp>
        <p:nvSpPr>
          <p:cNvPr id="103431" name="Oval 5">
            <a:extLst>
              <a:ext uri="{FF2B5EF4-FFF2-40B4-BE49-F238E27FC236}">
                <a16:creationId xmlns:a16="http://schemas.microsoft.com/office/drawing/2014/main" id="{C3C95364-3D6B-C477-0063-0482C00B2712}"/>
              </a:ext>
            </a:extLst>
          </p:cNvPr>
          <p:cNvSpPr>
            <a:spLocks noChangeArrowheads="1"/>
          </p:cNvSpPr>
          <p:nvPr/>
        </p:nvSpPr>
        <p:spPr bwMode="auto">
          <a:xfrm>
            <a:off x="3419475" y="2997200"/>
            <a:ext cx="719138" cy="5762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3</a:t>
            </a:r>
          </a:p>
        </p:txBody>
      </p:sp>
      <p:sp>
        <p:nvSpPr>
          <p:cNvPr id="103432" name="Oval 6">
            <a:extLst>
              <a:ext uri="{FF2B5EF4-FFF2-40B4-BE49-F238E27FC236}">
                <a16:creationId xmlns:a16="http://schemas.microsoft.com/office/drawing/2014/main" id="{1B87708F-B1C2-CF95-ACCD-B24D73437752}"/>
              </a:ext>
            </a:extLst>
          </p:cNvPr>
          <p:cNvSpPr>
            <a:spLocks noChangeArrowheads="1"/>
          </p:cNvSpPr>
          <p:nvPr/>
        </p:nvSpPr>
        <p:spPr bwMode="auto">
          <a:xfrm>
            <a:off x="6013450" y="2997200"/>
            <a:ext cx="719138" cy="5762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2</a:t>
            </a:r>
          </a:p>
        </p:txBody>
      </p:sp>
      <p:sp>
        <p:nvSpPr>
          <p:cNvPr id="103433" name="Oval 7">
            <a:extLst>
              <a:ext uri="{FF2B5EF4-FFF2-40B4-BE49-F238E27FC236}">
                <a16:creationId xmlns:a16="http://schemas.microsoft.com/office/drawing/2014/main" id="{2D8CBA34-6CFE-1100-2CFF-59522948E43D}"/>
              </a:ext>
            </a:extLst>
          </p:cNvPr>
          <p:cNvSpPr>
            <a:spLocks noChangeArrowheads="1"/>
          </p:cNvSpPr>
          <p:nvPr/>
        </p:nvSpPr>
        <p:spPr bwMode="auto">
          <a:xfrm>
            <a:off x="4716463" y="4078288"/>
            <a:ext cx="719137" cy="5762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6</a:t>
            </a:r>
          </a:p>
        </p:txBody>
      </p:sp>
      <p:sp>
        <p:nvSpPr>
          <p:cNvPr id="103434" name="Oval 8">
            <a:extLst>
              <a:ext uri="{FF2B5EF4-FFF2-40B4-BE49-F238E27FC236}">
                <a16:creationId xmlns:a16="http://schemas.microsoft.com/office/drawing/2014/main" id="{ADA3B24E-56C0-92ED-069A-7B010BE57E79}"/>
              </a:ext>
            </a:extLst>
          </p:cNvPr>
          <p:cNvSpPr>
            <a:spLocks noChangeArrowheads="1"/>
          </p:cNvSpPr>
          <p:nvPr/>
        </p:nvSpPr>
        <p:spPr bwMode="auto">
          <a:xfrm>
            <a:off x="6805613" y="4005263"/>
            <a:ext cx="719137" cy="5762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5</a:t>
            </a:r>
          </a:p>
        </p:txBody>
      </p:sp>
      <p:sp>
        <p:nvSpPr>
          <p:cNvPr id="103435" name="Rectangle 9">
            <a:extLst>
              <a:ext uri="{FF2B5EF4-FFF2-40B4-BE49-F238E27FC236}">
                <a16:creationId xmlns:a16="http://schemas.microsoft.com/office/drawing/2014/main" id="{F04A2453-30C4-CE6A-7674-E6B9CD49FB3D}"/>
              </a:ext>
            </a:extLst>
          </p:cNvPr>
          <p:cNvSpPr>
            <a:spLocks noChangeArrowheads="1"/>
          </p:cNvSpPr>
          <p:nvPr/>
        </p:nvSpPr>
        <p:spPr bwMode="auto">
          <a:xfrm>
            <a:off x="1116013"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14</a:t>
            </a:r>
          </a:p>
        </p:txBody>
      </p:sp>
      <p:sp>
        <p:nvSpPr>
          <p:cNvPr id="103436" name="Rectangle 10">
            <a:extLst>
              <a:ext uri="{FF2B5EF4-FFF2-40B4-BE49-F238E27FC236}">
                <a16:creationId xmlns:a16="http://schemas.microsoft.com/office/drawing/2014/main" id="{5C1F3214-2CAB-CF03-CFC8-9855A5800721}"/>
              </a:ext>
            </a:extLst>
          </p:cNvPr>
          <p:cNvSpPr>
            <a:spLocks noChangeArrowheads="1"/>
          </p:cNvSpPr>
          <p:nvPr/>
        </p:nvSpPr>
        <p:spPr bwMode="auto">
          <a:xfrm>
            <a:off x="2124075"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13</a:t>
            </a:r>
          </a:p>
        </p:txBody>
      </p:sp>
      <p:sp>
        <p:nvSpPr>
          <p:cNvPr id="103437" name="Rectangle 11">
            <a:extLst>
              <a:ext uri="{FF2B5EF4-FFF2-40B4-BE49-F238E27FC236}">
                <a16:creationId xmlns:a16="http://schemas.microsoft.com/office/drawing/2014/main" id="{57A967F0-CE85-37CD-8D61-74016C678AFC}"/>
              </a:ext>
            </a:extLst>
          </p:cNvPr>
          <p:cNvSpPr>
            <a:spLocks noChangeArrowheads="1"/>
          </p:cNvSpPr>
          <p:nvPr/>
        </p:nvSpPr>
        <p:spPr bwMode="auto">
          <a:xfrm>
            <a:off x="3059113"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12</a:t>
            </a:r>
          </a:p>
        </p:txBody>
      </p:sp>
      <p:sp>
        <p:nvSpPr>
          <p:cNvPr id="103438" name="Rectangle 12">
            <a:extLst>
              <a:ext uri="{FF2B5EF4-FFF2-40B4-BE49-F238E27FC236}">
                <a16:creationId xmlns:a16="http://schemas.microsoft.com/office/drawing/2014/main" id="{884F3FE2-B7D8-2555-7A8D-E90065AE45B9}"/>
              </a:ext>
            </a:extLst>
          </p:cNvPr>
          <p:cNvSpPr>
            <a:spLocks noChangeArrowheads="1"/>
          </p:cNvSpPr>
          <p:nvPr/>
        </p:nvSpPr>
        <p:spPr bwMode="auto">
          <a:xfrm>
            <a:off x="3924300"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11</a:t>
            </a:r>
          </a:p>
        </p:txBody>
      </p:sp>
      <p:sp>
        <p:nvSpPr>
          <p:cNvPr id="103439" name="Rectangle 13">
            <a:extLst>
              <a:ext uri="{FF2B5EF4-FFF2-40B4-BE49-F238E27FC236}">
                <a16:creationId xmlns:a16="http://schemas.microsoft.com/office/drawing/2014/main" id="{D268B13D-6F21-5844-9B6E-97348CBFF516}"/>
              </a:ext>
            </a:extLst>
          </p:cNvPr>
          <p:cNvSpPr>
            <a:spLocks noChangeArrowheads="1"/>
          </p:cNvSpPr>
          <p:nvPr/>
        </p:nvSpPr>
        <p:spPr bwMode="auto">
          <a:xfrm>
            <a:off x="5076825"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10</a:t>
            </a:r>
          </a:p>
        </p:txBody>
      </p:sp>
      <p:sp>
        <p:nvSpPr>
          <p:cNvPr id="103440" name="Rectangle 14">
            <a:extLst>
              <a:ext uri="{FF2B5EF4-FFF2-40B4-BE49-F238E27FC236}">
                <a16:creationId xmlns:a16="http://schemas.microsoft.com/office/drawing/2014/main" id="{1E05B027-83BD-3F09-F1D4-DD7C4B07A35C}"/>
              </a:ext>
            </a:extLst>
          </p:cNvPr>
          <p:cNvSpPr>
            <a:spLocks noChangeArrowheads="1"/>
          </p:cNvSpPr>
          <p:nvPr/>
        </p:nvSpPr>
        <p:spPr bwMode="auto">
          <a:xfrm>
            <a:off x="6011863"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7</a:t>
            </a:r>
          </a:p>
        </p:txBody>
      </p:sp>
      <p:sp>
        <p:nvSpPr>
          <p:cNvPr id="103441" name="Rectangle 15">
            <a:extLst>
              <a:ext uri="{FF2B5EF4-FFF2-40B4-BE49-F238E27FC236}">
                <a16:creationId xmlns:a16="http://schemas.microsoft.com/office/drawing/2014/main" id="{A6FB5A46-D5BF-5F03-6614-81F9D3039F30}"/>
              </a:ext>
            </a:extLst>
          </p:cNvPr>
          <p:cNvSpPr>
            <a:spLocks noChangeArrowheads="1"/>
          </p:cNvSpPr>
          <p:nvPr/>
        </p:nvSpPr>
        <p:spPr bwMode="auto">
          <a:xfrm>
            <a:off x="6873875"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8</a:t>
            </a:r>
          </a:p>
        </p:txBody>
      </p:sp>
      <p:sp>
        <p:nvSpPr>
          <p:cNvPr id="103442" name="Rectangle 16">
            <a:extLst>
              <a:ext uri="{FF2B5EF4-FFF2-40B4-BE49-F238E27FC236}">
                <a16:creationId xmlns:a16="http://schemas.microsoft.com/office/drawing/2014/main" id="{F00D56E1-32DA-BB67-1D22-F12D145509EF}"/>
              </a:ext>
            </a:extLst>
          </p:cNvPr>
          <p:cNvSpPr>
            <a:spLocks noChangeArrowheads="1"/>
          </p:cNvSpPr>
          <p:nvPr/>
        </p:nvSpPr>
        <p:spPr bwMode="auto">
          <a:xfrm>
            <a:off x="7740650" y="5302250"/>
            <a:ext cx="647700" cy="5032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9</a:t>
            </a:r>
          </a:p>
        </p:txBody>
      </p:sp>
      <p:sp>
        <p:nvSpPr>
          <p:cNvPr id="103443" name="Line 17">
            <a:extLst>
              <a:ext uri="{FF2B5EF4-FFF2-40B4-BE49-F238E27FC236}">
                <a16:creationId xmlns:a16="http://schemas.microsoft.com/office/drawing/2014/main" id="{13B93144-CDF6-495F-2374-FE0344C1E387}"/>
              </a:ext>
            </a:extLst>
          </p:cNvPr>
          <p:cNvSpPr>
            <a:spLocks noChangeShapeType="1"/>
          </p:cNvSpPr>
          <p:nvPr/>
        </p:nvSpPr>
        <p:spPr bwMode="auto">
          <a:xfrm flipH="1">
            <a:off x="2268538" y="2205038"/>
            <a:ext cx="1223962" cy="8651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4" name="Line 18">
            <a:extLst>
              <a:ext uri="{FF2B5EF4-FFF2-40B4-BE49-F238E27FC236}">
                <a16:creationId xmlns:a16="http://schemas.microsoft.com/office/drawing/2014/main" id="{E883E2FA-481D-F65D-11E4-9F311331CCF7}"/>
              </a:ext>
            </a:extLst>
          </p:cNvPr>
          <p:cNvSpPr>
            <a:spLocks noChangeShapeType="1"/>
          </p:cNvSpPr>
          <p:nvPr/>
        </p:nvSpPr>
        <p:spPr bwMode="auto">
          <a:xfrm>
            <a:off x="3779838" y="2349500"/>
            <a:ext cx="0" cy="5762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5" name="Line 19">
            <a:extLst>
              <a:ext uri="{FF2B5EF4-FFF2-40B4-BE49-F238E27FC236}">
                <a16:creationId xmlns:a16="http://schemas.microsoft.com/office/drawing/2014/main" id="{C441C0F5-9643-392E-9A20-A2313F28C2D6}"/>
              </a:ext>
            </a:extLst>
          </p:cNvPr>
          <p:cNvSpPr>
            <a:spLocks noChangeShapeType="1"/>
          </p:cNvSpPr>
          <p:nvPr/>
        </p:nvSpPr>
        <p:spPr bwMode="auto">
          <a:xfrm>
            <a:off x="4140200" y="2133600"/>
            <a:ext cx="2016125" cy="863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6" name="Line 20">
            <a:extLst>
              <a:ext uri="{FF2B5EF4-FFF2-40B4-BE49-F238E27FC236}">
                <a16:creationId xmlns:a16="http://schemas.microsoft.com/office/drawing/2014/main" id="{10736B60-C1F5-5202-C1A8-08C9AC3A4BA3}"/>
              </a:ext>
            </a:extLst>
          </p:cNvPr>
          <p:cNvSpPr>
            <a:spLocks noChangeShapeType="1"/>
          </p:cNvSpPr>
          <p:nvPr/>
        </p:nvSpPr>
        <p:spPr bwMode="auto">
          <a:xfrm flipH="1">
            <a:off x="1403350" y="3573463"/>
            <a:ext cx="360363" cy="17287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7" name="Line 21">
            <a:extLst>
              <a:ext uri="{FF2B5EF4-FFF2-40B4-BE49-F238E27FC236}">
                <a16:creationId xmlns:a16="http://schemas.microsoft.com/office/drawing/2014/main" id="{949BA452-666F-F5AB-6FEC-20FFA1D74698}"/>
              </a:ext>
            </a:extLst>
          </p:cNvPr>
          <p:cNvSpPr>
            <a:spLocks noChangeShapeType="1"/>
          </p:cNvSpPr>
          <p:nvPr/>
        </p:nvSpPr>
        <p:spPr bwMode="auto">
          <a:xfrm>
            <a:off x="2124075" y="3573463"/>
            <a:ext cx="287338" cy="17287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8" name="Line 22">
            <a:extLst>
              <a:ext uri="{FF2B5EF4-FFF2-40B4-BE49-F238E27FC236}">
                <a16:creationId xmlns:a16="http://schemas.microsoft.com/office/drawing/2014/main" id="{B7EC82B6-7BF1-1518-1975-6B407B6F0607}"/>
              </a:ext>
            </a:extLst>
          </p:cNvPr>
          <p:cNvSpPr>
            <a:spLocks noChangeShapeType="1"/>
          </p:cNvSpPr>
          <p:nvPr/>
        </p:nvSpPr>
        <p:spPr bwMode="auto">
          <a:xfrm flipH="1">
            <a:off x="3419475" y="3573463"/>
            <a:ext cx="288925" cy="1655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49" name="Line 23">
            <a:extLst>
              <a:ext uri="{FF2B5EF4-FFF2-40B4-BE49-F238E27FC236}">
                <a16:creationId xmlns:a16="http://schemas.microsoft.com/office/drawing/2014/main" id="{288477C4-564B-6662-3DBF-2AC8BFF774E6}"/>
              </a:ext>
            </a:extLst>
          </p:cNvPr>
          <p:cNvSpPr>
            <a:spLocks noChangeShapeType="1"/>
          </p:cNvSpPr>
          <p:nvPr/>
        </p:nvSpPr>
        <p:spPr bwMode="auto">
          <a:xfrm>
            <a:off x="3851275" y="3573463"/>
            <a:ext cx="433388" cy="17287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0" name="Line 24">
            <a:extLst>
              <a:ext uri="{FF2B5EF4-FFF2-40B4-BE49-F238E27FC236}">
                <a16:creationId xmlns:a16="http://schemas.microsoft.com/office/drawing/2014/main" id="{56CEE879-9C21-4716-BDDA-8DA3786FB1C4}"/>
              </a:ext>
            </a:extLst>
          </p:cNvPr>
          <p:cNvSpPr>
            <a:spLocks noChangeShapeType="1"/>
          </p:cNvSpPr>
          <p:nvPr/>
        </p:nvSpPr>
        <p:spPr bwMode="auto">
          <a:xfrm flipH="1">
            <a:off x="4427538" y="4581525"/>
            <a:ext cx="504825" cy="6477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1" name="Line 25">
            <a:extLst>
              <a:ext uri="{FF2B5EF4-FFF2-40B4-BE49-F238E27FC236}">
                <a16:creationId xmlns:a16="http://schemas.microsoft.com/office/drawing/2014/main" id="{68FBE760-BE56-6475-BA07-A1700785E7C4}"/>
              </a:ext>
            </a:extLst>
          </p:cNvPr>
          <p:cNvSpPr>
            <a:spLocks noChangeShapeType="1"/>
          </p:cNvSpPr>
          <p:nvPr/>
        </p:nvSpPr>
        <p:spPr bwMode="auto">
          <a:xfrm>
            <a:off x="5148263" y="4581525"/>
            <a:ext cx="215900" cy="7207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2" name="Line 26">
            <a:extLst>
              <a:ext uri="{FF2B5EF4-FFF2-40B4-BE49-F238E27FC236}">
                <a16:creationId xmlns:a16="http://schemas.microsoft.com/office/drawing/2014/main" id="{E5F48A24-09D4-25A8-B690-F8360E7FA77E}"/>
              </a:ext>
            </a:extLst>
          </p:cNvPr>
          <p:cNvSpPr>
            <a:spLocks noChangeShapeType="1"/>
          </p:cNvSpPr>
          <p:nvPr/>
        </p:nvSpPr>
        <p:spPr bwMode="auto">
          <a:xfrm flipH="1">
            <a:off x="6443663" y="4510088"/>
            <a:ext cx="433387" cy="7191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3" name="Line 27">
            <a:extLst>
              <a:ext uri="{FF2B5EF4-FFF2-40B4-BE49-F238E27FC236}">
                <a16:creationId xmlns:a16="http://schemas.microsoft.com/office/drawing/2014/main" id="{A79C780E-60C8-C548-3A43-9D8346948847}"/>
              </a:ext>
            </a:extLst>
          </p:cNvPr>
          <p:cNvSpPr>
            <a:spLocks noChangeShapeType="1"/>
          </p:cNvSpPr>
          <p:nvPr/>
        </p:nvSpPr>
        <p:spPr bwMode="auto">
          <a:xfrm>
            <a:off x="7164388" y="4581525"/>
            <a:ext cx="71437" cy="7207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4" name="Line 28">
            <a:extLst>
              <a:ext uri="{FF2B5EF4-FFF2-40B4-BE49-F238E27FC236}">
                <a16:creationId xmlns:a16="http://schemas.microsoft.com/office/drawing/2014/main" id="{0E140268-0478-AFAD-5832-44CBC05FEBE3}"/>
              </a:ext>
            </a:extLst>
          </p:cNvPr>
          <p:cNvSpPr>
            <a:spLocks noChangeShapeType="1"/>
          </p:cNvSpPr>
          <p:nvPr/>
        </p:nvSpPr>
        <p:spPr bwMode="auto">
          <a:xfrm>
            <a:off x="7380288" y="4437063"/>
            <a:ext cx="720725" cy="8651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5" name="Line 29">
            <a:extLst>
              <a:ext uri="{FF2B5EF4-FFF2-40B4-BE49-F238E27FC236}">
                <a16:creationId xmlns:a16="http://schemas.microsoft.com/office/drawing/2014/main" id="{2CE58A5E-BB31-C25B-98CC-80C096488BC7}"/>
              </a:ext>
            </a:extLst>
          </p:cNvPr>
          <p:cNvSpPr>
            <a:spLocks noChangeShapeType="1"/>
          </p:cNvSpPr>
          <p:nvPr/>
        </p:nvSpPr>
        <p:spPr bwMode="auto">
          <a:xfrm flipH="1">
            <a:off x="5364163" y="3429000"/>
            <a:ext cx="720725" cy="7207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56" name="Line 30">
            <a:extLst>
              <a:ext uri="{FF2B5EF4-FFF2-40B4-BE49-F238E27FC236}">
                <a16:creationId xmlns:a16="http://schemas.microsoft.com/office/drawing/2014/main" id="{709D750C-7974-96F3-A03C-63F8E756BEA0}"/>
              </a:ext>
            </a:extLst>
          </p:cNvPr>
          <p:cNvSpPr>
            <a:spLocks noChangeShapeType="1"/>
          </p:cNvSpPr>
          <p:nvPr/>
        </p:nvSpPr>
        <p:spPr bwMode="auto">
          <a:xfrm>
            <a:off x="6659563" y="3429000"/>
            <a:ext cx="360362" cy="5762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735BC47-AEE8-ED7E-FB4A-6BC9FB4CF54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78D1267-6911-4B47-AAA1-52D697164C45}" type="slidenum">
              <a:rPr lang="en-US" altLang="zh-CN">
                <a:latin typeface="Arial" panose="020B0604020202020204" pitchFamily="34" charset="0"/>
              </a:rPr>
              <a:pPr/>
              <a:t>100</a:t>
            </a:fld>
            <a:endParaRPr lang="en-US" altLang="zh-CN">
              <a:latin typeface="Arial" panose="020B0604020202020204" pitchFamily="34" charset="0"/>
            </a:endParaRPr>
          </a:p>
        </p:txBody>
      </p:sp>
      <p:sp>
        <p:nvSpPr>
          <p:cNvPr id="538626" name="Rectangle 2">
            <a:extLst>
              <a:ext uri="{FF2B5EF4-FFF2-40B4-BE49-F238E27FC236}">
                <a16:creationId xmlns:a16="http://schemas.microsoft.com/office/drawing/2014/main" id="{0498D757-2846-010A-365C-C17CF2D39CFB}"/>
              </a:ext>
            </a:extLst>
          </p:cNvPr>
          <p:cNvSpPr>
            <a:spLocks noGrp="1" noRot="1" noChangeArrowheads="1"/>
          </p:cNvSpPr>
          <p:nvPr>
            <p:ph type="title"/>
          </p:nvPr>
        </p:nvSpPr>
        <p:spPr/>
        <p:txBody>
          <a:bodyPr/>
          <a:lstStyle/>
          <a:p>
            <a:pPr eaLnBrk="1" hangingPunct="1"/>
            <a:r>
              <a:rPr lang="zh-CN" altLang="en-US"/>
              <a:t>多级目录结构的特点</a:t>
            </a:r>
          </a:p>
        </p:txBody>
      </p:sp>
      <p:sp>
        <p:nvSpPr>
          <p:cNvPr id="538627" name="Rectangle 3">
            <a:extLst>
              <a:ext uri="{FF2B5EF4-FFF2-40B4-BE49-F238E27FC236}">
                <a16:creationId xmlns:a16="http://schemas.microsoft.com/office/drawing/2014/main" id="{4E07C793-3AD2-1EEA-0F02-5AFBB45E98C6}"/>
              </a:ext>
            </a:extLst>
          </p:cNvPr>
          <p:cNvSpPr>
            <a:spLocks noGrp="1" noRot="1" noChangeArrowheads="1"/>
          </p:cNvSpPr>
          <p:nvPr>
            <p:ph type="body" idx="1"/>
          </p:nvPr>
        </p:nvSpPr>
        <p:spPr>
          <a:xfrm>
            <a:off x="457200" y="1905000"/>
            <a:ext cx="8229600" cy="4476750"/>
          </a:xfrm>
        </p:spPr>
        <p:txBody>
          <a:bodyPr/>
          <a:lstStyle/>
          <a:p>
            <a:pPr eaLnBrk="1" hangingPunct="1">
              <a:lnSpc>
                <a:spcPct val="80000"/>
              </a:lnSpc>
            </a:pPr>
            <a:r>
              <a:rPr lang="zh-CN" altLang="en-US" sz="2800">
                <a:solidFill>
                  <a:schemeClr val="hlink"/>
                </a:solidFill>
              </a:rPr>
              <a:t>（</a:t>
            </a:r>
            <a:r>
              <a:rPr lang="en-US" altLang="zh-CN" sz="2800">
                <a:solidFill>
                  <a:schemeClr val="hlink"/>
                </a:solidFill>
              </a:rPr>
              <a:t>1</a:t>
            </a:r>
            <a:r>
              <a:rPr lang="zh-CN" altLang="en-US" sz="2800">
                <a:solidFill>
                  <a:schemeClr val="hlink"/>
                </a:solidFill>
              </a:rPr>
              <a:t>）层次清楚</a:t>
            </a:r>
          </a:p>
          <a:p>
            <a:pPr eaLnBrk="1" hangingPunct="1">
              <a:lnSpc>
                <a:spcPct val="80000"/>
              </a:lnSpc>
              <a:buFont typeface="Wingdings" pitchFamily="2" charset="2"/>
              <a:buNone/>
            </a:pPr>
            <a:r>
              <a:rPr lang="zh-CN" altLang="en-US" sz="2800"/>
              <a:t>     </a:t>
            </a:r>
            <a:r>
              <a:rPr lang="zh-CN" altLang="en-US" sz="2800">
                <a:ea typeface="华文中宋" panose="02010600040101010101" pitchFamily="2" charset="-122"/>
              </a:rPr>
              <a:t>由于分支结构，不同性质、不同用户的文件可以构成不同的子树，便于管理。不同层次，不同用户的文件可以被赋予不同的存取权限，有利于文件的保护。</a:t>
            </a:r>
          </a:p>
          <a:p>
            <a:pPr eaLnBrk="1" hangingPunct="1">
              <a:lnSpc>
                <a:spcPct val="80000"/>
              </a:lnSpc>
            </a:pPr>
            <a:r>
              <a:rPr lang="zh-CN" altLang="en-US" sz="2800">
                <a:solidFill>
                  <a:schemeClr val="hlink"/>
                </a:solidFill>
              </a:rPr>
              <a:t>（</a:t>
            </a:r>
            <a:r>
              <a:rPr lang="en-US" altLang="zh-CN" sz="2800">
                <a:solidFill>
                  <a:schemeClr val="hlink"/>
                </a:solidFill>
              </a:rPr>
              <a:t>2</a:t>
            </a:r>
            <a:r>
              <a:rPr lang="zh-CN" altLang="en-US" sz="2800">
                <a:solidFill>
                  <a:schemeClr val="hlink"/>
                </a:solidFill>
              </a:rPr>
              <a:t>）解决了重名问题</a:t>
            </a:r>
          </a:p>
          <a:p>
            <a:pPr eaLnBrk="1" hangingPunct="1">
              <a:lnSpc>
                <a:spcPct val="80000"/>
              </a:lnSpc>
              <a:buFont typeface="Wingdings" pitchFamily="2" charset="2"/>
              <a:buNone/>
            </a:pPr>
            <a:r>
              <a:rPr lang="zh-CN" altLang="en-US" sz="2800"/>
              <a:t>    </a:t>
            </a:r>
            <a:r>
              <a:rPr lang="zh-CN" altLang="en-US" sz="2800">
                <a:ea typeface="华文中宋" panose="02010600040101010101" pitchFamily="2" charset="-122"/>
              </a:rPr>
              <a:t>只要在同一子目录下的文件名不发生重复，就不会产生混乱。</a:t>
            </a:r>
          </a:p>
          <a:p>
            <a:pPr eaLnBrk="1" hangingPunct="1">
              <a:lnSpc>
                <a:spcPct val="80000"/>
              </a:lnSpc>
            </a:pPr>
            <a:r>
              <a:rPr lang="zh-CN" altLang="en-US" sz="2800">
                <a:solidFill>
                  <a:schemeClr val="hlink"/>
                </a:solidFill>
              </a:rPr>
              <a:t>（</a:t>
            </a:r>
            <a:r>
              <a:rPr lang="en-US" altLang="zh-CN" sz="2800">
                <a:solidFill>
                  <a:schemeClr val="hlink"/>
                </a:solidFill>
              </a:rPr>
              <a:t>3</a:t>
            </a:r>
            <a:r>
              <a:rPr lang="zh-CN" altLang="en-US" sz="2800">
                <a:solidFill>
                  <a:schemeClr val="hlink"/>
                </a:solidFill>
              </a:rPr>
              <a:t>）查找搜索速度快</a:t>
            </a:r>
          </a:p>
          <a:p>
            <a:pPr eaLnBrk="1" hangingPunct="1">
              <a:lnSpc>
                <a:spcPct val="80000"/>
              </a:lnSpc>
              <a:buFont typeface="Wingdings" pitchFamily="2" charset="2"/>
              <a:buNone/>
            </a:pPr>
            <a:r>
              <a:rPr lang="zh-CN" altLang="en-US" sz="2800"/>
              <a:t>     </a:t>
            </a:r>
            <a:r>
              <a:rPr lang="zh-CN" altLang="en-US" sz="2800">
                <a:ea typeface="华文中宋" panose="02010600040101010101" pitchFamily="2" charset="-122"/>
              </a:rPr>
              <a:t>对多级目录的查找每次只查找目录的一个子集，所以其搜索速度要比单级、二级目录快。</a:t>
            </a:r>
          </a:p>
        </p:txBody>
      </p:sp>
    </p:spTree>
  </p:cSld>
  <p:clrMapOvr>
    <a:masterClrMapping/>
  </p:clrMapOvr>
  <p:transition spd="med">
    <p:random/>
    <p:sndAc>
      <p:stSnd>
        <p:snd r:embed="rId2" name="camera.wav"/>
      </p:stSnd>
    </p:sndAc>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D92C19F-EC4F-8C8D-010E-53735F7294E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CCE00DD-EA21-1B4F-BE1E-D28909765D9E}" type="slidenum">
              <a:rPr lang="en-US" altLang="zh-CN">
                <a:latin typeface="Arial" panose="020B0604020202020204" pitchFamily="34" charset="0"/>
              </a:rPr>
              <a:pPr/>
              <a:t>101</a:t>
            </a:fld>
            <a:endParaRPr lang="en-US" altLang="zh-CN">
              <a:latin typeface="Arial" panose="020B0604020202020204" pitchFamily="34" charset="0"/>
            </a:endParaRPr>
          </a:p>
        </p:txBody>
      </p:sp>
      <p:sp>
        <p:nvSpPr>
          <p:cNvPr id="539650" name="Rectangle 2">
            <a:extLst>
              <a:ext uri="{FF2B5EF4-FFF2-40B4-BE49-F238E27FC236}">
                <a16:creationId xmlns:a16="http://schemas.microsoft.com/office/drawing/2014/main" id="{36552754-1D8C-512A-F1E6-F524BA883607}"/>
              </a:ext>
            </a:extLst>
          </p:cNvPr>
          <p:cNvSpPr>
            <a:spLocks noGrp="1" noRot="1" noChangeArrowheads="1"/>
          </p:cNvSpPr>
          <p:nvPr>
            <p:ph type="title"/>
          </p:nvPr>
        </p:nvSpPr>
        <p:spPr/>
        <p:txBody>
          <a:bodyPr/>
          <a:lstStyle/>
          <a:p>
            <a:pPr eaLnBrk="1" hangingPunct="1"/>
            <a:r>
              <a:rPr lang="en-US" altLang="zh-CN" dirty="0"/>
              <a:t>5.5.3 </a:t>
            </a:r>
            <a:r>
              <a:rPr lang="zh-CN" altLang="en-US" dirty="0"/>
              <a:t>便于共享的文件目录</a:t>
            </a:r>
          </a:p>
        </p:txBody>
      </p:sp>
      <p:sp>
        <p:nvSpPr>
          <p:cNvPr id="539651" name="Rectangle 3">
            <a:extLst>
              <a:ext uri="{FF2B5EF4-FFF2-40B4-BE49-F238E27FC236}">
                <a16:creationId xmlns:a16="http://schemas.microsoft.com/office/drawing/2014/main" id="{717F8103-A930-EA3E-CCA1-B78600C2C65C}"/>
              </a:ext>
            </a:extLst>
          </p:cNvPr>
          <p:cNvSpPr>
            <a:spLocks noGrp="1" noRot="1" noChangeArrowheads="1"/>
          </p:cNvSpPr>
          <p:nvPr>
            <p:ph type="body" idx="1"/>
          </p:nvPr>
        </p:nvSpPr>
        <p:spPr/>
        <p:txBody>
          <a:bodyPr/>
          <a:lstStyle/>
          <a:p>
            <a:pPr eaLnBrk="1" hangingPunct="1"/>
            <a:r>
              <a:rPr lang="zh-CN" altLang="en-US"/>
              <a:t>从系统管理的角度看，有三种方法可以实现文件共享：</a:t>
            </a:r>
          </a:p>
          <a:p>
            <a:pPr lvl="1" eaLnBrk="1" hangingPunct="1"/>
            <a:r>
              <a:rPr lang="zh-CN" altLang="en-US">
                <a:solidFill>
                  <a:schemeClr val="hlink"/>
                </a:solidFill>
                <a:latin typeface="华文中宋" panose="02010600040101010101" pitchFamily="2" charset="-122"/>
              </a:rPr>
              <a:t>绕道法</a:t>
            </a:r>
          </a:p>
          <a:p>
            <a:pPr lvl="1" eaLnBrk="1" hangingPunct="1"/>
            <a:r>
              <a:rPr lang="zh-CN" altLang="en-US">
                <a:solidFill>
                  <a:schemeClr val="hlink"/>
                </a:solidFill>
                <a:latin typeface="华文中宋" panose="02010600040101010101" pitchFamily="2" charset="-122"/>
              </a:rPr>
              <a:t>链接法</a:t>
            </a:r>
          </a:p>
          <a:p>
            <a:pPr lvl="1" eaLnBrk="1" hangingPunct="1"/>
            <a:r>
              <a:rPr lang="zh-CN" altLang="en-US">
                <a:solidFill>
                  <a:schemeClr val="hlink"/>
                </a:solidFill>
                <a:latin typeface="华文中宋" panose="02010600040101010101" pitchFamily="2" charset="-122"/>
              </a:rPr>
              <a:t>基本文件目录表（</a:t>
            </a:r>
            <a:r>
              <a:rPr lang="en-US" altLang="zh-CN">
                <a:solidFill>
                  <a:schemeClr val="hlink"/>
                </a:solidFill>
                <a:latin typeface="华文中宋" panose="02010600040101010101" pitchFamily="2" charset="-122"/>
              </a:rPr>
              <a:t>BFD</a:t>
            </a:r>
            <a:r>
              <a:rPr lang="zh-CN" altLang="en-US">
                <a:solidFill>
                  <a:schemeClr val="hlink"/>
                </a:solidFill>
                <a:latin typeface="华文中宋" panose="02010600040101010101" pitchFamily="2" charset="-122"/>
              </a:rPr>
              <a:t>）</a:t>
            </a:r>
          </a:p>
        </p:txBody>
      </p:sp>
    </p:spTree>
  </p:cSld>
  <p:clrMapOvr>
    <a:masterClrMapping/>
  </p:clrMapOvr>
  <p:transition spd="med">
    <p:random/>
    <p:sndAc>
      <p:stSnd>
        <p:snd r:embed="rId2" name="camera.wav"/>
      </p:stSnd>
    </p:sndAc>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0B1FC67-6C2D-687E-8A01-09331ECB200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9E24270-A6BB-B74E-B7D1-2360471F5D66}" type="slidenum">
              <a:rPr lang="en-US" altLang="zh-CN">
                <a:latin typeface="Arial" panose="020B0604020202020204" pitchFamily="34" charset="0"/>
              </a:rPr>
              <a:pPr/>
              <a:t>102</a:t>
            </a:fld>
            <a:endParaRPr lang="en-US" altLang="zh-CN">
              <a:latin typeface="Arial" panose="020B0604020202020204" pitchFamily="34" charset="0"/>
            </a:endParaRPr>
          </a:p>
        </p:txBody>
      </p:sp>
      <p:sp>
        <p:nvSpPr>
          <p:cNvPr id="540674" name="Rectangle 2">
            <a:extLst>
              <a:ext uri="{FF2B5EF4-FFF2-40B4-BE49-F238E27FC236}">
                <a16:creationId xmlns:a16="http://schemas.microsoft.com/office/drawing/2014/main" id="{EFA583F5-8D8E-29DA-83D9-571A1962BE42}"/>
              </a:ext>
            </a:extLst>
          </p:cNvPr>
          <p:cNvSpPr>
            <a:spLocks noGrp="1" noRot="1" noChangeArrowheads="1"/>
          </p:cNvSpPr>
          <p:nvPr>
            <p:ph type="title"/>
          </p:nvPr>
        </p:nvSpPr>
        <p:spPr/>
        <p:txBody>
          <a:bodyPr/>
          <a:lstStyle/>
          <a:p>
            <a:pPr eaLnBrk="1" hangingPunct="1"/>
            <a:r>
              <a:rPr lang="en-US" altLang="zh-CN"/>
              <a:t>1. </a:t>
            </a:r>
            <a:r>
              <a:rPr lang="zh-CN" altLang="en-US"/>
              <a:t>绕道法</a:t>
            </a:r>
          </a:p>
        </p:txBody>
      </p:sp>
      <p:sp>
        <p:nvSpPr>
          <p:cNvPr id="540675" name="Rectangle 3">
            <a:extLst>
              <a:ext uri="{FF2B5EF4-FFF2-40B4-BE49-F238E27FC236}">
                <a16:creationId xmlns:a16="http://schemas.microsoft.com/office/drawing/2014/main" id="{649ED25B-4029-3126-90B9-28E470819E5A}"/>
              </a:ext>
            </a:extLst>
          </p:cNvPr>
          <p:cNvSpPr>
            <a:spLocks noGrp="1" noRot="1" noChangeArrowheads="1"/>
          </p:cNvSpPr>
          <p:nvPr>
            <p:ph type="body" idx="1"/>
          </p:nvPr>
        </p:nvSpPr>
        <p:spPr/>
        <p:txBody>
          <a:bodyPr/>
          <a:lstStyle/>
          <a:p>
            <a:pPr eaLnBrk="1" hangingPunct="1"/>
            <a:r>
              <a:rPr lang="zh-CN" altLang="en-US"/>
              <a:t>绕道法要求每个用户处在当前目录下工作，用户对有文件的访问都是相对于当前目录进行的。</a:t>
            </a:r>
          </a:p>
          <a:p>
            <a:pPr eaLnBrk="1" hangingPunct="1"/>
            <a:r>
              <a:rPr lang="zh-CN" altLang="en-US"/>
              <a:t>用户文件的固有名是由当前目录到信息文件通路上所有各级目录的目录名加上该信息文件的符号名组成。（为了访问某个文件而必须访问的各个文件的目录名与文件名的顺序连接称为文件的固有名）</a:t>
            </a:r>
          </a:p>
        </p:txBody>
      </p:sp>
    </p:spTree>
  </p:cSld>
  <p:clrMapOvr>
    <a:masterClrMapping/>
  </p:clrMapOvr>
  <p:transition spd="med">
    <p:random/>
    <p:sndAc>
      <p:stSnd>
        <p:snd r:embed="rId2" name="camera.wav"/>
      </p:stSnd>
    </p:sndAc>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6EB368A-E1C9-22BA-32DE-8007E8B0AF9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AA5D2DE-0F53-4844-B5E5-193825D3217C}" type="slidenum">
              <a:rPr lang="en-US" altLang="zh-CN">
                <a:latin typeface="Arial" panose="020B0604020202020204" pitchFamily="34" charset="0"/>
              </a:rPr>
              <a:pPr/>
              <a:t>103</a:t>
            </a:fld>
            <a:endParaRPr lang="en-US" altLang="zh-CN">
              <a:latin typeface="Arial" panose="020B0604020202020204" pitchFamily="34" charset="0"/>
            </a:endParaRPr>
          </a:p>
        </p:txBody>
      </p:sp>
      <p:sp>
        <p:nvSpPr>
          <p:cNvPr id="541698" name="Rectangle 2">
            <a:extLst>
              <a:ext uri="{FF2B5EF4-FFF2-40B4-BE49-F238E27FC236}">
                <a16:creationId xmlns:a16="http://schemas.microsoft.com/office/drawing/2014/main" id="{481F89BD-664F-BF77-766C-18902FCC8E50}"/>
              </a:ext>
            </a:extLst>
          </p:cNvPr>
          <p:cNvSpPr>
            <a:spLocks noGrp="1" noRot="1" noChangeArrowheads="1"/>
          </p:cNvSpPr>
          <p:nvPr>
            <p:ph type="title"/>
          </p:nvPr>
        </p:nvSpPr>
        <p:spPr/>
        <p:txBody>
          <a:bodyPr/>
          <a:lstStyle/>
          <a:p>
            <a:pPr eaLnBrk="1" hangingPunct="1"/>
            <a:r>
              <a:rPr lang="en-US" altLang="zh-CN"/>
              <a:t>1. </a:t>
            </a:r>
            <a:r>
              <a:rPr lang="zh-CN" altLang="en-US"/>
              <a:t>绕道法</a:t>
            </a:r>
          </a:p>
        </p:txBody>
      </p:sp>
      <p:sp>
        <p:nvSpPr>
          <p:cNvPr id="541699" name="Rectangle 3">
            <a:extLst>
              <a:ext uri="{FF2B5EF4-FFF2-40B4-BE49-F238E27FC236}">
                <a16:creationId xmlns:a16="http://schemas.microsoft.com/office/drawing/2014/main" id="{C0BADAA9-A534-83F3-FD37-FBF14FADD4FF}"/>
              </a:ext>
            </a:extLst>
          </p:cNvPr>
          <p:cNvSpPr>
            <a:spLocks noGrp="1" noRot="1" noChangeArrowheads="1"/>
          </p:cNvSpPr>
          <p:nvPr>
            <p:ph type="body" idx="1"/>
          </p:nvPr>
        </p:nvSpPr>
        <p:spPr/>
        <p:txBody>
          <a:bodyPr/>
          <a:lstStyle/>
          <a:p>
            <a:pPr eaLnBrk="1" hangingPunct="1"/>
            <a:r>
              <a:rPr lang="zh-CN" altLang="en-US"/>
              <a:t>使用绕道法进行文件共享时，用户从当前目录出发向上返回到与所要共享文件所在路径的交叉点，再顺序下访到共享文件。</a:t>
            </a:r>
          </a:p>
          <a:p>
            <a:pPr eaLnBrk="1" hangingPunct="1"/>
            <a:r>
              <a:rPr lang="zh-CN" altLang="en-US"/>
              <a:t>绕道法需要用户指定所要共享文件的逻辑位置或到达被共享文件的路径。</a:t>
            </a:r>
          </a:p>
          <a:p>
            <a:pPr eaLnBrk="1" hangingPunct="1"/>
            <a:r>
              <a:rPr lang="zh-CN" altLang="en-US"/>
              <a:t>绕道法需要绕弯路访问多级目录，从而其搜索效率不高。</a:t>
            </a:r>
          </a:p>
        </p:txBody>
      </p:sp>
    </p:spTree>
  </p:cSld>
  <p:clrMapOvr>
    <a:masterClrMapping/>
  </p:clrMapOvr>
  <p:transition spd="med">
    <p:random/>
    <p:sndAc>
      <p:stSnd>
        <p:snd r:embed="rId2" name="camera.wav"/>
      </p:stSnd>
    </p:sndAc>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a:extLst>
              <a:ext uri="{FF2B5EF4-FFF2-40B4-BE49-F238E27FC236}">
                <a16:creationId xmlns:a16="http://schemas.microsoft.com/office/drawing/2014/main" id="{3D7DB8D0-DAAF-0BC6-5364-6F9C5EA0180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AAB5EB5-3739-B847-AB46-229D59D218A2}" type="slidenum">
              <a:rPr lang="en-US" altLang="zh-CN">
                <a:latin typeface="Arial" panose="020B0604020202020204" pitchFamily="34" charset="0"/>
              </a:rPr>
              <a:pPr/>
              <a:t>104</a:t>
            </a:fld>
            <a:endParaRPr lang="en-US" altLang="zh-CN">
              <a:latin typeface="Arial" panose="020B0604020202020204" pitchFamily="34" charset="0"/>
            </a:endParaRPr>
          </a:p>
        </p:txBody>
      </p:sp>
      <p:sp>
        <p:nvSpPr>
          <p:cNvPr id="542722" name="Rectangle 2">
            <a:extLst>
              <a:ext uri="{FF2B5EF4-FFF2-40B4-BE49-F238E27FC236}">
                <a16:creationId xmlns:a16="http://schemas.microsoft.com/office/drawing/2014/main" id="{677A9984-C5BF-6A8A-B470-8ABC5FBA1E03}"/>
              </a:ext>
            </a:extLst>
          </p:cNvPr>
          <p:cNvSpPr>
            <a:spLocks noGrp="1" noRot="1" noChangeArrowheads="1"/>
          </p:cNvSpPr>
          <p:nvPr>
            <p:ph type="title"/>
          </p:nvPr>
        </p:nvSpPr>
        <p:spPr/>
        <p:txBody>
          <a:bodyPr/>
          <a:lstStyle/>
          <a:p>
            <a:pPr eaLnBrk="1" hangingPunct="1"/>
            <a:r>
              <a:rPr lang="zh-CN" altLang="en-US"/>
              <a:t>绕道法原理图</a:t>
            </a:r>
          </a:p>
        </p:txBody>
      </p:sp>
      <p:sp>
        <p:nvSpPr>
          <p:cNvPr id="108549" name="Rectangle 3">
            <a:extLst>
              <a:ext uri="{FF2B5EF4-FFF2-40B4-BE49-F238E27FC236}">
                <a16:creationId xmlns:a16="http://schemas.microsoft.com/office/drawing/2014/main" id="{5E90ECA4-E4D6-E962-E191-87024C7B7328}"/>
              </a:ext>
            </a:extLst>
          </p:cNvPr>
          <p:cNvSpPr>
            <a:spLocks noChangeArrowheads="1"/>
          </p:cNvSpPr>
          <p:nvPr/>
        </p:nvSpPr>
        <p:spPr bwMode="auto">
          <a:xfrm>
            <a:off x="3708400" y="2060575"/>
            <a:ext cx="719138"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08550" name="Rectangle 4">
            <a:extLst>
              <a:ext uri="{FF2B5EF4-FFF2-40B4-BE49-F238E27FC236}">
                <a16:creationId xmlns:a16="http://schemas.microsoft.com/office/drawing/2014/main" id="{23AA738F-9380-D7CF-226C-5E5B2512F50D}"/>
              </a:ext>
            </a:extLst>
          </p:cNvPr>
          <p:cNvSpPr>
            <a:spLocks noChangeArrowheads="1"/>
          </p:cNvSpPr>
          <p:nvPr/>
        </p:nvSpPr>
        <p:spPr bwMode="auto">
          <a:xfrm>
            <a:off x="3132138" y="2924175"/>
            <a:ext cx="71913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08551" name="Rectangle 5">
            <a:extLst>
              <a:ext uri="{FF2B5EF4-FFF2-40B4-BE49-F238E27FC236}">
                <a16:creationId xmlns:a16="http://schemas.microsoft.com/office/drawing/2014/main" id="{B435043B-B654-9016-2D9A-DE8D0E29DE7A}"/>
              </a:ext>
            </a:extLst>
          </p:cNvPr>
          <p:cNvSpPr>
            <a:spLocks noChangeArrowheads="1"/>
          </p:cNvSpPr>
          <p:nvPr/>
        </p:nvSpPr>
        <p:spPr bwMode="auto">
          <a:xfrm>
            <a:off x="2484438" y="3933825"/>
            <a:ext cx="71913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08552" name="Rectangle 6">
            <a:extLst>
              <a:ext uri="{FF2B5EF4-FFF2-40B4-BE49-F238E27FC236}">
                <a16:creationId xmlns:a16="http://schemas.microsoft.com/office/drawing/2014/main" id="{BD7A717A-5157-1391-9571-3903E3BD864D}"/>
              </a:ext>
            </a:extLst>
          </p:cNvPr>
          <p:cNvSpPr>
            <a:spLocks noChangeArrowheads="1"/>
          </p:cNvSpPr>
          <p:nvPr/>
        </p:nvSpPr>
        <p:spPr bwMode="auto">
          <a:xfrm>
            <a:off x="5651500" y="3932238"/>
            <a:ext cx="719138" cy="5762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08553" name="Oval 7">
            <a:extLst>
              <a:ext uri="{FF2B5EF4-FFF2-40B4-BE49-F238E27FC236}">
                <a16:creationId xmlns:a16="http://schemas.microsoft.com/office/drawing/2014/main" id="{B54A9C7F-7744-FCC5-3694-FF8BE3D29BB4}"/>
              </a:ext>
            </a:extLst>
          </p:cNvPr>
          <p:cNvSpPr>
            <a:spLocks noChangeArrowheads="1"/>
          </p:cNvSpPr>
          <p:nvPr/>
        </p:nvSpPr>
        <p:spPr bwMode="auto">
          <a:xfrm>
            <a:off x="1979613" y="5013325"/>
            <a:ext cx="720725" cy="720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08554" name="Oval 8">
            <a:extLst>
              <a:ext uri="{FF2B5EF4-FFF2-40B4-BE49-F238E27FC236}">
                <a16:creationId xmlns:a16="http://schemas.microsoft.com/office/drawing/2014/main" id="{31106A94-252E-3A1C-8E6E-46B3F082474C}"/>
              </a:ext>
            </a:extLst>
          </p:cNvPr>
          <p:cNvSpPr>
            <a:spLocks noChangeArrowheads="1"/>
          </p:cNvSpPr>
          <p:nvPr/>
        </p:nvSpPr>
        <p:spPr bwMode="auto">
          <a:xfrm>
            <a:off x="6011863" y="5013325"/>
            <a:ext cx="720725" cy="720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08555" name="Line 9">
            <a:extLst>
              <a:ext uri="{FF2B5EF4-FFF2-40B4-BE49-F238E27FC236}">
                <a16:creationId xmlns:a16="http://schemas.microsoft.com/office/drawing/2014/main" id="{ED1EB2B0-5E79-2E75-D3AD-5974000E9DC2}"/>
              </a:ext>
            </a:extLst>
          </p:cNvPr>
          <p:cNvSpPr>
            <a:spLocks noChangeShapeType="1"/>
          </p:cNvSpPr>
          <p:nvPr/>
        </p:nvSpPr>
        <p:spPr bwMode="auto">
          <a:xfrm>
            <a:off x="4067175" y="170021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6" name="Line 10">
            <a:extLst>
              <a:ext uri="{FF2B5EF4-FFF2-40B4-BE49-F238E27FC236}">
                <a16:creationId xmlns:a16="http://schemas.microsoft.com/office/drawing/2014/main" id="{B9216EBC-C259-3B39-9BBC-BF0507020693}"/>
              </a:ext>
            </a:extLst>
          </p:cNvPr>
          <p:cNvSpPr>
            <a:spLocks noChangeShapeType="1"/>
          </p:cNvSpPr>
          <p:nvPr/>
        </p:nvSpPr>
        <p:spPr bwMode="auto">
          <a:xfrm flipH="1">
            <a:off x="3563938" y="2636838"/>
            <a:ext cx="360362"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7" name="Line 11">
            <a:extLst>
              <a:ext uri="{FF2B5EF4-FFF2-40B4-BE49-F238E27FC236}">
                <a16:creationId xmlns:a16="http://schemas.microsoft.com/office/drawing/2014/main" id="{152CCD53-810A-77E1-1099-B9E453678AF8}"/>
              </a:ext>
            </a:extLst>
          </p:cNvPr>
          <p:cNvSpPr>
            <a:spLocks noChangeShapeType="1"/>
          </p:cNvSpPr>
          <p:nvPr/>
        </p:nvSpPr>
        <p:spPr bwMode="auto">
          <a:xfrm>
            <a:off x="4067175" y="2636838"/>
            <a:ext cx="504825"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8" name="Line 12">
            <a:extLst>
              <a:ext uri="{FF2B5EF4-FFF2-40B4-BE49-F238E27FC236}">
                <a16:creationId xmlns:a16="http://schemas.microsoft.com/office/drawing/2014/main" id="{76D71C99-38E9-B4D7-A46F-E7EF625624A0}"/>
              </a:ext>
            </a:extLst>
          </p:cNvPr>
          <p:cNvSpPr>
            <a:spLocks noChangeShapeType="1"/>
          </p:cNvSpPr>
          <p:nvPr/>
        </p:nvSpPr>
        <p:spPr bwMode="auto">
          <a:xfrm>
            <a:off x="4572000" y="2924175"/>
            <a:ext cx="1368425" cy="936625"/>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9" name="Line 13">
            <a:extLst>
              <a:ext uri="{FF2B5EF4-FFF2-40B4-BE49-F238E27FC236}">
                <a16:creationId xmlns:a16="http://schemas.microsoft.com/office/drawing/2014/main" id="{F09CD761-9C25-C275-5FA5-305EFE498D2D}"/>
              </a:ext>
            </a:extLst>
          </p:cNvPr>
          <p:cNvSpPr>
            <a:spLocks noChangeShapeType="1"/>
          </p:cNvSpPr>
          <p:nvPr/>
        </p:nvSpPr>
        <p:spPr bwMode="auto">
          <a:xfrm flipH="1">
            <a:off x="2843213" y="3500438"/>
            <a:ext cx="433387"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0" name="Line 14">
            <a:extLst>
              <a:ext uri="{FF2B5EF4-FFF2-40B4-BE49-F238E27FC236}">
                <a16:creationId xmlns:a16="http://schemas.microsoft.com/office/drawing/2014/main" id="{162125C2-F995-C6FC-2E73-E14211D78EEE}"/>
              </a:ext>
            </a:extLst>
          </p:cNvPr>
          <p:cNvSpPr>
            <a:spLocks noChangeShapeType="1"/>
          </p:cNvSpPr>
          <p:nvPr/>
        </p:nvSpPr>
        <p:spPr bwMode="auto">
          <a:xfrm flipH="1">
            <a:off x="2484438" y="4508500"/>
            <a:ext cx="287337" cy="5048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1" name="Line 15">
            <a:extLst>
              <a:ext uri="{FF2B5EF4-FFF2-40B4-BE49-F238E27FC236}">
                <a16:creationId xmlns:a16="http://schemas.microsoft.com/office/drawing/2014/main" id="{C97B7582-130E-CFA0-AF13-44FA78377BCB}"/>
              </a:ext>
            </a:extLst>
          </p:cNvPr>
          <p:cNvSpPr>
            <a:spLocks noChangeShapeType="1"/>
          </p:cNvSpPr>
          <p:nvPr/>
        </p:nvSpPr>
        <p:spPr bwMode="auto">
          <a:xfrm>
            <a:off x="6084888" y="4508500"/>
            <a:ext cx="215900" cy="5048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62" name="Group 16">
            <a:extLst>
              <a:ext uri="{FF2B5EF4-FFF2-40B4-BE49-F238E27FC236}">
                <a16:creationId xmlns:a16="http://schemas.microsoft.com/office/drawing/2014/main" id="{9FE013E5-83F3-35E9-D4A7-4D251C4D8C88}"/>
              </a:ext>
            </a:extLst>
          </p:cNvPr>
          <p:cNvGrpSpPr>
            <a:grpSpLocks/>
          </p:cNvGrpSpPr>
          <p:nvPr/>
        </p:nvGrpSpPr>
        <p:grpSpPr bwMode="auto">
          <a:xfrm>
            <a:off x="3059113" y="3705225"/>
            <a:ext cx="2651125" cy="1812925"/>
            <a:chOff x="1927" y="2334"/>
            <a:chExt cx="1670" cy="1142"/>
          </a:xfrm>
        </p:grpSpPr>
        <p:sp>
          <p:nvSpPr>
            <p:cNvPr id="108567" name="Line 17">
              <a:extLst>
                <a:ext uri="{FF2B5EF4-FFF2-40B4-BE49-F238E27FC236}">
                  <a16:creationId xmlns:a16="http://schemas.microsoft.com/office/drawing/2014/main" id="{BA102077-8947-6194-5456-B5F950BF4874}"/>
                </a:ext>
              </a:extLst>
            </p:cNvPr>
            <p:cNvSpPr>
              <a:spLocks noChangeShapeType="1"/>
            </p:cNvSpPr>
            <p:nvPr/>
          </p:nvSpPr>
          <p:spPr bwMode="auto">
            <a:xfrm flipV="1">
              <a:off x="1927" y="2478"/>
              <a:ext cx="499" cy="9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8" name="Line 18">
              <a:extLst>
                <a:ext uri="{FF2B5EF4-FFF2-40B4-BE49-F238E27FC236}">
                  <a16:creationId xmlns:a16="http://schemas.microsoft.com/office/drawing/2014/main" id="{F25D36E6-8008-AB74-15F0-7A5F5ECBA978}"/>
                </a:ext>
              </a:extLst>
            </p:cNvPr>
            <p:cNvSpPr>
              <a:spLocks noChangeShapeType="1"/>
            </p:cNvSpPr>
            <p:nvPr/>
          </p:nvSpPr>
          <p:spPr bwMode="auto">
            <a:xfrm>
              <a:off x="2962" y="2478"/>
              <a:ext cx="635" cy="99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9" name="Arc 19">
              <a:extLst>
                <a:ext uri="{FF2B5EF4-FFF2-40B4-BE49-F238E27FC236}">
                  <a16:creationId xmlns:a16="http://schemas.microsoft.com/office/drawing/2014/main" id="{30BD0A78-3340-6888-7A7F-E5D2B4C94B6B}"/>
                </a:ext>
              </a:extLst>
            </p:cNvPr>
            <p:cNvSpPr>
              <a:spLocks/>
            </p:cNvSpPr>
            <p:nvPr/>
          </p:nvSpPr>
          <p:spPr bwMode="auto">
            <a:xfrm rot="10800000" flipV="1">
              <a:off x="2417" y="2334"/>
              <a:ext cx="554" cy="234"/>
            </a:xfrm>
            <a:custGeom>
              <a:avLst/>
              <a:gdLst>
                <a:gd name="T0" fmla="*/ 0 w 41424"/>
                <a:gd name="T1" fmla="*/ 2 h 21600"/>
                <a:gd name="T2" fmla="*/ 7 w 41424"/>
                <a:gd name="T3" fmla="*/ 2 h 21600"/>
                <a:gd name="T4" fmla="*/ 4 w 41424"/>
                <a:gd name="T5" fmla="*/ 3 h 21600"/>
                <a:gd name="T6" fmla="*/ 0 60000 65536"/>
                <a:gd name="T7" fmla="*/ 0 60000 65536"/>
                <a:gd name="T8" fmla="*/ 0 60000 65536"/>
              </a:gdLst>
              <a:ahLst/>
              <a:cxnLst>
                <a:cxn ang="T6">
                  <a:pos x="T0" y="T1"/>
                </a:cxn>
                <a:cxn ang="T7">
                  <a:pos x="T2" y="T3"/>
                </a:cxn>
                <a:cxn ang="T8">
                  <a:pos x="T4" y="T5"/>
                </a:cxn>
              </a:cxnLst>
              <a:rect l="0" t="0" r="r" b="b"/>
              <a:pathLst>
                <a:path w="41424" h="21600" fill="none" extrusionOk="0">
                  <a:moveTo>
                    <a:pt x="-1" y="15010"/>
                  </a:moveTo>
                  <a:cubicBezTo>
                    <a:pt x="2864" y="6067"/>
                    <a:pt x="11179" y="-1"/>
                    <a:pt x="20570" y="0"/>
                  </a:cubicBezTo>
                  <a:cubicBezTo>
                    <a:pt x="30331" y="0"/>
                    <a:pt x="38880" y="6547"/>
                    <a:pt x="41423" y="15972"/>
                  </a:cubicBezTo>
                </a:path>
                <a:path w="41424" h="21600" stroke="0" extrusionOk="0">
                  <a:moveTo>
                    <a:pt x="-1" y="15010"/>
                  </a:moveTo>
                  <a:cubicBezTo>
                    <a:pt x="2864" y="6067"/>
                    <a:pt x="11179" y="-1"/>
                    <a:pt x="20570" y="0"/>
                  </a:cubicBezTo>
                  <a:cubicBezTo>
                    <a:pt x="30331" y="0"/>
                    <a:pt x="38880" y="6547"/>
                    <a:pt x="41423" y="15972"/>
                  </a:cubicBezTo>
                  <a:lnTo>
                    <a:pt x="20570" y="21600"/>
                  </a:lnTo>
                  <a:lnTo>
                    <a:pt x="-1" y="15010"/>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8563" name="Text Box 20">
            <a:extLst>
              <a:ext uri="{FF2B5EF4-FFF2-40B4-BE49-F238E27FC236}">
                <a16:creationId xmlns:a16="http://schemas.microsoft.com/office/drawing/2014/main" id="{E9F24495-1CE5-599E-35E0-AC47A1E8957C}"/>
              </a:ext>
            </a:extLst>
          </p:cNvPr>
          <p:cNvSpPr txBox="1">
            <a:spLocks noChangeArrowheads="1"/>
          </p:cNvSpPr>
          <p:nvPr/>
        </p:nvSpPr>
        <p:spPr bwMode="auto">
          <a:xfrm>
            <a:off x="4716463" y="1989138"/>
            <a:ext cx="3600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与被共享文件所在路径的交叉点</a:t>
            </a:r>
          </a:p>
        </p:txBody>
      </p:sp>
      <p:sp>
        <p:nvSpPr>
          <p:cNvPr id="108564" name="Text Box 21">
            <a:extLst>
              <a:ext uri="{FF2B5EF4-FFF2-40B4-BE49-F238E27FC236}">
                <a16:creationId xmlns:a16="http://schemas.microsoft.com/office/drawing/2014/main" id="{7061C152-ABCC-D9F3-4D41-3460EC7700A2}"/>
              </a:ext>
            </a:extLst>
          </p:cNvPr>
          <p:cNvSpPr txBox="1">
            <a:spLocks noChangeArrowheads="1"/>
          </p:cNvSpPr>
          <p:nvPr/>
        </p:nvSpPr>
        <p:spPr bwMode="auto">
          <a:xfrm>
            <a:off x="1042988" y="3716338"/>
            <a:ext cx="1512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当前目录</a:t>
            </a:r>
          </a:p>
        </p:txBody>
      </p:sp>
      <p:sp>
        <p:nvSpPr>
          <p:cNvPr id="108565" name="Text Box 22">
            <a:extLst>
              <a:ext uri="{FF2B5EF4-FFF2-40B4-BE49-F238E27FC236}">
                <a16:creationId xmlns:a16="http://schemas.microsoft.com/office/drawing/2014/main" id="{90DA1431-294B-0190-941B-2B2D057FD5F9}"/>
              </a:ext>
            </a:extLst>
          </p:cNvPr>
          <p:cNvSpPr txBox="1">
            <a:spLocks noChangeArrowheads="1"/>
          </p:cNvSpPr>
          <p:nvPr/>
        </p:nvSpPr>
        <p:spPr bwMode="auto">
          <a:xfrm>
            <a:off x="6804025" y="4724400"/>
            <a:ext cx="1728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被共享文件</a:t>
            </a:r>
          </a:p>
        </p:txBody>
      </p:sp>
      <p:sp>
        <p:nvSpPr>
          <p:cNvPr id="108566" name="Text Box 23">
            <a:extLst>
              <a:ext uri="{FF2B5EF4-FFF2-40B4-BE49-F238E27FC236}">
                <a16:creationId xmlns:a16="http://schemas.microsoft.com/office/drawing/2014/main" id="{73686ED2-51A5-5436-05F7-9D9203D2F7CD}"/>
              </a:ext>
            </a:extLst>
          </p:cNvPr>
          <p:cNvSpPr txBox="1">
            <a:spLocks noChangeArrowheads="1"/>
          </p:cNvSpPr>
          <p:nvPr/>
        </p:nvSpPr>
        <p:spPr bwMode="auto">
          <a:xfrm>
            <a:off x="900113" y="5229225"/>
            <a:ext cx="935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文件</a:t>
            </a:r>
          </a:p>
        </p:txBody>
      </p:sp>
    </p:spTree>
  </p:cSld>
  <p:clrMapOvr>
    <a:masterClrMapping/>
  </p:clrMapOvr>
  <p:transition spd="med">
    <p:random/>
    <p:sndAc>
      <p:stSnd>
        <p:snd r:embed="rId2" name="camera.wav"/>
      </p:stSnd>
    </p:sndAc>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3ACC9D9-A09C-6F35-7800-77A704CFA68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7A0459C-B6F0-FD4C-ACED-4D69FE109464}" type="slidenum">
              <a:rPr lang="en-US" altLang="zh-CN">
                <a:latin typeface="Arial" panose="020B0604020202020204" pitchFamily="34" charset="0"/>
              </a:rPr>
              <a:pPr/>
              <a:t>105</a:t>
            </a:fld>
            <a:endParaRPr lang="en-US" altLang="zh-CN">
              <a:latin typeface="Arial" panose="020B0604020202020204" pitchFamily="34" charset="0"/>
            </a:endParaRPr>
          </a:p>
        </p:txBody>
      </p:sp>
      <p:sp>
        <p:nvSpPr>
          <p:cNvPr id="543746" name="Rectangle 2">
            <a:extLst>
              <a:ext uri="{FF2B5EF4-FFF2-40B4-BE49-F238E27FC236}">
                <a16:creationId xmlns:a16="http://schemas.microsoft.com/office/drawing/2014/main" id="{1F3961AE-05F6-425C-F108-19AEB4972078}"/>
              </a:ext>
            </a:extLst>
          </p:cNvPr>
          <p:cNvSpPr>
            <a:spLocks noGrp="1" noRot="1" noChangeArrowheads="1"/>
          </p:cNvSpPr>
          <p:nvPr>
            <p:ph type="title"/>
          </p:nvPr>
        </p:nvSpPr>
        <p:spPr/>
        <p:txBody>
          <a:bodyPr/>
          <a:lstStyle/>
          <a:p>
            <a:pPr eaLnBrk="1" hangingPunct="1"/>
            <a:r>
              <a:rPr lang="en-US" altLang="zh-CN"/>
              <a:t>2. </a:t>
            </a:r>
            <a:r>
              <a:rPr lang="zh-CN" altLang="en-US"/>
              <a:t>链接法</a:t>
            </a:r>
          </a:p>
        </p:txBody>
      </p:sp>
      <p:sp>
        <p:nvSpPr>
          <p:cNvPr id="543747" name="Rectangle 3">
            <a:extLst>
              <a:ext uri="{FF2B5EF4-FFF2-40B4-BE49-F238E27FC236}">
                <a16:creationId xmlns:a16="http://schemas.microsoft.com/office/drawing/2014/main" id="{E5282CA1-29FB-7D17-23EC-EB6C33CEE546}"/>
              </a:ext>
            </a:extLst>
          </p:cNvPr>
          <p:cNvSpPr>
            <a:spLocks noGrp="1" noRot="1" noChangeArrowheads="1"/>
          </p:cNvSpPr>
          <p:nvPr>
            <p:ph type="body" idx="1"/>
          </p:nvPr>
        </p:nvSpPr>
        <p:spPr/>
        <p:txBody>
          <a:bodyPr/>
          <a:lstStyle/>
          <a:p>
            <a:pPr eaLnBrk="1" hangingPunct="1"/>
            <a:r>
              <a:rPr lang="zh-CN" altLang="en-US"/>
              <a:t>将一个目录中的链指针直接指向被共享文件所在的目录。</a:t>
            </a:r>
          </a:p>
          <a:p>
            <a:pPr eaLnBrk="1" hangingPunct="1"/>
            <a:r>
              <a:rPr lang="zh-CN" altLang="en-US"/>
              <a:t>链接法仍然需要用户指定被共享的文件和被链接的目录。</a:t>
            </a:r>
          </a:p>
        </p:txBody>
      </p:sp>
    </p:spTree>
  </p:cSld>
  <p:clrMapOvr>
    <a:masterClrMapping/>
  </p:clrMapOvr>
  <p:transition spd="med">
    <p:random/>
    <p:sndAc>
      <p:stSnd>
        <p:snd r:embed="rId2" name="camera.wav"/>
      </p:stSnd>
    </p:sndAc>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8524D6A-307F-E5E6-98EA-BA45948012B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C57D5E0-DE8A-2547-BD42-BEC3530050FA}" type="slidenum">
              <a:rPr lang="en-US" altLang="zh-CN">
                <a:latin typeface="Arial" panose="020B0604020202020204" pitchFamily="34" charset="0"/>
              </a:rPr>
              <a:pPr/>
              <a:t>106</a:t>
            </a:fld>
            <a:endParaRPr lang="en-US" altLang="zh-CN">
              <a:latin typeface="Arial" panose="020B0604020202020204" pitchFamily="34" charset="0"/>
            </a:endParaRPr>
          </a:p>
        </p:txBody>
      </p:sp>
      <p:sp>
        <p:nvSpPr>
          <p:cNvPr id="544770" name="Rectangle 2">
            <a:extLst>
              <a:ext uri="{FF2B5EF4-FFF2-40B4-BE49-F238E27FC236}">
                <a16:creationId xmlns:a16="http://schemas.microsoft.com/office/drawing/2014/main" id="{AB6ED22F-E355-CF06-0DE4-1B27243DFE60}"/>
              </a:ext>
            </a:extLst>
          </p:cNvPr>
          <p:cNvSpPr>
            <a:spLocks noGrp="1" noRot="1" noChangeArrowheads="1"/>
          </p:cNvSpPr>
          <p:nvPr>
            <p:ph type="title"/>
          </p:nvPr>
        </p:nvSpPr>
        <p:spPr/>
        <p:txBody>
          <a:bodyPr/>
          <a:lstStyle/>
          <a:p>
            <a:pPr eaLnBrk="1" hangingPunct="1"/>
            <a:r>
              <a:rPr lang="en-US" altLang="zh-CN"/>
              <a:t>3. </a:t>
            </a:r>
            <a:r>
              <a:rPr lang="zh-CN" altLang="en-US"/>
              <a:t>基本文件目录表（</a:t>
            </a:r>
            <a:r>
              <a:rPr lang="en-US" altLang="zh-CN"/>
              <a:t>BFD</a:t>
            </a:r>
            <a:r>
              <a:rPr lang="zh-CN" altLang="en-US"/>
              <a:t>）</a:t>
            </a:r>
          </a:p>
        </p:txBody>
      </p:sp>
      <p:sp>
        <p:nvSpPr>
          <p:cNvPr id="544771" name="Rectangle 3">
            <a:extLst>
              <a:ext uri="{FF2B5EF4-FFF2-40B4-BE49-F238E27FC236}">
                <a16:creationId xmlns:a16="http://schemas.microsoft.com/office/drawing/2014/main" id="{6B742603-E51F-84E7-FF7E-D7DB8F7FBA02}"/>
              </a:ext>
            </a:extLst>
          </p:cNvPr>
          <p:cNvSpPr>
            <a:spLocks noGrp="1" noRot="1" noChangeArrowheads="1"/>
          </p:cNvSpPr>
          <p:nvPr>
            <p:ph type="body" idx="1"/>
          </p:nvPr>
        </p:nvSpPr>
        <p:spPr/>
        <p:txBody>
          <a:bodyPr/>
          <a:lstStyle/>
          <a:p>
            <a:pPr eaLnBrk="1" hangingPunct="1"/>
            <a:r>
              <a:rPr lang="en-US" altLang="zh-CN"/>
              <a:t>BFD</a:t>
            </a:r>
            <a:r>
              <a:rPr lang="zh-CN" altLang="en-US"/>
              <a:t>方法把所有文件目录的内容分成两部分：</a:t>
            </a:r>
          </a:p>
          <a:p>
            <a:pPr lvl="1" eaLnBrk="1" hangingPunct="1"/>
            <a:r>
              <a:rPr lang="zh-CN" altLang="en-US"/>
              <a:t>一部分包括文件的</a:t>
            </a:r>
            <a:r>
              <a:rPr lang="zh-CN" altLang="en-US">
                <a:solidFill>
                  <a:srgbClr val="990099"/>
                </a:solidFill>
              </a:rPr>
              <a:t>结构信息</a:t>
            </a:r>
            <a:r>
              <a:rPr lang="zh-CN" altLang="en-US"/>
              <a:t>、</a:t>
            </a:r>
            <a:r>
              <a:rPr lang="zh-CN" altLang="en-US">
                <a:solidFill>
                  <a:srgbClr val="990099"/>
                </a:solidFill>
              </a:rPr>
              <a:t>物理块号</a:t>
            </a:r>
            <a:r>
              <a:rPr lang="zh-CN" altLang="en-US"/>
              <a:t>、</a:t>
            </a:r>
            <a:r>
              <a:rPr lang="zh-CN" altLang="en-US">
                <a:solidFill>
                  <a:srgbClr val="990099"/>
                </a:solidFill>
              </a:rPr>
              <a:t>存取控制和管理信息</a:t>
            </a:r>
            <a:r>
              <a:rPr lang="zh-CN" altLang="en-US"/>
              <a:t>等，并由系统赋予唯一的内部标识，称为</a:t>
            </a:r>
            <a:r>
              <a:rPr lang="zh-CN" altLang="en-US">
                <a:solidFill>
                  <a:srgbClr val="990099"/>
                </a:solidFill>
              </a:rPr>
              <a:t>基本文件目录表</a:t>
            </a:r>
            <a:r>
              <a:rPr lang="zh-CN" altLang="en-US"/>
              <a:t>（</a:t>
            </a:r>
            <a:r>
              <a:rPr lang="en-US" altLang="zh-CN">
                <a:solidFill>
                  <a:srgbClr val="990099"/>
                </a:solidFill>
              </a:rPr>
              <a:t>BFD</a:t>
            </a:r>
            <a:r>
              <a:rPr lang="zh-CN" altLang="en-US"/>
              <a:t>）；</a:t>
            </a:r>
          </a:p>
          <a:p>
            <a:pPr lvl="1" eaLnBrk="1" hangingPunct="1"/>
            <a:r>
              <a:rPr lang="zh-CN" altLang="en-US"/>
              <a:t>另一部分则由用户给出的符号名和系统赋予文件说明信息的内部标识符组成，称为</a:t>
            </a:r>
            <a:r>
              <a:rPr lang="zh-CN" altLang="en-US">
                <a:solidFill>
                  <a:srgbClr val="990099"/>
                </a:solidFill>
              </a:rPr>
              <a:t>符号文件目录表</a:t>
            </a:r>
            <a:r>
              <a:rPr lang="zh-CN" altLang="en-US"/>
              <a:t>（</a:t>
            </a:r>
            <a:r>
              <a:rPr lang="en-US" altLang="zh-CN">
                <a:solidFill>
                  <a:srgbClr val="990099"/>
                </a:solidFill>
              </a:rPr>
              <a:t>SFD</a:t>
            </a:r>
            <a:r>
              <a:rPr lang="zh-CN" altLang="en-US"/>
              <a:t>） 。</a:t>
            </a:r>
          </a:p>
          <a:p>
            <a:pPr eaLnBrk="1" hangingPunct="1"/>
            <a:endParaRPr lang="en-US" altLang="zh-CN"/>
          </a:p>
        </p:txBody>
      </p:sp>
    </p:spTree>
  </p:cSld>
  <p:clrMapOvr>
    <a:masterClrMapping/>
  </p:clrMapOvr>
  <p:transition spd="med">
    <p:random/>
    <p:sndAc>
      <p:stSnd>
        <p:snd r:embed="rId2" name="camera.wav"/>
      </p:stSnd>
    </p:sndAc>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0A9C59F-0588-2776-9AA8-9F402FFB925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7801B19-2585-DE4E-9BC1-E1D142F34D22}" type="slidenum">
              <a:rPr lang="en-US" altLang="zh-CN">
                <a:latin typeface="Arial" panose="020B0604020202020204" pitchFamily="34" charset="0"/>
              </a:rPr>
              <a:pPr/>
              <a:t>107</a:t>
            </a:fld>
            <a:endParaRPr lang="en-US" altLang="zh-CN">
              <a:latin typeface="Arial" panose="020B0604020202020204" pitchFamily="34" charset="0"/>
            </a:endParaRPr>
          </a:p>
        </p:txBody>
      </p:sp>
      <p:sp>
        <p:nvSpPr>
          <p:cNvPr id="545794" name="Rectangle 2">
            <a:extLst>
              <a:ext uri="{FF2B5EF4-FFF2-40B4-BE49-F238E27FC236}">
                <a16:creationId xmlns:a16="http://schemas.microsoft.com/office/drawing/2014/main" id="{6EFF072C-0404-1137-5D64-C2ADA430B693}"/>
              </a:ext>
            </a:extLst>
          </p:cNvPr>
          <p:cNvSpPr>
            <a:spLocks noGrp="1" noRot="1" noChangeArrowheads="1"/>
          </p:cNvSpPr>
          <p:nvPr>
            <p:ph type="title"/>
          </p:nvPr>
        </p:nvSpPr>
        <p:spPr/>
        <p:txBody>
          <a:bodyPr/>
          <a:lstStyle/>
          <a:p>
            <a:pPr eaLnBrk="1" hangingPunct="1"/>
            <a:r>
              <a:rPr lang="en-US" altLang="zh-CN"/>
              <a:t>3. </a:t>
            </a:r>
            <a:r>
              <a:rPr lang="zh-CN" altLang="en-US"/>
              <a:t>基本文件目录表（</a:t>
            </a:r>
            <a:r>
              <a:rPr lang="en-US" altLang="zh-CN"/>
              <a:t>BFD</a:t>
            </a:r>
            <a:r>
              <a:rPr lang="zh-CN" altLang="en-US"/>
              <a:t>）</a:t>
            </a:r>
          </a:p>
        </p:txBody>
      </p:sp>
      <p:sp>
        <p:nvSpPr>
          <p:cNvPr id="545795" name="Rectangle 3">
            <a:extLst>
              <a:ext uri="{FF2B5EF4-FFF2-40B4-BE49-F238E27FC236}">
                <a16:creationId xmlns:a16="http://schemas.microsoft.com/office/drawing/2014/main" id="{DC9A46F0-9BFC-F214-A7AE-8DC4B470A32C}"/>
              </a:ext>
            </a:extLst>
          </p:cNvPr>
          <p:cNvSpPr>
            <a:spLocks noGrp="1" noRot="1" noChangeArrowheads="1"/>
          </p:cNvSpPr>
          <p:nvPr>
            <p:ph type="body" idx="1"/>
          </p:nvPr>
        </p:nvSpPr>
        <p:spPr/>
        <p:txBody>
          <a:bodyPr/>
          <a:lstStyle/>
          <a:p>
            <a:pPr eaLnBrk="1" hangingPunct="1"/>
            <a:r>
              <a:rPr lang="zh-CN" altLang="en-US"/>
              <a:t>系统通常预先规定赋予基本文件目录、空白目录、主目录</a:t>
            </a:r>
            <a:r>
              <a:rPr lang="en-US" altLang="zh-CN"/>
              <a:t>MFD</a:t>
            </a:r>
            <a:r>
              <a:rPr lang="zh-CN" altLang="en-US"/>
              <a:t>的符号文件目录固定不变的唯一标识符。</a:t>
            </a:r>
          </a:p>
          <a:p>
            <a:pPr eaLnBrk="1" hangingPunct="1"/>
            <a:r>
              <a:rPr lang="zh-CN" altLang="en-US"/>
              <a:t>采用基本文件目录方式可以方便地实现文件共享。如果用户要共享某个文件，则只需给出被共享的文件名，系统会自动在</a:t>
            </a:r>
            <a:r>
              <a:rPr lang="en-US" altLang="zh-CN"/>
              <a:t>SDF</a:t>
            </a:r>
            <a:r>
              <a:rPr lang="zh-CN" altLang="en-US"/>
              <a:t>的有关文件处生成与被共享文件相同的内部标识符</a:t>
            </a:r>
            <a:r>
              <a:rPr lang="en-US" altLang="zh-CN"/>
              <a:t>ID</a:t>
            </a:r>
            <a:r>
              <a:rPr lang="zh-CN" altLang="en-US"/>
              <a:t>。</a:t>
            </a:r>
          </a:p>
        </p:txBody>
      </p:sp>
    </p:spTree>
  </p:cSld>
  <p:clrMapOvr>
    <a:masterClrMapping/>
  </p:clrMapOvr>
  <p:transition spd="med">
    <p:random/>
    <p:sndAc>
      <p:stSnd>
        <p:snd r:embed="rId2" name="camera.wav"/>
      </p:stSnd>
    </p:sndAc>
  </p:transition>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6818" name="Rectangle 2">
            <a:extLst>
              <a:ext uri="{FF2B5EF4-FFF2-40B4-BE49-F238E27FC236}">
                <a16:creationId xmlns:a16="http://schemas.microsoft.com/office/drawing/2014/main" id="{5FC437FD-118C-B427-D3D2-DF783F4D4536}"/>
              </a:ext>
            </a:extLst>
          </p:cNvPr>
          <p:cNvSpPr>
            <a:spLocks noGrp="1" noRot="1" noChangeArrowheads="1"/>
          </p:cNvSpPr>
          <p:nvPr>
            <p:ph type="title"/>
          </p:nvPr>
        </p:nvSpPr>
        <p:spPr>
          <a:xfrm>
            <a:off x="468313" y="0"/>
            <a:ext cx="7929562" cy="719138"/>
          </a:xfrm>
        </p:spPr>
        <p:txBody>
          <a:bodyPr/>
          <a:lstStyle/>
          <a:p>
            <a:pPr eaLnBrk="1" hangingPunct="1"/>
            <a:r>
              <a:rPr lang="zh-CN" altLang="en-US" sz="4000"/>
              <a:t>采用基本文件目录的多级目录结构</a:t>
            </a:r>
          </a:p>
        </p:txBody>
      </p:sp>
      <p:graphicFrame>
        <p:nvGraphicFramePr>
          <p:cNvPr id="546819" name="Group 3">
            <a:extLst>
              <a:ext uri="{FF2B5EF4-FFF2-40B4-BE49-F238E27FC236}">
                <a16:creationId xmlns:a16="http://schemas.microsoft.com/office/drawing/2014/main" id="{81442A89-9FE9-A511-0CBD-292D8000029C}"/>
              </a:ext>
            </a:extLst>
          </p:cNvPr>
          <p:cNvGraphicFramePr>
            <a:graphicFrameLocks noGrp="1"/>
          </p:cNvGraphicFramePr>
          <p:nvPr/>
        </p:nvGraphicFramePr>
        <p:xfrm>
          <a:off x="755650" y="1196975"/>
          <a:ext cx="1871663" cy="5394950"/>
        </p:xfrm>
        <a:graphic>
          <a:graphicData uri="http://schemas.openxmlformats.org/drawingml/2006/table">
            <a:tbl>
              <a:tblPr/>
              <a:tblGrid>
                <a:gridCol w="936625">
                  <a:extLst>
                    <a:ext uri="{9D8B030D-6E8A-4147-A177-3AD203B41FA5}">
                      <a16:colId xmlns:a16="http://schemas.microsoft.com/office/drawing/2014/main" val="4211689931"/>
                    </a:ext>
                  </a:extLst>
                </a:gridCol>
                <a:gridCol w="935038">
                  <a:extLst>
                    <a:ext uri="{9D8B030D-6E8A-4147-A177-3AD203B41FA5}">
                      <a16:colId xmlns:a16="http://schemas.microsoft.com/office/drawing/2014/main" val="954666722"/>
                    </a:ext>
                  </a:extLst>
                </a:gridCol>
              </a:tblGrid>
              <a:tr h="82232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标识符</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物理块号</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29089450"/>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0</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467986336"/>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1</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46595405"/>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2</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156433776"/>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3</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210564046"/>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4</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404130772"/>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5</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584160903"/>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6</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010703386"/>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7</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183756140"/>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8</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06417820"/>
                  </a:ext>
                </a:extLst>
              </a:tr>
              <a:tr h="45720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9</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523794403"/>
                  </a:ext>
                </a:extLst>
              </a:tr>
            </a:tbl>
          </a:graphicData>
        </a:graphic>
      </p:graphicFrame>
      <p:graphicFrame>
        <p:nvGraphicFramePr>
          <p:cNvPr id="546857" name="Group 41">
            <a:extLst>
              <a:ext uri="{FF2B5EF4-FFF2-40B4-BE49-F238E27FC236}">
                <a16:creationId xmlns:a16="http://schemas.microsoft.com/office/drawing/2014/main" id="{C723ECF1-BE24-8904-04C7-572EC6CEC499}"/>
              </a:ext>
            </a:extLst>
          </p:cNvPr>
          <p:cNvGraphicFramePr>
            <a:graphicFrameLocks noGrp="1"/>
          </p:cNvGraphicFramePr>
          <p:nvPr/>
        </p:nvGraphicFramePr>
        <p:xfrm>
          <a:off x="4211638" y="1628775"/>
          <a:ext cx="2447925" cy="1281114"/>
        </p:xfrm>
        <a:graphic>
          <a:graphicData uri="http://schemas.openxmlformats.org/drawingml/2006/table">
            <a:tbl>
              <a:tblPr/>
              <a:tblGrid>
                <a:gridCol w="1092200">
                  <a:extLst>
                    <a:ext uri="{9D8B030D-6E8A-4147-A177-3AD203B41FA5}">
                      <a16:colId xmlns:a16="http://schemas.microsoft.com/office/drawing/2014/main" val="3525856876"/>
                    </a:ext>
                  </a:extLst>
                </a:gridCol>
                <a:gridCol w="1355725">
                  <a:extLst>
                    <a:ext uri="{9D8B030D-6E8A-4147-A177-3AD203B41FA5}">
                      <a16:colId xmlns:a16="http://schemas.microsoft.com/office/drawing/2014/main" val="1861352329"/>
                    </a:ext>
                  </a:extLst>
                </a:gridCol>
              </a:tblGrid>
              <a:tr h="4270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用户名</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ID</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726351315"/>
                  </a:ext>
                </a:extLst>
              </a:tr>
              <a:tr h="4270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Wang</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3</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2192489810"/>
                  </a:ext>
                </a:extLst>
              </a:tr>
              <a:tr h="4270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Zhang</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4</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3183361429"/>
                  </a:ext>
                </a:extLst>
              </a:tr>
            </a:tbl>
          </a:graphicData>
        </a:graphic>
      </p:graphicFrame>
      <p:sp>
        <p:nvSpPr>
          <p:cNvPr id="112695" name="Text Box 55">
            <a:extLst>
              <a:ext uri="{FF2B5EF4-FFF2-40B4-BE49-F238E27FC236}">
                <a16:creationId xmlns:a16="http://schemas.microsoft.com/office/drawing/2014/main" id="{406498C0-20F6-8A22-0305-4E3B821729FB}"/>
              </a:ext>
            </a:extLst>
          </p:cNvPr>
          <p:cNvSpPr txBox="1">
            <a:spLocks noChangeArrowheads="1"/>
          </p:cNvSpPr>
          <p:nvPr/>
        </p:nvSpPr>
        <p:spPr bwMode="auto">
          <a:xfrm>
            <a:off x="4211638" y="1196975"/>
            <a:ext cx="2592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solidFill>
                  <a:srgbClr val="990099"/>
                </a:solidFill>
                <a:latin typeface="华文中宋" panose="02010600040101010101" pitchFamily="2" charset="-122"/>
                <a:ea typeface="华文中宋" panose="02010600040101010101" pitchFamily="2" charset="-122"/>
              </a:rPr>
              <a:t>主目录（</a:t>
            </a:r>
            <a:r>
              <a:rPr lang="en-US" altLang="zh-CN" sz="2400" b="0">
                <a:solidFill>
                  <a:srgbClr val="990099"/>
                </a:solidFill>
                <a:latin typeface="华文中宋" panose="02010600040101010101" pitchFamily="2" charset="-122"/>
                <a:ea typeface="华文中宋" panose="02010600040101010101" pitchFamily="2" charset="-122"/>
              </a:rPr>
              <a:t>MFD</a:t>
            </a:r>
            <a:r>
              <a:rPr lang="zh-CN" altLang="en-US" sz="2400" b="0">
                <a:solidFill>
                  <a:srgbClr val="990099"/>
                </a:solidFill>
                <a:latin typeface="华文中宋" panose="02010600040101010101" pitchFamily="2" charset="-122"/>
                <a:ea typeface="华文中宋" panose="02010600040101010101" pitchFamily="2" charset="-122"/>
              </a:rPr>
              <a:t>）</a:t>
            </a:r>
          </a:p>
        </p:txBody>
      </p:sp>
      <p:sp>
        <p:nvSpPr>
          <p:cNvPr id="112696" name="Rectangle 56">
            <a:extLst>
              <a:ext uri="{FF2B5EF4-FFF2-40B4-BE49-F238E27FC236}">
                <a16:creationId xmlns:a16="http://schemas.microsoft.com/office/drawing/2014/main" id="{8BD7B5A2-755D-6B2B-91CA-18EF03FAE36C}"/>
              </a:ext>
            </a:extLst>
          </p:cNvPr>
          <p:cNvSpPr>
            <a:spLocks noChangeArrowheads="1"/>
          </p:cNvSpPr>
          <p:nvPr/>
        </p:nvSpPr>
        <p:spPr bwMode="auto">
          <a:xfrm>
            <a:off x="4284663" y="865188"/>
            <a:ext cx="2303462" cy="36036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空闲文件目录</a:t>
            </a:r>
          </a:p>
        </p:txBody>
      </p:sp>
      <p:sp>
        <p:nvSpPr>
          <p:cNvPr id="112697" name="Line 57">
            <a:extLst>
              <a:ext uri="{FF2B5EF4-FFF2-40B4-BE49-F238E27FC236}">
                <a16:creationId xmlns:a16="http://schemas.microsoft.com/office/drawing/2014/main" id="{933FC57C-C7E0-30BB-E2C4-370028F86624}"/>
              </a:ext>
            </a:extLst>
          </p:cNvPr>
          <p:cNvSpPr>
            <a:spLocks noChangeShapeType="1"/>
          </p:cNvSpPr>
          <p:nvPr/>
        </p:nvSpPr>
        <p:spPr bwMode="auto">
          <a:xfrm>
            <a:off x="2339975" y="2276475"/>
            <a:ext cx="503238" cy="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98" name="Line 58">
            <a:extLst>
              <a:ext uri="{FF2B5EF4-FFF2-40B4-BE49-F238E27FC236}">
                <a16:creationId xmlns:a16="http://schemas.microsoft.com/office/drawing/2014/main" id="{344CE9B7-3D37-CE04-F0A6-DD0D17E302D3}"/>
              </a:ext>
            </a:extLst>
          </p:cNvPr>
          <p:cNvSpPr>
            <a:spLocks noChangeShapeType="1"/>
          </p:cNvSpPr>
          <p:nvPr/>
        </p:nvSpPr>
        <p:spPr bwMode="auto">
          <a:xfrm flipV="1">
            <a:off x="2843213" y="1052513"/>
            <a:ext cx="0" cy="12239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99" name="Line 59">
            <a:extLst>
              <a:ext uri="{FF2B5EF4-FFF2-40B4-BE49-F238E27FC236}">
                <a16:creationId xmlns:a16="http://schemas.microsoft.com/office/drawing/2014/main" id="{C2302D13-137C-824B-95C0-5F7CBD71DC24}"/>
              </a:ext>
            </a:extLst>
          </p:cNvPr>
          <p:cNvSpPr>
            <a:spLocks noChangeShapeType="1"/>
          </p:cNvSpPr>
          <p:nvPr/>
        </p:nvSpPr>
        <p:spPr bwMode="auto">
          <a:xfrm flipH="1">
            <a:off x="468313" y="1052513"/>
            <a:ext cx="23749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0" name="Line 60">
            <a:extLst>
              <a:ext uri="{FF2B5EF4-FFF2-40B4-BE49-F238E27FC236}">
                <a16:creationId xmlns:a16="http://schemas.microsoft.com/office/drawing/2014/main" id="{6CFA3174-C595-74AF-B5AD-F7BB713615B1}"/>
              </a:ext>
            </a:extLst>
          </p:cNvPr>
          <p:cNvSpPr>
            <a:spLocks noChangeShapeType="1"/>
          </p:cNvSpPr>
          <p:nvPr/>
        </p:nvSpPr>
        <p:spPr bwMode="auto">
          <a:xfrm>
            <a:off x="468313" y="1052513"/>
            <a:ext cx="0" cy="12239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1" name="Line 61">
            <a:extLst>
              <a:ext uri="{FF2B5EF4-FFF2-40B4-BE49-F238E27FC236}">
                <a16:creationId xmlns:a16="http://schemas.microsoft.com/office/drawing/2014/main" id="{8E607820-672D-BFD0-C169-792B9AA1C1F2}"/>
              </a:ext>
            </a:extLst>
          </p:cNvPr>
          <p:cNvSpPr>
            <a:spLocks noChangeShapeType="1"/>
          </p:cNvSpPr>
          <p:nvPr/>
        </p:nvSpPr>
        <p:spPr bwMode="auto">
          <a:xfrm>
            <a:off x="468313" y="2276475"/>
            <a:ext cx="28733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2" name="Line 62">
            <a:extLst>
              <a:ext uri="{FF2B5EF4-FFF2-40B4-BE49-F238E27FC236}">
                <a16:creationId xmlns:a16="http://schemas.microsoft.com/office/drawing/2014/main" id="{262F9EF8-2BDF-6E7D-FC08-68401D300E1C}"/>
              </a:ext>
            </a:extLst>
          </p:cNvPr>
          <p:cNvSpPr>
            <a:spLocks noChangeShapeType="1"/>
          </p:cNvSpPr>
          <p:nvPr/>
        </p:nvSpPr>
        <p:spPr bwMode="auto">
          <a:xfrm>
            <a:off x="2339975" y="2708275"/>
            <a:ext cx="719138" cy="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3" name="Line 63">
            <a:extLst>
              <a:ext uri="{FF2B5EF4-FFF2-40B4-BE49-F238E27FC236}">
                <a16:creationId xmlns:a16="http://schemas.microsoft.com/office/drawing/2014/main" id="{05187761-458F-D3A4-BBAD-0D2AB7E5219E}"/>
              </a:ext>
            </a:extLst>
          </p:cNvPr>
          <p:cNvSpPr>
            <a:spLocks noChangeShapeType="1"/>
          </p:cNvSpPr>
          <p:nvPr/>
        </p:nvSpPr>
        <p:spPr bwMode="auto">
          <a:xfrm flipV="1">
            <a:off x="3059113" y="1008063"/>
            <a:ext cx="0" cy="17002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4" name="Line 64">
            <a:extLst>
              <a:ext uri="{FF2B5EF4-FFF2-40B4-BE49-F238E27FC236}">
                <a16:creationId xmlns:a16="http://schemas.microsoft.com/office/drawing/2014/main" id="{47CAADDF-1578-F441-DC79-2391ABFCB0AC}"/>
              </a:ext>
            </a:extLst>
          </p:cNvPr>
          <p:cNvSpPr>
            <a:spLocks noChangeShapeType="1"/>
          </p:cNvSpPr>
          <p:nvPr/>
        </p:nvSpPr>
        <p:spPr bwMode="auto">
          <a:xfrm>
            <a:off x="3059113" y="1008063"/>
            <a:ext cx="11525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5" name="Line 65">
            <a:extLst>
              <a:ext uri="{FF2B5EF4-FFF2-40B4-BE49-F238E27FC236}">
                <a16:creationId xmlns:a16="http://schemas.microsoft.com/office/drawing/2014/main" id="{07C301E7-EC6D-27F0-EE13-35923FCB04C1}"/>
              </a:ext>
            </a:extLst>
          </p:cNvPr>
          <p:cNvSpPr>
            <a:spLocks noChangeShapeType="1"/>
          </p:cNvSpPr>
          <p:nvPr/>
        </p:nvSpPr>
        <p:spPr bwMode="auto">
          <a:xfrm>
            <a:off x="2339975" y="3141663"/>
            <a:ext cx="1079500" cy="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6" name="Line 66">
            <a:extLst>
              <a:ext uri="{FF2B5EF4-FFF2-40B4-BE49-F238E27FC236}">
                <a16:creationId xmlns:a16="http://schemas.microsoft.com/office/drawing/2014/main" id="{9CE9BB97-43FF-4AF6-9E0F-B4EA02F24E55}"/>
              </a:ext>
            </a:extLst>
          </p:cNvPr>
          <p:cNvSpPr>
            <a:spLocks noChangeShapeType="1"/>
          </p:cNvSpPr>
          <p:nvPr/>
        </p:nvSpPr>
        <p:spPr bwMode="auto">
          <a:xfrm flipV="1">
            <a:off x="3419475" y="2447925"/>
            <a:ext cx="0" cy="6937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7" name="Line 67">
            <a:extLst>
              <a:ext uri="{FF2B5EF4-FFF2-40B4-BE49-F238E27FC236}">
                <a16:creationId xmlns:a16="http://schemas.microsoft.com/office/drawing/2014/main" id="{1450DE0B-818F-134E-3A66-7F61CCB097D2}"/>
              </a:ext>
            </a:extLst>
          </p:cNvPr>
          <p:cNvSpPr>
            <a:spLocks noChangeShapeType="1"/>
          </p:cNvSpPr>
          <p:nvPr/>
        </p:nvSpPr>
        <p:spPr bwMode="auto">
          <a:xfrm>
            <a:off x="3419475" y="2447925"/>
            <a:ext cx="7207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46884" name="Group 68">
            <a:extLst>
              <a:ext uri="{FF2B5EF4-FFF2-40B4-BE49-F238E27FC236}">
                <a16:creationId xmlns:a16="http://schemas.microsoft.com/office/drawing/2014/main" id="{31EA6435-4913-1B67-440E-96C3E7AD4348}"/>
              </a:ext>
            </a:extLst>
          </p:cNvPr>
          <p:cNvGraphicFramePr>
            <a:graphicFrameLocks noGrp="1"/>
          </p:cNvGraphicFramePr>
          <p:nvPr/>
        </p:nvGraphicFramePr>
        <p:xfrm>
          <a:off x="4211638" y="3346450"/>
          <a:ext cx="1655762" cy="1279914"/>
        </p:xfrm>
        <a:graphic>
          <a:graphicData uri="http://schemas.openxmlformats.org/drawingml/2006/table">
            <a:tbl>
              <a:tblPr/>
              <a:tblGrid>
                <a:gridCol w="1060450">
                  <a:extLst>
                    <a:ext uri="{9D8B030D-6E8A-4147-A177-3AD203B41FA5}">
                      <a16:colId xmlns:a16="http://schemas.microsoft.com/office/drawing/2014/main" val="20000"/>
                    </a:ext>
                  </a:extLst>
                </a:gridCol>
                <a:gridCol w="595312">
                  <a:extLst>
                    <a:ext uri="{9D8B030D-6E8A-4147-A177-3AD203B41FA5}">
                      <a16:colId xmlns:a16="http://schemas.microsoft.com/office/drawing/2014/main" val="20001"/>
                    </a:ext>
                  </a:extLst>
                </a:gridCol>
              </a:tblGrid>
              <a:tr h="42650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文件名</a:t>
                      </a: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ID</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2650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a.c</a:t>
                      </a: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5</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42650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b.c</a:t>
                      </a: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6</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bl>
          </a:graphicData>
        </a:graphic>
      </p:graphicFrame>
      <p:sp>
        <p:nvSpPr>
          <p:cNvPr id="112722" name="Text Box 82">
            <a:extLst>
              <a:ext uri="{FF2B5EF4-FFF2-40B4-BE49-F238E27FC236}">
                <a16:creationId xmlns:a16="http://schemas.microsoft.com/office/drawing/2014/main" id="{8E595422-F6A5-0E82-9C94-90BA4ED425D5}"/>
              </a:ext>
            </a:extLst>
          </p:cNvPr>
          <p:cNvSpPr txBox="1">
            <a:spLocks noChangeArrowheads="1"/>
          </p:cNvSpPr>
          <p:nvPr/>
        </p:nvSpPr>
        <p:spPr bwMode="auto">
          <a:xfrm>
            <a:off x="3995738" y="2881313"/>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Wang</a:t>
            </a:r>
            <a:r>
              <a:rPr lang="zh-CN" altLang="en-US" sz="2400" b="0">
                <a:solidFill>
                  <a:srgbClr val="990099"/>
                </a:solidFill>
                <a:latin typeface="华文中宋" panose="02010600040101010101" pitchFamily="2" charset="-122"/>
                <a:ea typeface="华文中宋" panose="02010600040101010101" pitchFamily="2" charset="-122"/>
              </a:rPr>
              <a:t>的</a:t>
            </a:r>
            <a:r>
              <a:rPr lang="en-US" altLang="zh-CN" sz="2400" b="0">
                <a:solidFill>
                  <a:srgbClr val="990099"/>
                </a:solidFill>
                <a:latin typeface="华文中宋" panose="02010600040101010101" pitchFamily="2" charset="-122"/>
                <a:ea typeface="华文中宋" panose="02010600040101010101" pitchFamily="2" charset="-122"/>
              </a:rPr>
              <a:t>SFD</a:t>
            </a:r>
          </a:p>
        </p:txBody>
      </p:sp>
      <p:graphicFrame>
        <p:nvGraphicFramePr>
          <p:cNvPr id="546899" name="Group 83">
            <a:extLst>
              <a:ext uri="{FF2B5EF4-FFF2-40B4-BE49-F238E27FC236}">
                <a16:creationId xmlns:a16="http://schemas.microsoft.com/office/drawing/2014/main" id="{36A84BA4-9EE6-B085-5FB4-3D4239F9F8B3}"/>
              </a:ext>
            </a:extLst>
          </p:cNvPr>
          <p:cNvGraphicFramePr>
            <a:graphicFrameLocks noGrp="1"/>
          </p:cNvGraphicFramePr>
          <p:nvPr/>
        </p:nvGraphicFramePr>
        <p:xfrm>
          <a:off x="6732588" y="3284538"/>
          <a:ext cx="1655762" cy="1706752"/>
        </p:xfrm>
        <a:graphic>
          <a:graphicData uri="http://schemas.openxmlformats.org/drawingml/2006/table">
            <a:tbl>
              <a:tblPr/>
              <a:tblGrid>
                <a:gridCol w="1060450">
                  <a:extLst>
                    <a:ext uri="{9D8B030D-6E8A-4147-A177-3AD203B41FA5}">
                      <a16:colId xmlns:a16="http://schemas.microsoft.com/office/drawing/2014/main" val="20000"/>
                    </a:ext>
                  </a:extLst>
                </a:gridCol>
                <a:gridCol w="595312">
                  <a:extLst>
                    <a:ext uri="{9D8B030D-6E8A-4147-A177-3AD203B41FA5}">
                      <a16:colId xmlns:a16="http://schemas.microsoft.com/office/drawing/2014/main" val="20001"/>
                    </a:ext>
                  </a:extLst>
                </a:gridCol>
              </a:tblGrid>
              <a:tr h="426641">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文件名</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ID</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26641">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f.c</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6</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426641">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z.c</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7</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426641">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Times New Roman" panose="02020603050405020304" pitchFamily="18" charset="0"/>
                          <a:ea typeface="华文中宋" panose="02010600040101010101" pitchFamily="2" charset="-122"/>
                        </a:rPr>
                        <a:t>Sub-d</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0"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8</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3"/>
                  </a:ext>
                </a:extLst>
              </a:tr>
            </a:tbl>
          </a:graphicData>
        </a:graphic>
      </p:graphicFrame>
      <p:sp>
        <p:nvSpPr>
          <p:cNvPr id="112740" name="Text Box 100">
            <a:extLst>
              <a:ext uri="{FF2B5EF4-FFF2-40B4-BE49-F238E27FC236}">
                <a16:creationId xmlns:a16="http://schemas.microsoft.com/office/drawing/2014/main" id="{894FA5B4-0DA4-45BC-75CF-44406863FD41}"/>
              </a:ext>
            </a:extLst>
          </p:cNvPr>
          <p:cNvSpPr txBox="1">
            <a:spLocks noChangeArrowheads="1"/>
          </p:cNvSpPr>
          <p:nvPr/>
        </p:nvSpPr>
        <p:spPr bwMode="auto">
          <a:xfrm>
            <a:off x="6443663" y="2852738"/>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Zhang</a:t>
            </a:r>
            <a:r>
              <a:rPr lang="zh-CN" altLang="en-US" sz="2400" b="0">
                <a:solidFill>
                  <a:srgbClr val="990099"/>
                </a:solidFill>
                <a:latin typeface="华文中宋" panose="02010600040101010101" pitchFamily="2" charset="-122"/>
                <a:ea typeface="华文中宋" panose="02010600040101010101" pitchFamily="2" charset="-122"/>
              </a:rPr>
              <a:t>的</a:t>
            </a:r>
            <a:r>
              <a:rPr lang="en-US" altLang="zh-CN" sz="2400" b="0">
                <a:solidFill>
                  <a:srgbClr val="990099"/>
                </a:solidFill>
                <a:latin typeface="华文中宋" panose="02010600040101010101" pitchFamily="2" charset="-122"/>
                <a:ea typeface="华文中宋" panose="02010600040101010101" pitchFamily="2" charset="-122"/>
              </a:rPr>
              <a:t>SFD</a:t>
            </a:r>
          </a:p>
        </p:txBody>
      </p:sp>
      <p:sp>
        <p:nvSpPr>
          <p:cNvPr id="112741" name="Line 101">
            <a:extLst>
              <a:ext uri="{FF2B5EF4-FFF2-40B4-BE49-F238E27FC236}">
                <a16:creationId xmlns:a16="http://schemas.microsoft.com/office/drawing/2014/main" id="{733B9A6E-1350-0369-8A06-32056C654826}"/>
              </a:ext>
            </a:extLst>
          </p:cNvPr>
          <p:cNvSpPr>
            <a:spLocks noChangeShapeType="1"/>
          </p:cNvSpPr>
          <p:nvPr/>
        </p:nvSpPr>
        <p:spPr bwMode="auto">
          <a:xfrm>
            <a:off x="2339975" y="3573463"/>
            <a:ext cx="1800225"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2" name="Line 102">
            <a:extLst>
              <a:ext uri="{FF2B5EF4-FFF2-40B4-BE49-F238E27FC236}">
                <a16:creationId xmlns:a16="http://schemas.microsoft.com/office/drawing/2014/main" id="{8839D03C-44AF-858C-64C1-BC4DFA37906E}"/>
              </a:ext>
            </a:extLst>
          </p:cNvPr>
          <p:cNvSpPr>
            <a:spLocks noChangeShapeType="1"/>
          </p:cNvSpPr>
          <p:nvPr/>
        </p:nvSpPr>
        <p:spPr bwMode="auto">
          <a:xfrm>
            <a:off x="2339975" y="4076700"/>
            <a:ext cx="1655763" cy="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3" name="Line 103">
            <a:extLst>
              <a:ext uri="{FF2B5EF4-FFF2-40B4-BE49-F238E27FC236}">
                <a16:creationId xmlns:a16="http://schemas.microsoft.com/office/drawing/2014/main" id="{96A70999-5275-DE58-B283-F41E0A5DA9B3}"/>
              </a:ext>
            </a:extLst>
          </p:cNvPr>
          <p:cNvSpPr>
            <a:spLocks noChangeShapeType="1"/>
          </p:cNvSpPr>
          <p:nvPr/>
        </p:nvSpPr>
        <p:spPr bwMode="auto">
          <a:xfrm>
            <a:off x="3995738" y="4076700"/>
            <a:ext cx="0" cy="7921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4" name="Line 104">
            <a:extLst>
              <a:ext uri="{FF2B5EF4-FFF2-40B4-BE49-F238E27FC236}">
                <a16:creationId xmlns:a16="http://schemas.microsoft.com/office/drawing/2014/main" id="{3C8F1D2C-9D31-8875-F385-761AC2CDE121}"/>
              </a:ext>
            </a:extLst>
          </p:cNvPr>
          <p:cNvSpPr>
            <a:spLocks noChangeShapeType="1"/>
          </p:cNvSpPr>
          <p:nvPr/>
        </p:nvSpPr>
        <p:spPr bwMode="auto">
          <a:xfrm>
            <a:off x="3995738" y="4868863"/>
            <a:ext cx="21605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5" name="Line 105">
            <a:extLst>
              <a:ext uri="{FF2B5EF4-FFF2-40B4-BE49-F238E27FC236}">
                <a16:creationId xmlns:a16="http://schemas.microsoft.com/office/drawing/2014/main" id="{8956B875-F83B-7A20-3728-43600620AD3F}"/>
              </a:ext>
            </a:extLst>
          </p:cNvPr>
          <p:cNvSpPr>
            <a:spLocks noChangeShapeType="1"/>
          </p:cNvSpPr>
          <p:nvPr/>
        </p:nvSpPr>
        <p:spPr bwMode="auto">
          <a:xfrm flipV="1">
            <a:off x="6156325" y="3789363"/>
            <a:ext cx="0" cy="10795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6" name="Line 106">
            <a:extLst>
              <a:ext uri="{FF2B5EF4-FFF2-40B4-BE49-F238E27FC236}">
                <a16:creationId xmlns:a16="http://schemas.microsoft.com/office/drawing/2014/main" id="{DA5A4E58-768D-6226-0AA1-DDC0428C3E4C}"/>
              </a:ext>
            </a:extLst>
          </p:cNvPr>
          <p:cNvSpPr>
            <a:spLocks noChangeShapeType="1"/>
          </p:cNvSpPr>
          <p:nvPr/>
        </p:nvSpPr>
        <p:spPr bwMode="auto">
          <a:xfrm>
            <a:off x="6156325" y="3789363"/>
            <a:ext cx="57626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7" name="Line 107">
            <a:extLst>
              <a:ext uri="{FF2B5EF4-FFF2-40B4-BE49-F238E27FC236}">
                <a16:creationId xmlns:a16="http://schemas.microsoft.com/office/drawing/2014/main" id="{4B3812AB-8BF8-98EB-2F17-9BA1029F1C16}"/>
              </a:ext>
            </a:extLst>
          </p:cNvPr>
          <p:cNvSpPr>
            <a:spLocks noChangeShapeType="1"/>
          </p:cNvSpPr>
          <p:nvPr/>
        </p:nvSpPr>
        <p:spPr bwMode="auto">
          <a:xfrm>
            <a:off x="2339975" y="4581525"/>
            <a:ext cx="576263"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748" name="Group 108">
            <a:extLst>
              <a:ext uri="{FF2B5EF4-FFF2-40B4-BE49-F238E27FC236}">
                <a16:creationId xmlns:a16="http://schemas.microsoft.com/office/drawing/2014/main" id="{9C7D29AA-DEED-A8DC-DB01-D78B43BD8981}"/>
              </a:ext>
            </a:extLst>
          </p:cNvPr>
          <p:cNvGrpSpPr>
            <a:grpSpLocks/>
          </p:cNvGrpSpPr>
          <p:nvPr/>
        </p:nvGrpSpPr>
        <p:grpSpPr bwMode="auto">
          <a:xfrm>
            <a:off x="2916238" y="4365625"/>
            <a:ext cx="719137" cy="358775"/>
            <a:chOff x="4921" y="1253"/>
            <a:chExt cx="453" cy="317"/>
          </a:xfrm>
        </p:grpSpPr>
        <p:sp>
          <p:nvSpPr>
            <p:cNvPr id="112782" name="Oval 109">
              <a:extLst>
                <a:ext uri="{FF2B5EF4-FFF2-40B4-BE49-F238E27FC236}">
                  <a16:creationId xmlns:a16="http://schemas.microsoft.com/office/drawing/2014/main" id="{09896A92-A5FA-3243-3E63-3E4244FFF013}"/>
                </a:ext>
              </a:extLst>
            </p:cNvPr>
            <p:cNvSpPr>
              <a:spLocks noChangeArrowheads="1"/>
            </p:cNvSpPr>
            <p:nvPr/>
          </p:nvSpPr>
          <p:spPr bwMode="auto">
            <a:xfrm>
              <a:off x="4921" y="1253"/>
              <a:ext cx="453" cy="31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12783" name="Line 110">
              <a:extLst>
                <a:ext uri="{FF2B5EF4-FFF2-40B4-BE49-F238E27FC236}">
                  <a16:creationId xmlns:a16="http://schemas.microsoft.com/office/drawing/2014/main" id="{0E9EB3FE-16C4-CF96-580A-E7E5C0A383E9}"/>
                </a:ext>
              </a:extLst>
            </p:cNvPr>
            <p:cNvSpPr>
              <a:spLocks noChangeShapeType="1"/>
            </p:cNvSpPr>
            <p:nvPr/>
          </p:nvSpPr>
          <p:spPr bwMode="auto">
            <a:xfrm flipH="1">
              <a:off x="4967" y="1298"/>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4" name="Line 111">
              <a:extLst>
                <a:ext uri="{FF2B5EF4-FFF2-40B4-BE49-F238E27FC236}">
                  <a16:creationId xmlns:a16="http://schemas.microsoft.com/office/drawing/2014/main" id="{B5C767E6-AA5A-8170-F3A9-2DE2AF29162D}"/>
                </a:ext>
              </a:extLst>
            </p:cNvPr>
            <p:cNvSpPr>
              <a:spLocks noChangeShapeType="1"/>
            </p:cNvSpPr>
            <p:nvPr/>
          </p:nvSpPr>
          <p:spPr bwMode="auto">
            <a:xfrm flipH="1">
              <a:off x="5012" y="1253"/>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5" name="Line 112">
              <a:extLst>
                <a:ext uri="{FF2B5EF4-FFF2-40B4-BE49-F238E27FC236}">
                  <a16:creationId xmlns:a16="http://schemas.microsoft.com/office/drawing/2014/main" id="{734E033E-11DE-0C9B-0B35-97E9305D194E}"/>
                </a:ext>
              </a:extLst>
            </p:cNvPr>
            <p:cNvSpPr>
              <a:spLocks noChangeShapeType="1"/>
            </p:cNvSpPr>
            <p:nvPr/>
          </p:nvSpPr>
          <p:spPr bwMode="auto">
            <a:xfrm flipH="1">
              <a:off x="5057" y="1253"/>
              <a:ext cx="182"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6" name="Line 113">
              <a:extLst>
                <a:ext uri="{FF2B5EF4-FFF2-40B4-BE49-F238E27FC236}">
                  <a16:creationId xmlns:a16="http://schemas.microsoft.com/office/drawing/2014/main" id="{D5C9B05C-0BA5-9081-7C2E-32D343AA1067}"/>
                </a:ext>
              </a:extLst>
            </p:cNvPr>
            <p:cNvSpPr>
              <a:spLocks noChangeShapeType="1"/>
            </p:cNvSpPr>
            <p:nvPr/>
          </p:nvSpPr>
          <p:spPr bwMode="auto">
            <a:xfrm flipH="1">
              <a:off x="5148" y="1298"/>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7" name="Line 114">
              <a:extLst>
                <a:ext uri="{FF2B5EF4-FFF2-40B4-BE49-F238E27FC236}">
                  <a16:creationId xmlns:a16="http://schemas.microsoft.com/office/drawing/2014/main" id="{323DB991-963D-37FD-930F-6F3EE41C075C}"/>
                </a:ext>
              </a:extLst>
            </p:cNvPr>
            <p:cNvSpPr>
              <a:spLocks noChangeShapeType="1"/>
            </p:cNvSpPr>
            <p:nvPr/>
          </p:nvSpPr>
          <p:spPr bwMode="auto">
            <a:xfrm flipH="1">
              <a:off x="5239" y="1389"/>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749" name="Text Box 115">
            <a:extLst>
              <a:ext uri="{FF2B5EF4-FFF2-40B4-BE49-F238E27FC236}">
                <a16:creationId xmlns:a16="http://schemas.microsoft.com/office/drawing/2014/main" id="{5C830C5E-2A09-56ED-3E0C-5D7E570D5BB7}"/>
              </a:ext>
            </a:extLst>
          </p:cNvPr>
          <p:cNvSpPr txBox="1">
            <a:spLocks noChangeArrowheads="1"/>
          </p:cNvSpPr>
          <p:nvPr/>
        </p:nvSpPr>
        <p:spPr bwMode="auto">
          <a:xfrm>
            <a:off x="2916238" y="3933825"/>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a.c</a:t>
            </a:r>
          </a:p>
        </p:txBody>
      </p:sp>
      <p:sp>
        <p:nvSpPr>
          <p:cNvPr id="112750" name="Line 116">
            <a:extLst>
              <a:ext uri="{FF2B5EF4-FFF2-40B4-BE49-F238E27FC236}">
                <a16:creationId xmlns:a16="http://schemas.microsoft.com/office/drawing/2014/main" id="{1BE51D73-DD55-921B-8964-CCFE7BBFBD89}"/>
              </a:ext>
            </a:extLst>
          </p:cNvPr>
          <p:cNvSpPr>
            <a:spLocks noChangeShapeType="1"/>
          </p:cNvSpPr>
          <p:nvPr/>
        </p:nvSpPr>
        <p:spPr bwMode="auto">
          <a:xfrm>
            <a:off x="2339975" y="5013325"/>
            <a:ext cx="576263"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751" name="Group 117">
            <a:extLst>
              <a:ext uri="{FF2B5EF4-FFF2-40B4-BE49-F238E27FC236}">
                <a16:creationId xmlns:a16="http://schemas.microsoft.com/office/drawing/2014/main" id="{7242DA08-307B-B975-5145-07E2F0E214B9}"/>
              </a:ext>
            </a:extLst>
          </p:cNvPr>
          <p:cNvGrpSpPr>
            <a:grpSpLocks/>
          </p:cNvGrpSpPr>
          <p:nvPr/>
        </p:nvGrpSpPr>
        <p:grpSpPr bwMode="auto">
          <a:xfrm>
            <a:off x="2916238" y="4868863"/>
            <a:ext cx="719137" cy="360362"/>
            <a:chOff x="4921" y="1253"/>
            <a:chExt cx="453" cy="317"/>
          </a:xfrm>
        </p:grpSpPr>
        <p:sp>
          <p:nvSpPr>
            <p:cNvPr id="112776" name="Oval 118">
              <a:extLst>
                <a:ext uri="{FF2B5EF4-FFF2-40B4-BE49-F238E27FC236}">
                  <a16:creationId xmlns:a16="http://schemas.microsoft.com/office/drawing/2014/main" id="{C2FA360D-BCB6-FD08-B9E7-5EC1D0230397}"/>
                </a:ext>
              </a:extLst>
            </p:cNvPr>
            <p:cNvSpPr>
              <a:spLocks noChangeArrowheads="1"/>
            </p:cNvSpPr>
            <p:nvPr/>
          </p:nvSpPr>
          <p:spPr bwMode="auto">
            <a:xfrm>
              <a:off x="4921" y="1253"/>
              <a:ext cx="453" cy="31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12777" name="Line 119">
              <a:extLst>
                <a:ext uri="{FF2B5EF4-FFF2-40B4-BE49-F238E27FC236}">
                  <a16:creationId xmlns:a16="http://schemas.microsoft.com/office/drawing/2014/main" id="{A2C307ED-BBB6-F2EB-EC06-ACA99D3145C7}"/>
                </a:ext>
              </a:extLst>
            </p:cNvPr>
            <p:cNvSpPr>
              <a:spLocks noChangeShapeType="1"/>
            </p:cNvSpPr>
            <p:nvPr/>
          </p:nvSpPr>
          <p:spPr bwMode="auto">
            <a:xfrm flipH="1">
              <a:off x="4967" y="1298"/>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8" name="Line 120">
              <a:extLst>
                <a:ext uri="{FF2B5EF4-FFF2-40B4-BE49-F238E27FC236}">
                  <a16:creationId xmlns:a16="http://schemas.microsoft.com/office/drawing/2014/main" id="{1ABBEABA-B1AA-60A7-7A14-7F963A8A7066}"/>
                </a:ext>
              </a:extLst>
            </p:cNvPr>
            <p:cNvSpPr>
              <a:spLocks noChangeShapeType="1"/>
            </p:cNvSpPr>
            <p:nvPr/>
          </p:nvSpPr>
          <p:spPr bwMode="auto">
            <a:xfrm flipH="1">
              <a:off x="5012" y="1253"/>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9" name="Line 121">
              <a:extLst>
                <a:ext uri="{FF2B5EF4-FFF2-40B4-BE49-F238E27FC236}">
                  <a16:creationId xmlns:a16="http://schemas.microsoft.com/office/drawing/2014/main" id="{075FE39A-6A15-1DBB-E318-BD2E78F8510C}"/>
                </a:ext>
              </a:extLst>
            </p:cNvPr>
            <p:cNvSpPr>
              <a:spLocks noChangeShapeType="1"/>
            </p:cNvSpPr>
            <p:nvPr/>
          </p:nvSpPr>
          <p:spPr bwMode="auto">
            <a:xfrm flipH="1">
              <a:off x="5057" y="1253"/>
              <a:ext cx="182"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0" name="Line 122">
              <a:extLst>
                <a:ext uri="{FF2B5EF4-FFF2-40B4-BE49-F238E27FC236}">
                  <a16:creationId xmlns:a16="http://schemas.microsoft.com/office/drawing/2014/main" id="{91E36F00-2648-4545-543C-43A975998198}"/>
                </a:ext>
              </a:extLst>
            </p:cNvPr>
            <p:cNvSpPr>
              <a:spLocks noChangeShapeType="1"/>
            </p:cNvSpPr>
            <p:nvPr/>
          </p:nvSpPr>
          <p:spPr bwMode="auto">
            <a:xfrm flipH="1">
              <a:off x="5148" y="1298"/>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1" name="Line 123">
              <a:extLst>
                <a:ext uri="{FF2B5EF4-FFF2-40B4-BE49-F238E27FC236}">
                  <a16:creationId xmlns:a16="http://schemas.microsoft.com/office/drawing/2014/main" id="{A6701630-691E-D1C5-1919-33CB239AF59A}"/>
                </a:ext>
              </a:extLst>
            </p:cNvPr>
            <p:cNvSpPr>
              <a:spLocks noChangeShapeType="1"/>
            </p:cNvSpPr>
            <p:nvPr/>
          </p:nvSpPr>
          <p:spPr bwMode="auto">
            <a:xfrm flipH="1">
              <a:off x="5239" y="1389"/>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752" name="Line 124">
            <a:extLst>
              <a:ext uri="{FF2B5EF4-FFF2-40B4-BE49-F238E27FC236}">
                <a16:creationId xmlns:a16="http://schemas.microsoft.com/office/drawing/2014/main" id="{AE403A22-B41D-D3C4-9664-58EE4A521435}"/>
              </a:ext>
            </a:extLst>
          </p:cNvPr>
          <p:cNvSpPr>
            <a:spLocks noChangeShapeType="1"/>
          </p:cNvSpPr>
          <p:nvPr/>
        </p:nvSpPr>
        <p:spPr bwMode="auto">
          <a:xfrm>
            <a:off x="2339975" y="5445125"/>
            <a:ext cx="576263"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753" name="Group 125">
            <a:extLst>
              <a:ext uri="{FF2B5EF4-FFF2-40B4-BE49-F238E27FC236}">
                <a16:creationId xmlns:a16="http://schemas.microsoft.com/office/drawing/2014/main" id="{CC095955-BBFC-0C4D-0A14-268AE2A13A6B}"/>
              </a:ext>
            </a:extLst>
          </p:cNvPr>
          <p:cNvGrpSpPr>
            <a:grpSpLocks/>
          </p:cNvGrpSpPr>
          <p:nvPr/>
        </p:nvGrpSpPr>
        <p:grpSpPr bwMode="auto">
          <a:xfrm>
            <a:off x="2916238" y="5300663"/>
            <a:ext cx="719137" cy="360362"/>
            <a:chOff x="4921" y="1253"/>
            <a:chExt cx="453" cy="317"/>
          </a:xfrm>
        </p:grpSpPr>
        <p:sp>
          <p:nvSpPr>
            <p:cNvPr id="112770" name="Oval 126">
              <a:extLst>
                <a:ext uri="{FF2B5EF4-FFF2-40B4-BE49-F238E27FC236}">
                  <a16:creationId xmlns:a16="http://schemas.microsoft.com/office/drawing/2014/main" id="{AB87EAE1-8E92-D8B4-0DDE-157BFE307430}"/>
                </a:ext>
              </a:extLst>
            </p:cNvPr>
            <p:cNvSpPr>
              <a:spLocks noChangeArrowheads="1"/>
            </p:cNvSpPr>
            <p:nvPr/>
          </p:nvSpPr>
          <p:spPr bwMode="auto">
            <a:xfrm>
              <a:off x="4921" y="1253"/>
              <a:ext cx="453" cy="31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12771" name="Line 127">
              <a:extLst>
                <a:ext uri="{FF2B5EF4-FFF2-40B4-BE49-F238E27FC236}">
                  <a16:creationId xmlns:a16="http://schemas.microsoft.com/office/drawing/2014/main" id="{612CA774-CFD5-0356-BD31-8E4A32F23A7F}"/>
                </a:ext>
              </a:extLst>
            </p:cNvPr>
            <p:cNvSpPr>
              <a:spLocks noChangeShapeType="1"/>
            </p:cNvSpPr>
            <p:nvPr/>
          </p:nvSpPr>
          <p:spPr bwMode="auto">
            <a:xfrm flipH="1">
              <a:off x="4967" y="1298"/>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2" name="Line 128">
              <a:extLst>
                <a:ext uri="{FF2B5EF4-FFF2-40B4-BE49-F238E27FC236}">
                  <a16:creationId xmlns:a16="http://schemas.microsoft.com/office/drawing/2014/main" id="{28B0C47B-7CB6-B2A2-4D21-6B8E237F7BBE}"/>
                </a:ext>
              </a:extLst>
            </p:cNvPr>
            <p:cNvSpPr>
              <a:spLocks noChangeShapeType="1"/>
            </p:cNvSpPr>
            <p:nvPr/>
          </p:nvSpPr>
          <p:spPr bwMode="auto">
            <a:xfrm flipH="1">
              <a:off x="5012" y="1253"/>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3" name="Line 129">
              <a:extLst>
                <a:ext uri="{FF2B5EF4-FFF2-40B4-BE49-F238E27FC236}">
                  <a16:creationId xmlns:a16="http://schemas.microsoft.com/office/drawing/2014/main" id="{2995DC46-6E83-A026-411A-424F4B6CB0F8}"/>
                </a:ext>
              </a:extLst>
            </p:cNvPr>
            <p:cNvSpPr>
              <a:spLocks noChangeShapeType="1"/>
            </p:cNvSpPr>
            <p:nvPr/>
          </p:nvSpPr>
          <p:spPr bwMode="auto">
            <a:xfrm flipH="1">
              <a:off x="5057" y="1253"/>
              <a:ext cx="182"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4" name="Line 130">
              <a:extLst>
                <a:ext uri="{FF2B5EF4-FFF2-40B4-BE49-F238E27FC236}">
                  <a16:creationId xmlns:a16="http://schemas.microsoft.com/office/drawing/2014/main" id="{5BE43F4E-24BC-2C66-4BC8-708238EC6921}"/>
                </a:ext>
              </a:extLst>
            </p:cNvPr>
            <p:cNvSpPr>
              <a:spLocks noChangeShapeType="1"/>
            </p:cNvSpPr>
            <p:nvPr/>
          </p:nvSpPr>
          <p:spPr bwMode="auto">
            <a:xfrm flipH="1">
              <a:off x="5148" y="1298"/>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5" name="Line 131">
              <a:extLst>
                <a:ext uri="{FF2B5EF4-FFF2-40B4-BE49-F238E27FC236}">
                  <a16:creationId xmlns:a16="http://schemas.microsoft.com/office/drawing/2014/main" id="{FB86FFC4-603B-DDC7-4DA5-312CC506A80D}"/>
                </a:ext>
              </a:extLst>
            </p:cNvPr>
            <p:cNvSpPr>
              <a:spLocks noChangeShapeType="1"/>
            </p:cNvSpPr>
            <p:nvPr/>
          </p:nvSpPr>
          <p:spPr bwMode="auto">
            <a:xfrm flipH="1">
              <a:off x="5239" y="1389"/>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754" name="Line 132">
            <a:extLst>
              <a:ext uri="{FF2B5EF4-FFF2-40B4-BE49-F238E27FC236}">
                <a16:creationId xmlns:a16="http://schemas.microsoft.com/office/drawing/2014/main" id="{1A229791-55B1-AD6A-BAFF-98D7BC670553}"/>
              </a:ext>
            </a:extLst>
          </p:cNvPr>
          <p:cNvSpPr>
            <a:spLocks noChangeShapeType="1"/>
          </p:cNvSpPr>
          <p:nvPr/>
        </p:nvSpPr>
        <p:spPr bwMode="auto">
          <a:xfrm>
            <a:off x="2339975" y="6308725"/>
            <a:ext cx="576263"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755" name="Group 133">
            <a:extLst>
              <a:ext uri="{FF2B5EF4-FFF2-40B4-BE49-F238E27FC236}">
                <a16:creationId xmlns:a16="http://schemas.microsoft.com/office/drawing/2014/main" id="{34B7D9B2-5117-EF9C-30D2-AA8FDD1B7941}"/>
              </a:ext>
            </a:extLst>
          </p:cNvPr>
          <p:cNvGrpSpPr>
            <a:grpSpLocks/>
          </p:cNvGrpSpPr>
          <p:nvPr/>
        </p:nvGrpSpPr>
        <p:grpSpPr bwMode="auto">
          <a:xfrm>
            <a:off x="2916238" y="6164263"/>
            <a:ext cx="719137" cy="360362"/>
            <a:chOff x="4921" y="1253"/>
            <a:chExt cx="453" cy="317"/>
          </a:xfrm>
        </p:grpSpPr>
        <p:sp>
          <p:nvSpPr>
            <p:cNvPr id="112764" name="Oval 134">
              <a:extLst>
                <a:ext uri="{FF2B5EF4-FFF2-40B4-BE49-F238E27FC236}">
                  <a16:creationId xmlns:a16="http://schemas.microsoft.com/office/drawing/2014/main" id="{FF4109B1-4879-15D4-5233-C7CA2AD2CF9A}"/>
                </a:ext>
              </a:extLst>
            </p:cNvPr>
            <p:cNvSpPr>
              <a:spLocks noChangeArrowheads="1"/>
            </p:cNvSpPr>
            <p:nvPr/>
          </p:nvSpPr>
          <p:spPr bwMode="auto">
            <a:xfrm>
              <a:off x="4921" y="1253"/>
              <a:ext cx="453" cy="31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112765" name="Line 135">
              <a:extLst>
                <a:ext uri="{FF2B5EF4-FFF2-40B4-BE49-F238E27FC236}">
                  <a16:creationId xmlns:a16="http://schemas.microsoft.com/office/drawing/2014/main" id="{730F173C-9BFC-6B9E-1739-AD824CFC3C3E}"/>
                </a:ext>
              </a:extLst>
            </p:cNvPr>
            <p:cNvSpPr>
              <a:spLocks noChangeShapeType="1"/>
            </p:cNvSpPr>
            <p:nvPr/>
          </p:nvSpPr>
          <p:spPr bwMode="auto">
            <a:xfrm flipH="1">
              <a:off x="4967" y="1298"/>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6" name="Line 136">
              <a:extLst>
                <a:ext uri="{FF2B5EF4-FFF2-40B4-BE49-F238E27FC236}">
                  <a16:creationId xmlns:a16="http://schemas.microsoft.com/office/drawing/2014/main" id="{6822EA22-BF48-3EF6-B47D-47C24FE81DC5}"/>
                </a:ext>
              </a:extLst>
            </p:cNvPr>
            <p:cNvSpPr>
              <a:spLocks noChangeShapeType="1"/>
            </p:cNvSpPr>
            <p:nvPr/>
          </p:nvSpPr>
          <p:spPr bwMode="auto">
            <a:xfrm flipH="1">
              <a:off x="5012" y="1253"/>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7" name="Line 137">
              <a:extLst>
                <a:ext uri="{FF2B5EF4-FFF2-40B4-BE49-F238E27FC236}">
                  <a16:creationId xmlns:a16="http://schemas.microsoft.com/office/drawing/2014/main" id="{F30670C8-8BFB-084F-2AAC-47E739742FC3}"/>
                </a:ext>
              </a:extLst>
            </p:cNvPr>
            <p:cNvSpPr>
              <a:spLocks noChangeShapeType="1"/>
            </p:cNvSpPr>
            <p:nvPr/>
          </p:nvSpPr>
          <p:spPr bwMode="auto">
            <a:xfrm flipH="1">
              <a:off x="5057" y="1253"/>
              <a:ext cx="182"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8" name="Line 138">
              <a:extLst>
                <a:ext uri="{FF2B5EF4-FFF2-40B4-BE49-F238E27FC236}">
                  <a16:creationId xmlns:a16="http://schemas.microsoft.com/office/drawing/2014/main" id="{7A7D4716-5123-3750-BDAF-EEEAD352B4AF}"/>
                </a:ext>
              </a:extLst>
            </p:cNvPr>
            <p:cNvSpPr>
              <a:spLocks noChangeShapeType="1"/>
            </p:cNvSpPr>
            <p:nvPr/>
          </p:nvSpPr>
          <p:spPr bwMode="auto">
            <a:xfrm flipH="1">
              <a:off x="5148" y="1298"/>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9" name="Line 139">
              <a:extLst>
                <a:ext uri="{FF2B5EF4-FFF2-40B4-BE49-F238E27FC236}">
                  <a16:creationId xmlns:a16="http://schemas.microsoft.com/office/drawing/2014/main" id="{33DF1963-057D-45E0-1904-7B431168937F}"/>
                </a:ext>
              </a:extLst>
            </p:cNvPr>
            <p:cNvSpPr>
              <a:spLocks noChangeShapeType="1"/>
            </p:cNvSpPr>
            <p:nvPr/>
          </p:nvSpPr>
          <p:spPr bwMode="auto">
            <a:xfrm flipH="1">
              <a:off x="5239" y="1389"/>
              <a:ext cx="9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2756" name="Line 140">
            <a:extLst>
              <a:ext uri="{FF2B5EF4-FFF2-40B4-BE49-F238E27FC236}">
                <a16:creationId xmlns:a16="http://schemas.microsoft.com/office/drawing/2014/main" id="{B66EC9AC-909A-B13B-E2D9-A1ACEAD7FB6E}"/>
              </a:ext>
            </a:extLst>
          </p:cNvPr>
          <p:cNvSpPr>
            <a:spLocks noChangeShapeType="1"/>
          </p:cNvSpPr>
          <p:nvPr/>
        </p:nvSpPr>
        <p:spPr bwMode="auto">
          <a:xfrm>
            <a:off x="2339975" y="5949950"/>
            <a:ext cx="3600450" cy="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57" name="Rectangle 141">
            <a:extLst>
              <a:ext uri="{FF2B5EF4-FFF2-40B4-BE49-F238E27FC236}">
                <a16:creationId xmlns:a16="http://schemas.microsoft.com/office/drawing/2014/main" id="{86F071F4-D085-739A-C7F5-ACE486F9B97D}"/>
              </a:ext>
            </a:extLst>
          </p:cNvPr>
          <p:cNvSpPr>
            <a:spLocks noChangeArrowheads="1"/>
          </p:cNvSpPr>
          <p:nvPr/>
        </p:nvSpPr>
        <p:spPr bwMode="auto">
          <a:xfrm>
            <a:off x="5940425" y="5805488"/>
            <a:ext cx="1079500" cy="36036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Tahoma" panose="020B0604030504040204" pitchFamily="34" charset="0"/>
                <a:ea typeface="华文中宋" panose="02010600040101010101" pitchFamily="2" charset="-122"/>
              </a:rPr>
              <a:t>w.c</a:t>
            </a:r>
          </a:p>
        </p:txBody>
      </p:sp>
      <p:sp>
        <p:nvSpPr>
          <p:cNvPr id="112758" name="Rectangle 142">
            <a:extLst>
              <a:ext uri="{FF2B5EF4-FFF2-40B4-BE49-F238E27FC236}">
                <a16:creationId xmlns:a16="http://schemas.microsoft.com/office/drawing/2014/main" id="{93E2D9C1-5993-DEE5-8345-F33F0B40C611}"/>
              </a:ext>
            </a:extLst>
          </p:cNvPr>
          <p:cNvSpPr>
            <a:spLocks noChangeArrowheads="1"/>
          </p:cNvSpPr>
          <p:nvPr/>
        </p:nvSpPr>
        <p:spPr bwMode="auto">
          <a:xfrm>
            <a:off x="7019925" y="5805488"/>
            <a:ext cx="792163" cy="36036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Tahoma" panose="020B0604030504040204" pitchFamily="34" charset="0"/>
                <a:ea typeface="华文中宋" panose="02010600040101010101" pitchFamily="2" charset="-122"/>
              </a:rPr>
              <a:t>9</a:t>
            </a:r>
          </a:p>
        </p:txBody>
      </p:sp>
      <p:sp>
        <p:nvSpPr>
          <p:cNvPr id="112759" name="Text Box 143">
            <a:extLst>
              <a:ext uri="{FF2B5EF4-FFF2-40B4-BE49-F238E27FC236}">
                <a16:creationId xmlns:a16="http://schemas.microsoft.com/office/drawing/2014/main" id="{FC63CCA8-F76A-909B-46E6-77BB5283E31C}"/>
              </a:ext>
            </a:extLst>
          </p:cNvPr>
          <p:cNvSpPr txBox="1">
            <a:spLocks noChangeArrowheads="1"/>
          </p:cNvSpPr>
          <p:nvPr/>
        </p:nvSpPr>
        <p:spPr bwMode="auto">
          <a:xfrm>
            <a:off x="5148263" y="5373688"/>
            <a:ext cx="2592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Sub-d</a:t>
            </a:r>
            <a:r>
              <a:rPr lang="zh-CN" altLang="en-US" sz="2400" b="0">
                <a:solidFill>
                  <a:srgbClr val="990099"/>
                </a:solidFill>
                <a:latin typeface="华文中宋" panose="02010600040101010101" pitchFamily="2" charset="-122"/>
                <a:ea typeface="华文中宋" panose="02010600040101010101" pitchFamily="2" charset="-122"/>
              </a:rPr>
              <a:t>的</a:t>
            </a:r>
            <a:r>
              <a:rPr lang="en-US" altLang="zh-CN" sz="2400" b="0">
                <a:solidFill>
                  <a:srgbClr val="990099"/>
                </a:solidFill>
                <a:latin typeface="华文中宋" panose="02010600040101010101" pitchFamily="2" charset="-122"/>
                <a:ea typeface="华文中宋" panose="02010600040101010101" pitchFamily="2" charset="-122"/>
              </a:rPr>
              <a:t>SFD  ID</a:t>
            </a:r>
          </a:p>
        </p:txBody>
      </p:sp>
      <p:sp>
        <p:nvSpPr>
          <p:cNvPr id="112760" name="Text Box 144">
            <a:extLst>
              <a:ext uri="{FF2B5EF4-FFF2-40B4-BE49-F238E27FC236}">
                <a16:creationId xmlns:a16="http://schemas.microsoft.com/office/drawing/2014/main" id="{7F726851-8FDE-FA9B-6009-5DA1B3940B5D}"/>
              </a:ext>
            </a:extLst>
          </p:cNvPr>
          <p:cNvSpPr txBox="1">
            <a:spLocks noChangeArrowheads="1"/>
          </p:cNvSpPr>
          <p:nvPr/>
        </p:nvSpPr>
        <p:spPr bwMode="auto">
          <a:xfrm>
            <a:off x="3635375" y="4724400"/>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b.c</a:t>
            </a:r>
          </a:p>
        </p:txBody>
      </p:sp>
      <p:sp>
        <p:nvSpPr>
          <p:cNvPr id="112761" name="Text Box 145">
            <a:extLst>
              <a:ext uri="{FF2B5EF4-FFF2-40B4-BE49-F238E27FC236}">
                <a16:creationId xmlns:a16="http://schemas.microsoft.com/office/drawing/2014/main" id="{56AA9CD2-5E56-74A7-D47C-F9AD2A5E1861}"/>
              </a:ext>
            </a:extLst>
          </p:cNvPr>
          <p:cNvSpPr txBox="1">
            <a:spLocks noChangeArrowheads="1"/>
          </p:cNvSpPr>
          <p:nvPr/>
        </p:nvSpPr>
        <p:spPr bwMode="auto">
          <a:xfrm>
            <a:off x="3635375" y="5013325"/>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f.c</a:t>
            </a:r>
          </a:p>
        </p:txBody>
      </p:sp>
      <p:sp>
        <p:nvSpPr>
          <p:cNvPr id="112762" name="Text Box 146">
            <a:extLst>
              <a:ext uri="{FF2B5EF4-FFF2-40B4-BE49-F238E27FC236}">
                <a16:creationId xmlns:a16="http://schemas.microsoft.com/office/drawing/2014/main" id="{A9947165-D544-DAD3-1D93-D6331374F2F6}"/>
              </a:ext>
            </a:extLst>
          </p:cNvPr>
          <p:cNvSpPr txBox="1">
            <a:spLocks noChangeArrowheads="1"/>
          </p:cNvSpPr>
          <p:nvPr/>
        </p:nvSpPr>
        <p:spPr bwMode="auto">
          <a:xfrm>
            <a:off x="3419475" y="5445125"/>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z.c</a:t>
            </a:r>
          </a:p>
        </p:txBody>
      </p:sp>
      <p:sp>
        <p:nvSpPr>
          <p:cNvPr id="112763" name="Text Box 147">
            <a:extLst>
              <a:ext uri="{FF2B5EF4-FFF2-40B4-BE49-F238E27FC236}">
                <a16:creationId xmlns:a16="http://schemas.microsoft.com/office/drawing/2014/main" id="{1F8DB2DF-99C5-42DF-55BC-C1CEAAD15CDB}"/>
              </a:ext>
            </a:extLst>
          </p:cNvPr>
          <p:cNvSpPr txBox="1">
            <a:spLocks noChangeArrowheads="1"/>
          </p:cNvSpPr>
          <p:nvPr/>
        </p:nvSpPr>
        <p:spPr bwMode="auto">
          <a:xfrm>
            <a:off x="3635375" y="6165850"/>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solidFill>
                  <a:srgbClr val="990099"/>
                </a:solidFill>
                <a:latin typeface="华文中宋" panose="02010600040101010101" pitchFamily="2" charset="-122"/>
                <a:ea typeface="华文中宋" panose="02010600040101010101" pitchFamily="2" charset="-122"/>
              </a:rPr>
              <a:t>w.c</a:t>
            </a:r>
          </a:p>
        </p:txBody>
      </p:sp>
    </p:spTree>
  </p:cSld>
  <p:clrMapOvr>
    <a:masterClrMapping/>
  </p:clrMapOvr>
  <p:transition spd="med">
    <p:random/>
    <p:sndAc>
      <p:stSnd>
        <p:snd r:embed="rId2" name="camera.wav"/>
      </p:stSnd>
    </p:sndAc>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E96AC08-610E-C247-B4A9-2E2E669A15E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FF4D7E6-A7D6-3E4F-8628-E0A66FA38D30}" type="slidenum">
              <a:rPr lang="en-US" altLang="zh-CN">
                <a:latin typeface="Arial" panose="020B0604020202020204" pitchFamily="34" charset="0"/>
              </a:rPr>
              <a:pPr/>
              <a:t>109</a:t>
            </a:fld>
            <a:endParaRPr lang="en-US" altLang="zh-CN">
              <a:latin typeface="Arial" panose="020B0604020202020204" pitchFamily="34" charset="0"/>
            </a:endParaRPr>
          </a:p>
        </p:txBody>
      </p:sp>
      <p:sp>
        <p:nvSpPr>
          <p:cNvPr id="547842" name="Rectangle 2">
            <a:extLst>
              <a:ext uri="{FF2B5EF4-FFF2-40B4-BE49-F238E27FC236}">
                <a16:creationId xmlns:a16="http://schemas.microsoft.com/office/drawing/2014/main" id="{7520BEAA-304B-CB98-B74C-23B127BC4368}"/>
              </a:ext>
            </a:extLst>
          </p:cNvPr>
          <p:cNvSpPr>
            <a:spLocks noGrp="1" noRot="1" noChangeArrowheads="1"/>
          </p:cNvSpPr>
          <p:nvPr>
            <p:ph type="title"/>
          </p:nvPr>
        </p:nvSpPr>
        <p:spPr/>
        <p:txBody>
          <a:bodyPr/>
          <a:lstStyle/>
          <a:p>
            <a:pPr eaLnBrk="1" hangingPunct="1"/>
            <a:r>
              <a:rPr lang="en-US" altLang="zh-CN" dirty="0"/>
              <a:t>5.5.4 </a:t>
            </a:r>
            <a:r>
              <a:rPr lang="zh-CN" altLang="en-US" dirty="0"/>
              <a:t>目录管理</a:t>
            </a:r>
          </a:p>
        </p:txBody>
      </p:sp>
      <p:sp>
        <p:nvSpPr>
          <p:cNvPr id="547843" name="Rectangle 3">
            <a:extLst>
              <a:ext uri="{FF2B5EF4-FFF2-40B4-BE49-F238E27FC236}">
                <a16:creationId xmlns:a16="http://schemas.microsoft.com/office/drawing/2014/main" id="{A8F1F9A3-1E0A-29C0-0078-9C6EB492F6A2}"/>
              </a:ext>
            </a:extLst>
          </p:cNvPr>
          <p:cNvSpPr>
            <a:spLocks noGrp="1" noRot="1" noChangeArrowheads="1"/>
          </p:cNvSpPr>
          <p:nvPr>
            <p:ph type="body" idx="1"/>
          </p:nvPr>
        </p:nvSpPr>
        <p:spPr/>
        <p:txBody>
          <a:bodyPr/>
          <a:lstStyle/>
          <a:p>
            <a:pPr eaLnBrk="1" hangingPunct="1"/>
            <a:r>
              <a:rPr lang="zh-CN" altLang="en-US">
                <a:solidFill>
                  <a:srgbClr val="990099"/>
                </a:solidFill>
              </a:rPr>
              <a:t>问题的提出：</a:t>
            </a:r>
          </a:p>
          <a:p>
            <a:pPr lvl="1" eaLnBrk="1" hangingPunct="1"/>
            <a:r>
              <a:rPr lang="zh-CN" altLang="en-US"/>
              <a:t>存放文件说明信息的目录项构成目录文件。这些文件存放在外存中。</a:t>
            </a:r>
          </a:p>
          <a:p>
            <a:pPr lvl="1" eaLnBrk="1" hangingPunct="1"/>
            <a:r>
              <a:rPr lang="zh-CN" altLang="en-US"/>
              <a:t>存取文件时，先要访问目录文件。如果访问每级目录都到外存，则需花费大量时间进行</a:t>
            </a:r>
            <a:r>
              <a:rPr lang="en-US" altLang="zh-CN"/>
              <a:t>I/O</a:t>
            </a:r>
            <a:r>
              <a:rPr lang="zh-CN" altLang="en-US"/>
              <a:t>操作，造成</a:t>
            </a:r>
            <a:r>
              <a:rPr lang="en-US" altLang="zh-CN"/>
              <a:t>CPU</a:t>
            </a:r>
            <a:r>
              <a:rPr lang="zh-CN" altLang="en-US"/>
              <a:t>浪费，降低处理速度。</a:t>
            </a:r>
          </a:p>
          <a:p>
            <a:pPr eaLnBrk="1" hangingPunct="1"/>
            <a:r>
              <a:rPr lang="zh-CN" altLang="en-US">
                <a:solidFill>
                  <a:srgbClr val="990099"/>
                </a:solidFill>
              </a:rPr>
              <a:t>解决办法：</a:t>
            </a:r>
            <a:r>
              <a:rPr lang="zh-CN" altLang="en-US"/>
              <a:t>将当前正在使用的文件的目录表复制到内存。</a:t>
            </a:r>
          </a:p>
        </p:txBody>
      </p:sp>
    </p:spTree>
  </p:cSld>
  <p:clrMapOvr>
    <a:masterClrMapping/>
  </p:clrMapOvr>
  <p:transition spd="med">
    <p:random/>
    <p:sndAc>
      <p:stSnd>
        <p:snd r:embed="rId2" name="camera.wav"/>
      </p:stSnd>
    </p:sndAc>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7F70853-F609-A4B6-13EC-5FF6A76BC63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74C1CA-FF69-6F49-B4A3-531A2EEDA004}" type="slidenum">
              <a:rPr lang="en-US" altLang="zh-CN">
                <a:latin typeface="Arial" panose="020B0604020202020204" pitchFamily="34" charset="0"/>
              </a:rPr>
              <a:pPr/>
              <a:t>110</a:t>
            </a:fld>
            <a:endParaRPr lang="en-US" altLang="zh-CN">
              <a:latin typeface="Arial" panose="020B0604020202020204" pitchFamily="34" charset="0"/>
            </a:endParaRPr>
          </a:p>
        </p:txBody>
      </p:sp>
      <p:sp>
        <p:nvSpPr>
          <p:cNvPr id="548866" name="Rectangle 2">
            <a:extLst>
              <a:ext uri="{FF2B5EF4-FFF2-40B4-BE49-F238E27FC236}">
                <a16:creationId xmlns:a16="http://schemas.microsoft.com/office/drawing/2014/main" id="{B9D9A7DA-34C5-9BCE-68EC-153DD79204AB}"/>
              </a:ext>
            </a:extLst>
          </p:cNvPr>
          <p:cNvSpPr>
            <a:spLocks noGrp="1" noRot="1" noChangeArrowheads="1"/>
          </p:cNvSpPr>
          <p:nvPr>
            <p:ph type="title"/>
          </p:nvPr>
        </p:nvSpPr>
        <p:spPr/>
        <p:txBody>
          <a:bodyPr/>
          <a:lstStyle/>
          <a:p>
            <a:pPr eaLnBrk="1" hangingPunct="1"/>
            <a:r>
              <a:rPr lang="en-US" altLang="zh-CN" dirty="0"/>
              <a:t>5.5.4 </a:t>
            </a:r>
            <a:r>
              <a:rPr lang="zh-CN" altLang="en-US" dirty="0"/>
              <a:t>目录管理（续）</a:t>
            </a:r>
          </a:p>
        </p:txBody>
      </p:sp>
      <p:sp>
        <p:nvSpPr>
          <p:cNvPr id="548867" name="Rectangle 3">
            <a:extLst>
              <a:ext uri="{FF2B5EF4-FFF2-40B4-BE49-F238E27FC236}">
                <a16:creationId xmlns:a16="http://schemas.microsoft.com/office/drawing/2014/main" id="{ECD33331-C3BA-8CA3-0A1A-966BD07F4F8E}"/>
              </a:ext>
            </a:extLst>
          </p:cNvPr>
          <p:cNvSpPr>
            <a:spLocks noGrp="1" noRot="1" noChangeArrowheads="1"/>
          </p:cNvSpPr>
          <p:nvPr>
            <p:ph type="body" idx="1"/>
          </p:nvPr>
        </p:nvSpPr>
        <p:spPr/>
        <p:txBody>
          <a:bodyPr/>
          <a:lstStyle/>
          <a:p>
            <a:pPr eaLnBrk="1" hangingPunct="1"/>
            <a:r>
              <a:rPr lang="zh-CN" altLang="en-US"/>
              <a:t>把目录文件复制到内存的操作称为打开文件</a:t>
            </a:r>
            <a:r>
              <a:rPr lang="en-US" altLang="zh-CN"/>
              <a:t>(fopen)</a:t>
            </a:r>
            <a:r>
              <a:rPr lang="zh-CN" altLang="en-US"/>
              <a:t>，把删除文件的内存副本的操作称为关闭文件</a:t>
            </a:r>
            <a:r>
              <a:rPr lang="en-US" altLang="zh-CN"/>
              <a:t>(fclose)</a:t>
            </a:r>
            <a:r>
              <a:rPr lang="zh-CN" altLang="en-US"/>
              <a:t>。这两个操作一般以系统调用的形式提供给用户。</a:t>
            </a:r>
          </a:p>
          <a:p>
            <a:pPr eaLnBrk="1" hangingPunct="1"/>
            <a:r>
              <a:rPr lang="zh-CN" altLang="en-US"/>
              <a:t>对于按</a:t>
            </a:r>
            <a:r>
              <a:rPr lang="en-US" altLang="zh-CN"/>
              <a:t>BDF</a:t>
            </a:r>
            <a:r>
              <a:rPr lang="zh-CN" altLang="en-US"/>
              <a:t>和</a:t>
            </a:r>
            <a:r>
              <a:rPr lang="en-US" altLang="zh-CN"/>
              <a:t>SDF</a:t>
            </a:r>
            <a:r>
              <a:rPr lang="zh-CN" altLang="en-US"/>
              <a:t>排列的多级文件目录，系统按以下方式打开一个文件：</a:t>
            </a:r>
          </a:p>
        </p:txBody>
      </p:sp>
    </p:spTree>
  </p:cSld>
  <p:clrMapOvr>
    <a:masterClrMapping/>
  </p:clrMapOvr>
  <p:transition spd="med">
    <p:random/>
    <p:sndAc>
      <p:stSnd>
        <p:snd r:embed="rId2" name="camera.wav"/>
      </p:stSnd>
    </p:sndAc>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458C503-EF31-12E8-8B08-959C867B6EA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9B7EE7C-50B5-E844-837E-34611EE176C4}" type="slidenum">
              <a:rPr lang="en-US" altLang="zh-CN">
                <a:latin typeface="Arial" panose="020B0604020202020204" pitchFamily="34" charset="0"/>
              </a:rPr>
              <a:pPr/>
              <a:t>111</a:t>
            </a:fld>
            <a:endParaRPr lang="en-US" altLang="zh-CN">
              <a:latin typeface="Arial" panose="020B0604020202020204" pitchFamily="34" charset="0"/>
            </a:endParaRPr>
          </a:p>
        </p:txBody>
      </p:sp>
      <p:sp>
        <p:nvSpPr>
          <p:cNvPr id="549890" name="Rectangle 2">
            <a:extLst>
              <a:ext uri="{FF2B5EF4-FFF2-40B4-BE49-F238E27FC236}">
                <a16:creationId xmlns:a16="http://schemas.microsoft.com/office/drawing/2014/main" id="{4623E946-832E-F511-8EEE-B960ACCF5AA4}"/>
              </a:ext>
            </a:extLst>
          </p:cNvPr>
          <p:cNvSpPr>
            <a:spLocks noGrp="1" noRot="1" noChangeArrowheads="1"/>
          </p:cNvSpPr>
          <p:nvPr>
            <p:ph type="title"/>
          </p:nvPr>
        </p:nvSpPr>
        <p:spPr>
          <a:xfrm>
            <a:off x="1476375" y="73025"/>
            <a:ext cx="7056438" cy="687388"/>
          </a:xfrm>
        </p:spPr>
        <p:txBody>
          <a:bodyPr/>
          <a:lstStyle/>
          <a:p>
            <a:pPr eaLnBrk="1" hangingPunct="1"/>
            <a:r>
              <a:rPr lang="zh-CN" altLang="en-US"/>
              <a:t>系统打开文件的步骤：</a:t>
            </a:r>
          </a:p>
        </p:txBody>
      </p:sp>
      <p:sp>
        <p:nvSpPr>
          <p:cNvPr id="549891" name="Rectangle 3">
            <a:extLst>
              <a:ext uri="{FF2B5EF4-FFF2-40B4-BE49-F238E27FC236}">
                <a16:creationId xmlns:a16="http://schemas.microsoft.com/office/drawing/2014/main" id="{7C4EBF82-1AE8-B5F1-7103-50ECD962D8B3}"/>
              </a:ext>
            </a:extLst>
          </p:cNvPr>
          <p:cNvSpPr>
            <a:spLocks noGrp="1" noRot="1" noChangeArrowheads="1"/>
          </p:cNvSpPr>
          <p:nvPr>
            <p:ph type="body" idx="1"/>
          </p:nvPr>
        </p:nvSpPr>
        <p:spPr>
          <a:xfrm>
            <a:off x="457200" y="1196975"/>
            <a:ext cx="8229600" cy="5111750"/>
          </a:xfrm>
        </p:spPr>
        <p:txBody>
          <a:bodyPr/>
          <a:lstStyle/>
          <a:p>
            <a:pPr eaLnBrk="1" hangingPunct="1">
              <a:lnSpc>
                <a:spcPct val="90000"/>
              </a:lnSpc>
            </a:pPr>
            <a:r>
              <a:rPr lang="zh-CN" altLang="en-US" sz="2800"/>
              <a:t>（</a:t>
            </a:r>
            <a:r>
              <a:rPr lang="en-US" altLang="zh-CN" sz="2800"/>
              <a:t>1</a:t>
            </a:r>
            <a:r>
              <a:rPr lang="zh-CN" altLang="en-US" sz="2800"/>
              <a:t>）把主目录</a:t>
            </a:r>
            <a:r>
              <a:rPr lang="en-US" altLang="zh-CN" sz="2800"/>
              <a:t>MFD</a:t>
            </a:r>
            <a:r>
              <a:rPr lang="zh-CN" altLang="en-US" sz="2800"/>
              <a:t>中的相应表目，也就是与待打开文件相联系的有关表目复制到内存。</a:t>
            </a:r>
          </a:p>
          <a:p>
            <a:pPr eaLnBrk="1" hangingPunct="1">
              <a:lnSpc>
                <a:spcPct val="90000"/>
              </a:lnSpc>
            </a:pPr>
            <a:r>
              <a:rPr lang="zh-CN" altLang="en-US" sz="2800">
                <a:solidFill>
                  <a:schemeClr val="hlink"/>
                </a:solidFill>
              </a:rPr>
              <a:t>（</a:t>
            </a:r>
            <a:r>
              <a:rPr lang="en-US" altLang="zh-CN" sz="2800">
                <a:solidFill>
                  <a:schemeClr val="hlink"/>
                </a:solidFill>
              </a:rPr>
              <a:t>2</a:t>
            </a:r>
            <a:r>
              <a:rPr lang="zh-CN" altLang="en-US" sz="2800">
                <a:solidFill>
                  <a:schemeClr val="hlink"/>
                </a:solidFill>
              </a:rPr>
              <a:t>）根据（</a:t>
            </a:r>
            <a:r>
              <a:rPr lang="en-US" altLang="zh-CN" sz="2800">
                <a:solidFill>
                  <a:schemeClr val="hlink"/>
                </a:solidFill>
              </a:rPr>
              <a:t>1</a:t>
            </a:r>
            <a:r>
              <a:rPr lang="zh-CN" altLang="en-US" sz="2800">
                <a:solidFill>
                  <a:schemeClr val="hlink"/>
                </a:solidFill>
              </a:rPr>
              <a:t>）所复制得到的标识符，再复制此标识符所指明的基本文件目录表</a:t>
            </a:r>
            <a:r>
              <a:rPr lang="en-US" altLang="zh-CN" sz="2800">
                <a:solidFill>
                  <a:schemeClr val="hlink"/>
                </a:solidFill>
              </a:rPr>
              <a:t>BDF</a:t>
            </a:r>
            <a:r>
              <a:rPr lang="zh-CN" altLang="en-US" sz="2800">
                <a:solidFill>
                  <a:schemeClr val="hlink"/>
                </a:solidFill>
              </a:rPr>
              <a:t>的有关表目。</a:t>
            </a:r>
          </a:p>
          <a:p>
            <a:pPr eaLnBrk="1" hangingPunct="1">
              <a:lnSpc>
                <a:spcPct val="90000"/>
              </a:lnSpc>
            </a:pPr>
            <a:r>
              <a:rPr lang="zh-CN" altLang="en-US" sz="2800"/>
              <a:t>（</a:t>
            </a:r>
            <a:r>
              <a:rPr lang="en-US" altLang="zh-CN" sz="2800"/>
              <a:t>3</a:t>
            </a:r>
            <a:r>
              <a:rPr lang="zh-CN" altLang="en-US" sz="2800"/>
              <a:t>）根据（</a:t>
            </a:r>
            <a:r>
              <a:rPr lang="en-US" altLang="zh-CN" sz="2800"/>
              <a:t>2</a:t>
            </a:r>
            <a:r>
              <a:rPr lang="zh-CN" altLang="en-US" sz="2800"/>
              <a:t>）所得到的子目录说明信息搜索</a:t>
            </a:r>
            <a:r>
              <a:rPr lang="en-US" altLang="zh-CN" sz="2800"/>
              <a:t>SFD</a:t>
            </a:r>
            <a:r>
              <a:rPr lang="zh-CN" altLang="en-US" sz="2800"/>
              <a:t>，以找到与待打开文件相对应的目录表项。</a:t>
            </a:r>
          </a:p>
          <a:p>
            <a:pPr eaLnBrk="1" hangingPunct="1">
              <a:lnSpc>
                <a:spcPct val="90000"/>
              </a:lnSpc>
            </a:pPr>
            <a:r>
              <a:rPr lang="zh-CN" altLang="en-US" sz="2800">
                <a:solidFill>
                  <a:schemeClr val="hlink"/>
                </a:solidFill>
              </a:rPr>
              <a:t>（</a:t>
            </a:r>
            <a:r>
              <a:rPr lang="en-US" altLang="zh-CN" sz="2800">
                <a:solidFill>
                  <a:schemeClr val="hlink"/>
                </a:solidFill>
              </a:rPr>
              <a:t>4</a:t>
            </a:r>
            <a:r>
              <a:rPr lang="zh-CN" altLang="en-US" sz="2800">
                <a:solidFill>
                  <a:schemeClr val="hlink"/>
                </a:solidFill>
              </a:rPr>
              <a:t>）根据（</a:t>
            </a:r>
            <a:r>
              <a:rPr lang="en-US" altLang="zh-CN" sz="2800">
                <a:solidFill>
                  <a:schemeClr val="hlink"/>
                </a:solidFill>
              </a:rPr>
              <a:t>3</a:t>
            </a:r>
            <a:r>
              <a:rPr lang="zh-CN" altLang="en-US" sz="2800">
                <a:solidFill>
                  <a:schemeClr val="hlink"/>
                </a:solidFill>
              </a:rPr>
              <a:t>）所搜索到的文件所对应的标识符</a:t>
            </a:r>
            <a:r>
              <a:rPr lang="en-US" altLang="zh-CN" sz="2800">
                <a:solidFill>
                  <a:schemeClr val="hlink"/>
                </a:solidFill>
              </a:rPr>
              <a:t>ID</a:t>
            </a:r>
            <a:r>
              <a:rPr lang="zh-CN" altLang="en-US" sz="2800">
                <a:solidFill>
                  <a:schemeClr val="hlink"/>
                </a:solidFill>
              </a:rPr>
              <a:t>，相应的</a:t>
            </a:r>
            <a:r>
              <a:rPr lang="en-US" altLang="zh-CN" sz="2800">
                <a:solidFill>
                  <a:schemeClr val="hlink"/>
                </a:solidFill>
              </a:rPr>
              <a:t>BDF</a:t>
            </a:r>
            <a:r>
              <a:rPr lang="zh-CN" altLang="en-US" sz="2800">
                <a:solidFill>
                  <a:schemeClr val="hlink"/>
                </a:solidFill>
              </a:rPr>
              <a:t>的表目项复制到内存。</a:t>
            </a:r>
          </a:p>
          <a:p>
            <a:pPr eaLnBrk="1" hangingPunct="1">
              <a:lnSpc>
                <a:spcPct val="90000"/>
              </a:lnSpc>
            </a:pPr>
            <a:r>
              <a:rPr lang="zh-CN" altLang="en-US" sz="2800"/>
              <a:t>由复制的文件说明，系统就可以方便地得到文件的有关物理块号。从而系统可以对文件进行操作。</a:t>
            </a:r>
          </a:p>
        </p:txBody>
      </p:sp>
    </p:spTree>
  </p:cSld>
  <p:clrMapOvr>
    <a:masterClrMapping/>
  </p:clrMapOvr>
  <p:transition spd="med">
    <p:random/>
    <p:sndAc>
      <p:stSnd>
        <p:snd r:embed="rId2" name="camera.wav"/>
      </p:stSnd>
    </p:sndAc>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62BADA4-1A4F-EA88-3FB1-57B26E39BA5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65F1F76-258B-D744-AA07-6F1BF88AAB31}" type="slidenum">
              <a:rPr lang="en-US" altLang="zh-CN">
                <a:latin typeface="Arial" panose="020B0604020202020204" pitchFamily="34" charset="0"/>
              </a:rPr>
              <a:pPr/>
              <a:t>112</a:t>
            </a:fld>
            <a:endParaRPr lang="en-US" altLang="zh-CN">
              <a:latin typeface="Arial" panose="020B0604020202020204" pitchFamily="34" charset="0"/>
            </a:endParaRPr>
          </a:p>
        </p:txBody>
      </p:sp>
      <p:sp>
        <p:nvSpPr>
          <p:cNvPr id="550914" name="Rectangle 2">
            <a:extLst>
              <a:ext uri="{FF2B5EF4-FFF2-40B4-BE49-F238E27FC236}">
                <a16:creationId xmlns:a16="http://schemas.microsoft.com/office/drawing/2014/main" id="{88D115CD-755B-D4EC-DA06-D8F6FA622245}"/>
              </a:ext>
            </a:extLst>
          </p:cNvPr>
          <p:cNvSpPr>
            <a:spLocks noGrp="1" noRot="1" noChangeArrowheads="1"/>
          </p:cNvSpPr>
          <p:nvPr>
            <p:ph type="title"/>
          </p:nvPr>
        </p:nvSpPr>
        <p:spPr/>
        <p:txBody>
          <a:bodyPr/>
          <a:lstStyle/>
          <a:p>
            <a:pPr eaLnBrk="1" hangingPunct="1"/>
            <a:r>
              <a:rPr lang="en-US" altLang="zh-CN" dirty="0"/>
              <a:t>5.5.4 </a:t>
            </a:r>
            <a:r>
              <a:rPr lang="zh-CN" altLang="en-US" dirty="0"/>
              <a:t>目录管理（续）</a:t>
            </a:r>
          </a:p>
        </p:txBody>
      </p:sp>
      <p:sp>
        <p:nvSpPr>
          <p:cNvPr id="550915" name="Rectangle 3">
            <a:extLst>
              <a:ext uri="{FF2B5EF4-FFF2-40B4-BE49-F238E27FC236}">
                <a16:creationId xmlns:a16="http://schemas.microsoft.com/office/drawing/2014/main" id="{09ABA216-0080-755E-05E9-408AE052E89C}"/>
              </a:ext>
            </a:extLst>
          </p:cNvPr>
          <p:cNvSpPr>
            <a:spLocks noGrp="1" noRot="1" noChangeArrowheads="1"/>
          </p:cNvSpPr>
          <p:nvPr>
            <p:ph type="body" idx="1"/>
          </p:nvPr>
        </p:nvSpPr>
        <p:spPr/>
        <p:txBody>
          <a:bodyPr/>
          <a:lstStyle/>
          <a:p>
            <a:pPr eaLnBrk="1" hangingPunct="1"/>
            <a:r>
              <a:rPr lang="zh-CN" altLang="en-US"/>
              <a:t>打开的文件称为活动文件。</a:t>
            </a:r>
          </a:p>
          <a:p>
            <a:pPr eaLnBrk="1" hangingPunct="1"/>
            <a:r>
              <a:rPr lang="zh-CN" altLang="en-US"/>
              <a:t>把内存中存放活动文件的</a:t>
            </a:r>
            <a:r>
              <a:rPr lang="en-US" altLang="zh-CN"/>
              <a:t>SFD</a:t>
            </a:r>
            <a:r>
              <a:rPr lang="zh-CN" altLang="en-US"/>
              <a:t>表目的表称为活动名字表，这个表每个用户一张。</a:t>
            </a:r>
          </a:p>
          <a:p>
            <a:pPr eaLnBrk="1" hangingPunct="1"/>
            <a:r>
              <a:rPr lang="zh-CN" altLang="en-US"/>
              <a:t>把内存中存放活动文件的</a:t>
            </a:r>
            <a:r>
              <a:rPr lang="en-US" altLang="zh-CN"/>
              <a:t>BFD</a:t>
            </a:r>
            <a:r>
              <a:rPr lang="zh-CN" altLang="en-US"/>
              <a:t>表目的表称为活动文件表，这个表整个系统一张。</a:t>
            </a:r>
          </a:p>
        </p:txBody>
      </p:sp>
    </p:spTree>
  </p:cSld>
  <p:clrMapOvr>
    <a:masterClrMapping/>
  </p:clrMapOvr>
  <p:transition spd="med">
    <p:random/>
    <p:sndAc>
      <p:stSnd>
        <p:snd r:embed="rId2" name="camera.wav"/>
      </p:stSnd>
    </p:sndAc>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5C2DD57-6F83-AD6B-7F52-A60F36C258A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4C741B6-E6C6-3E43-89A4-3462E3EC53AC}" type="slidenum">
              <a:rPr lang="en-US" altLang="zh-CN">
                <a:latin typeface="Arial" panose="020B0604020202020204" pitchFamily="34" charset="0"/>
              </a:rPr>
              <a:pPr/>
              <a:t>113</a:t>
            </a:fld>
            <a:endParaRPr lang="en-US" altLang="zh-CN">
              <a:latin typeface="Arial" panose="020B0604020202020204" pitchFamily="34" charset="0"/>
            </a:endParaRPr>
          </a:p>
        </p:txBody>
      </p:sp>
      <p:sp>
        <p:nvSpPr>
          <p:cNvPr id="551938" name="Rectangle 2">
            <a:extLst>
              <a:ext uri="{FF2B5EF4-FFF2-40B4-BE49-F238E27FC236}">
                <a16:creationId xmlns:a16="http://schemas.microsoft.com/office/drawing/2014/main" id="{EA79A867-578C-31BB-6680-85DD760A290A}"/>
              </a:ext>
            </a:extLst>
          </p:cNvPr>
          <p:cNvSpPr>
            <a:spLocks noGrp="1" noRot="1" noChangeArrowheads="1"/>
          </p:cNvSpPr>
          <p:nvPr>
            <p:ph type="title"/>
          </p:nvPr>
        </p:nvSpPr>
        <p:spPr/>
        <p:txBody>
          <a:bodyPr/>
          <a:lstStyle/>
          <a:p>
            <a:pPr eaLnBrk="1" hangingPunct="1">
              <a:defRPr/>
            </a:pPr>
            <a:r>
              <a:rPr lang="en-US" altLang="zh-CN" dirty="0"/>
              <a:t>5.6 </a:t>
            </a:r>
            <a:r>
              <a:rPr lang="zh-CN" altLang="en-US" dirty="0"/>
              <a:t>文件存取控制</a:t>
            </a:r>
          </a:p>
        </p:txBody>
      </p:sp>
      <p:sp>
        <p:nvSpPr>
          <p:cNvPr id="551939" name="Rectangle 3">
            <a:extLst>
              <a:ext uri="{FF2B5EF4-FFF2-40B4-BE49-F238E27FC236}">
                <a16:creationId xmlns:a16="http://schemas.microsoft.com/office/drawing/2014/main" id="{60230CB6-7C92-3B5C-34FA-C030C39FC6DA}"/>
              </a:ext>
            </a:extLst>
          </p:cNvPr>
          <p:cNvSpPr>
            <a:spLocks noGrp="1" noRot="1" noChangeArrowheads="1"/>
          </p:cNvSpPr>
          <p:nvPr>
            <p:ph type="body" idx="1"/>
          </p:nvPr>
        </p:nvSpPr>
        <p:spPr/>
        <p:txBody>
          <a:bodyPr/>
          <a:lstStyle/>
          <a:p>
            <a:pPr eaLnBrk="1" hangingPunct="1">
              <a:lnSpc>
                <a:spcPct val="90000"/>
              </a:lnSpc>
            </a:pPr>
            <a:r>
              <a:rPr lang="zh-CN" altLang="en-US" sz="2800"/>
              <a:t>文件的存取控制涉及到文件的共享、保护和保密。</a:t>
            </a:r>
          </a:p>
          <a:p>
            <a:pPr eaLnBrk="1" hangingPunct="1">
              <a:lnSpc>
                <a:spcPct val="90000"/>
              </a:lnSpc>
            </a:pPr>
            <a:r>
              <a:rPr lang="zh-CN" altLang="en-US" sz="2800"/>
              <a:t>文件的共享是指不同的用户共同使用一个文件。</a:t>
            </a:r>
          </a:p>
          <a:p>
            <a:pPr eaLnBrk="1" hangingPunct="1">
              <a:lnSpc>
                <a:spcPct val="90000"/>
              </a:lnSpc>
            </a:pPr>
            <a:r>
              <a:rPr lang="zh-CN" altLang="en-US" sz="2800"/>
              <a:t>文件的保护则指文件本身需要防止文件的拥有者或其他用户破坏文件内容。</a:t>
            </a:r>
          </a:p>
          <a:p>
            <a:pPr eaLnBrk="1" hangingPunct="1">
              <a:lnSpc>
                <a:spcPct val="90000"/>
              </a:lnSpc>
            </a:pPr>
            <a:r>
              <a:rPr lang="zh-CN" altLang="en-US" sz="2800"/>
              <a:t>文件保密是指未经文件拥有者许可，任何用户不得访问该文件。</a:t>
            </a:r>
          </a:p>
          <a:p>
            <a:pPr eaLnBrk="1" hangingPunct="1">
              <a:lnSpc>
                <a:spcPct val="90000"/>
              </a:lnSpc>
            </a:pPr>
            <a:r>
              <a:rPr lang="zh-CN" altLang="en-US" sz="2800"/>
              <a:t>这三个问题实际上是一个用户对文件的使用权限，即读、写、执行的许可权问题。</a:t>
            </a:r>
          </a:p>
        </p:txBody>
      </p:sp>
    </p:spTree>
  </p:cSld>
  <p:clrMapOvr>
    <a:masterClrMapping/>
  </p:clrMapOvr>
  <p:transition spd="med">
    <p:random/>
    <p:sndAc>
      <p:stSnd>
        <p:snd r:embed="rId2" name="camera.wav"/>
      </p:stSnd>
    </p:sndAc>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A11949C-C7E2-9AAD-9CAA-EAC8CEBD781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FC0FC58-0773-634B-BFFD-700DE5751981}" type="slidenum">
              <a:rPr lang="en-US" altLang="zh-CN">
                <a:latin typeface="Arial" panose="020B0604020202020204" pitchFamily="34" charset="0"/>
              </a:rPr>
              <a:pPr/>
              <a:t>114</a:t>
            </a:fld>
            <a:endParaRPr lang="en-US" altLang="zh-CN">
              <a:latin typeface="Arial" panose="020B0604020202020204" pitchFamily="34" charset="0"/>
            </a:endParaRPr>
          </a:p>
        </p:txBody>
      </p:sp>
      <p:sp>
        <p:nvSpPr>
          <p:cNvPr id="552962" name="Rectangle 2">
            <a:extLst>
              <a:ext uri="{FF2B5EF4-FFF2-40B4-BE49-F238E27FC236}">
                <a16:creationId xmlns:a16="http://schemas.microsoft.com/office/drawing/2014/main" id="{09347DB5-4D5D-3B65-2241-532163A1CB44}"/>
              </a:ext>
            </a:extLst>
          </p:cNvPr>
          <p:cNvSpPr>
            <a:spLocks noGrp="1" noRot="1" noChangeArrowheads="1"/>
          </p:cNvSpPr>
          <p:nvPr>
            <p:ph type="title"/>
          </p:nvPr>
        </p:nvSpPr>
        <p:spPr/>
        <p:txBody>
          <a:bodyPr/>
          <a:lstStyle/>
          <a:p>
            <a:pPr eaLnBrk="1" hangingPunct="1"/>
            <a:r>
              <a:rPr lang="en-US" altLang="zh-CN"/>
              <a:t>1.</a:t>
            </a:r>
            <a:r>
              <a:rPr lang="zh-CN" altLang="en-US"/>
              <a:t>文件存取控制的目标</a:t>
            </a:r>
          </a:p>
        </p:txBody>
      </p:sp>
      <p:sp>
        <p:nvSpPr>
          <p:cNvPr id="552963" name="Rectangle 3">
            <a:extLst>
              <a:ext uri="{FF2B5EF4-FFF2-40B4-BE49-F238E27FC236}">
                <a16:creationId xmlns:a16="http://schemas.microsoft.com/office/drawing/2014/main" id="{3ED6ABC6-5E4E-46D4-86B4-CC173E2B8FDD}"/>
              </a:ext>
            </a:extLst>
          </p:cNvPr>
          <p:cNvSpPr>
            <a:spLocks noGrp="1" noRot="1" noChangeArrowheads="1"/>
          </p:cNvSpPr>
          <p:nvPr>
            <p:ph type="body" idx="1"/>
          </p:nvPr>
        </p:nvSpPr>
        <p:spPr/>
        <p:txBody>
          <a:bodyPr/>
          <a:lstStyle/>
          <a:p>
            <a:pPr eaLnBrk="1" hangingPunct="1">
              <a:lnSpc>
                <a:spcPct val="90000"/>
              </a:lnSpc>
            </a:pPr>
            <a:r>
              <a:rPr lang="zh-CN" altLang="en-US"/>
              <a:t>（</a:t>
            </a:r>
            <a:r>
              <a:rPr lang="en-US" altLang="zh-CN"/>
              <a:t>1</a:t>
            </a:r>
            <a:r>
              <a:rPr lang="zh-CN" altLang="en-US"/>
              <a:t>）对于拥有读、写或执行权的用户，应让其对文件进行相应的操作。</a:t>
            </a:r>
          </a:p>
          <a:p>
            <a:pPr eaLnBrk="1" hangingPunct="1">
              <a:lnSpc>
                <a:spcPct val="90000"/>
              </a:lnSpc>
            </a:pPr>
            <a:r>
              <a:rPr lang="zh-CN" altLang="en-US"/>
              <a:t>（</a:t>
            </a:r>
            <a:r>
              <a:rPr lang="en-US" altLang="zh-CN"/>
              <a:t>2</a:t>
            </a:r>
            <a:r>
              <a:rPr lang="zh-CN" altLang="en-US"/>
              <a:t>）对于没有读、写或执行权的用户，应禁止其对文件进行相应的操作。</a:t>
            </a:r>
          </a:p>
          <a:p>
            <a:pPr eaLnBrk="1" hangingPunct="1">
              <a:lnSpc>
                <a:spcPct val="90000"/>
              </a:lnSpc>
            </a:pPr>
            <a:r>
              <a:rPr lang="zh-CN" altLang="en-US"/>
              <a:t>（</a:t>
            </a:r>
            <a:r>
              <a:rPr lang="en-US" altLang="zh-CN"/>
              <a:t>3</a:t>
            </a:r>
            <a:r>
              <a:rPr lang="zh-CN" altLang="en-US"/>
              <a:t>）应防止一个用户冒充其他用户对文件进行存取。</a:t>
            </a:r>
          </a:p>
          <a:p>
            <a:pPr eaLnBrk="1" hangingPunct="1">
              <a:lnSpc>
                <a:spcPct val="90000"/>
              </a:lnSpc>
            </a:pPr>
            <a:r>
              <a:rPr lang="zh-CN" altLang="en-US"/>
              <a:t>（</a:t>
            </a:r>
            <a:r>
              <a:rPr lang="en-US" altLang="zh-CN"/>
              <a:t>4</a:t>
            </a:r>
            <a:r>
              <a:rPr lang="zh-CN" altLang="en-US"/>
              <a:t>）应防止拥有存取权限的用户误用文件。</a:t>
            </a:r>
          </a:p>
        </p:txBody>
      </p:sp>
    </p:spTree>
  </p:cSld>
  <p:clrMapOvr>
    <a:masterClrMapping/>
  </p:clrMapOvr>
  <p:transition spd="med">
    <p:random/>
    <p:sndAc>
      <p:stSnd>
        <p:snd r:embed="rId2" name="camera.wav"/>
      </p:stSnd>
    </p:sndAc>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6A86510-5858-16D9-A85D-7588CB7B8244}"/>
              </a:ext>
            </a:extLst>
          </p:cNvPr>
          <p:cNvSpPr>
            <a:spLocks noGrp="1"/>
          </p:cNvSpPr>
          <p:nvPr>
            <p:ph type="dt" sz="quarter" idx="10"/>
          </p:nvPr>
        </p:nvSpPr>
        <p:spPr/>
        <p:txBody>
          <a:bodyPr/>
          <a:lstStyle/>
          <a:p>
            <a:pPr>
              <a:defRPr/>
            </a:pPr>
            <a:r>
              <a:rPr lang="zh-CN" altLang="zh-CN"/>
              <a:t>2009-4-7</a:t>
            </a:r>
          </a:p>
        </p:txBody>
      </p:sp>
      <p:sp>
        <p:nvSpPr>
          <p:cNvPr id="6" name="灯片编号占位符 5">
            <a:extLst>
              <a:ext uri="{FF2B5EF4-FFF2-40B4-BE49-F238E27FC236}">
                <a16:creationId xmlns:a16="http://schemas.microsoft.com/office/drawing/2014/main" id="{2B7D3D9A-4FA6-3363-0468-CE043507468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51E0FB9-F433-684B-94CA-0C44466E12C2}" type="slidenum">
              <a:rPr lang="en-US" altLang="zh-CN">
                <a:latin typeface="Arial" panose="020B0604020202020204" pitchFamily="34" charset="0"/>
              </a:rPr>
              <a:pPr/>
              <a:t>115</a:t>
            </a:fld>
            <a:endParaRPr lang="en-US" altLang="zh-CN">
              <a:latin typeface="Arial" panose="020B0604020202020204" pitchFamily="34" charset="0"/>
            </a:endParaRPr>
          </a:p>
        </p:txBody>
      </p:sp>
      <p:sp>
        <p:nvSpPr>
          <p:cNvPr id="553986" name="Rectangle 2">
            <a:extLst>
              <a:ext uri="{FF2B5EF4-FFF2-40B4-BE49-F238E27FC236}">
                <a16:creationId xmlns:a16="http://schemas.microsoft.com/office/drawing/2014/main" id="{6ED67AEF-A2FA-AA7B-E0DA-4764A44865A0}"/>
              </a:ext>
            </a:extLst>
          </p:cNvPr>
          <p:cNvSpPr>
            <a:spLocks noGrp="1" noRot="1" noChangeArrowheads="1"/>
          </p:cNvSpPr>
          <p:nvPr>
            <p:ph type="title"/>
          </p:nvPr>
        </p:nvSpPr>
        <p:spPr/>
        <p:txBody>
          <a:bodyPr/>
          <a:lstStyle/>
          <a:p>
            <a:pPr eaLnBrk="1" hangingPunct="1"/>
            <a:r>
              <a:rPr lang="zh-CN" altLang="en-US"/>
              <a:t>文件存取控制的步骤：</a:t>
            </a:r>
          </a:p>
        </p:txBody>
      </p:sp>
      <p:sp>
        <p:nvSpPr>
          <p:cNvPr id="553987" name="Rectangle 3">
            <a:extLst>
              <a:ext uri="{FF2B5EF4-FFF2-40B4-BE49-F238E27FC236}">
                <a16:creationId xmlns:a16="http://schemas.microsoft.com/office/drawing/2014/main" id="{05AFC318-7343-ED60-52B0-E307113D8A12}"/>
              </a:ext>
            </a:extLst>
          </p:cNvPr>
          <p:cNvSpPr>
            <a:spLocks noGrp="1" noRot="1" noChangeArrowheads="1"/>
          </p:cNvSpPr>
          <p:nvPr>
            <p:ph type="body" idx="1"/>
          </p:nvPr>
        </p:nvSpPr>
        <p:spPr/>
        <p:txBody>
          <a:bodyPr/>
          <a:lstStyle/>
          <a:p>
            <a:pPr eaLnBrk="1" hangingPunct="1"/>
            <a:r>
              <a:rPr lang="zh-CN" altLang="en-US"/>
              <a:t>（</a:t>
            </a:r>
            <a:r>
              <a:rPr lang="en-US" altLang="zh-CN"/>
              <a:t>1</a:t>
            </a:r>
            <a:r>
              <a:rPr lang="zh-CN" altLang="en-US"/>
              <a:t>）审定用户的存取权限</a:t>
            </a:r>
          </a:p>
          <a:p>
            <a:pPr eaLnBrk="1" hangingPunct="1"/>
            <a:r>
              <a:rPr lang="zh-CN" altLang="en-US"/>
              <a:t>（</a:t>
            </a:r>
            <a:r>
              <a:rPr lang="en-US" altLang="zh-CN"/>
              <a:t>2</a:t>
            </a:r>
            <a:r>
              <a:rPr lang="zh-CN" altLang="en-US"/>
              <a:t>）比较用户权限的本次存取要求是否一致</a:t>
            </a:r>
          </a:p>
          <a:p>
            <a:pPr eaLnBrk="1" hangingPunct="1"/>
            <a:r>
              <a:rPr lang="zh-CN" altLang="en-US"/>
              <a:t>（</a:t>
            </a:r>
            <a:r>
              <a:rPr lang="en-US" altLang="zh-CN"/>
              <a:t>3</a:t>
            </a:r>
            <a:r>
              <a:rPr lang="zh-CN" altLang="en-US"/>
              <a:t>）将存取要求和被访问文件的保密性进行比较，看是否有冲突。</a:t>
            </a:r>
          </a:p>
          <a:p>
            <a:pPr eaLnBrk="1" hangingPunct="1"/>
            <a:endParaRPr lang="en-US" altLang="zh-CN"/>
          </a:p>
        </p:txBody>
      </p:sp>
    </p:spTree>
  </p:cSld>
  <p:clrMapOvr>
    <a:masterClrMapping/>
  </p:clrMapOvr>
  <p:transition spd="med">
    <p:random/>
    <p:sndAc>
      <p:stSnd>
        <p:snd r:embed="rId2" name="camera.wav"/>
      </p:stSnd>
    </p:sndAc>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3EA5FFF-6D2D-B9CC-CC90-67D02E2E54E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C3E2B98-EC04-064E-BD01-E5105D420609}" type="slidenum">
              <a:rPr lang="en-US" altLang="zh-CN">
                <a:latin typeface="Arial" panose="020B0604020202020204" pitchFamily="34" charset="0"/>
              </a:rPr>
              <a:pPr/>
              <a:t>116</a:t>
            </a:fld>
            <a:endParaRPr lang="en-US" altLang="zh-CN">
              <a:latin typeface="Arial" panose="020B0604020202020204" pitchFamily="34" charset="0"/>
            </a:endParaRPr>
          </a:p>
        </p:txBody>
      </p:sp>
      <p:sp>
        <p:nvSpPr>
          <p:cNvPr id="555010" name="Rectangle 2">
            <a:extLst>
              <a:ext uri="{FF2B5EF4-FFF2-40B4-BE49-F238E27FC236}">
                <a16:creationId xmlns:a16="http://schemas.microsoft.com/office/drawing/2014/main" id="{72D82E51-AEA0-E819-A987-7D85A5AB7E2D}"/>
              </a:ext>
            </a:extLst>
          </p:cNvPr>
          <p:cNvSpPr>
            <a:spLocks noGrp="1" noRot="1" noChangeArrowheads="1"/>
          </p:cNvSpPr>
          <p:nvPr>
            <p:ph type="title"/>
          </p:nvPr>
        </p:nvSpPr>
        <p:spPr/>
        <p:txBody>
          <a:bodyPr/>
          <a:lstStyle/>
          <a:p>
            <a:pPr eaLnBrk="1" hangingPunct="1"/>
            <a:r>
              <a:rPr lang="en-US" altLang="zh-CN"/>
              <a:t>2.</a:t>
            </a:r>
            <a:r>
              <a:rPr lang="zh-CN" altLang="en-US"/>
              <a:t>验证用户存取权限的方法</a:t>
            </a:r>
          </a:p>
        </p:txBody>
      </p:sp>
      <p:sp>
        <p:nvSpPr>
          <p:cNvPr id="555011" name="Rectangle 3">
            <a:extLst>
              <a:ext uri="{FF2B5EF4-FFF2-40B4-BE49-F238E27FC236}">
                <a16:creationId xmlns:a16="http://schemas.microsoft.com/office/drawing/2014/main" id="{672A500B-12F0-3C28-FD0E-5C4693B8E0A8}"/>
              </a:ext>
            </a:extLst>
          </p:cNvPr>
          <p:cNvSpPr>
            <a:spLocks noGrp="1" noRot="1" noChangeArrowheads="1"/>
          </p:cNvSpPr>
          <p:nvPr>
            <p:ph type="body" idx="1"/>
          </p:nvPr>
        </p:nvSpPr>
        <p:spPr/>
        <p:txBody>
          <a:bodyPr/>
          <a:lstStyle/>
          <a:p>
            <a:pPr eaLnBrk="1" hangingPunct="1"/>
            <a:r>
              <a:rPr lang="zh-CN" altLang="en-US"/>
              <a:t>存取控制矩阵</a:t>
            </a:r>
          </a:p>
          <a:p>
            <a:pPr eaLnBrk="1" hangingPunct="1"/>
            <a:r>
              <a:rPr lang="zh-CN" altLang="en-US"/>
              <a:t>存取控制表</a:t>
            </a:r>
          </a:p>
          <a:p>
            <a:pPr eaLnBrk="1" hangingPunct="1"/>
            <a:r>
              <a:rPr lang="zh-CN" altLang="en-US"/>
              <a:t>口令</a:t>
            </a:r>
          </a:p>
          <a:p>
            <a:pPr eaLnBrk="1" hangingPunct="1"/>
            <a:r>
              <a:rPr lang="zh-CN" altLang="en-US"/>
              <a:t>密码技术</a:t>
            </a:r>
          </a:p>
          <a:p>
            <a:pPr eaLnBrk="1" hangingPunct="1">
              <a:buFont typeface="Wingdings" pitchFamily="2" charset="2"/>
              <a:buNone/>
            </a:pPr>
            <a:r>
              <a:rPr lang="zh-CN" altLang="en-US"/>
              <a:t>   系统设计人员可采用其中的一种或几种进行用户权限验证。</a:t>
            </a:r>
          </a:p>
        </p:txBody>
      </p:sp>
    </p:spTree>
  </p:cSld>
  <p:clrMapOvr>
    <a:masterClrMapping/>
  </p:clrMapOvr>
  <p:transition spd="med">
    <p:random/>
    <p:sndAc>
      <p:stSnd>
        <p:snd r:embed="rId2" name="camera.wav"/>
      </p:stSnd>
    </p:sndAc>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灯片编号占位符 5">
            <a:extLst>
              <a:ext uri="{FF2B5EF4-FFF2-40B4-BE49-F238E27FC236}">
                <a16:creationId xmlns:a16="http://schemas.microsoft.com/office/drawing/2014/main" id="{AEE7D018-FC22-37DA-F4A0-72DC935D207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33A61B3-AA29-CB45-A4BF-1F1ECCD841A1}" type="slidenum">
              <a:rPr lang="en-US" altLang="zh-CN">
                <a:latin typeface="Arial" panose="020B0604020202020204" pitchFamily="34" charset="0"/>
              </a:rPr>
              <a:pPr/>
              <a:t>117</a:t>
            </a:fld>
            <a:endParaRPr lang="en-US" altLang="zh-CN">
              <a:latin typeface="Arial" panose="020B0604020202020204" pitchFamily="34" charset="0"/>
            </a:endParaRPr>
          </a:p>
        </p:txBody>
      </p:sp>
      <p:sp>
        <p:nvSpPr>
          <p:cNvPr id="556034" name="Rectangle 2">
            <a:extLst>
              <a:ext uri="{FF2B5EF4-FFF2-40B4-BE49-F238E27FC236}">
                <a16:creationId xmlns:a16="http://schemas.microsoft.com/office/drawing/2014/main" id="{8E317564-4A18-42A3-4D35-4341FFAB7AAA}"/>
              </a:ext>
            </a:extLst>
          </p:cNvPr>
          <p:cNvSpPr>
            <a:spLocks noGrp="1" noRot="1" noChangeArrowheads="1"/>
          </p:cNvSpPr>
          <p:nvPr>
            <p:ph type="title"/>
          </p:nvPr>
        </p:nvSpPr>
        <p:spPr/>
        <p:txBody>
          <a:bodyPr/>
          <a:lstStyle/>
          <a:p>
            <a:pPr eaLnBrk="1" hangingPunct="1"/>
            <a:r>
              <a:rPr lang="zh-CN" altLang="en-US"/>
              <a:t>（</a:t>
            </a:r>
            <a:r>
              <a:rPr lang="en-US" altLang="zh-CN"/>
              <a:t>1</a:t>
            </a:r>
            <a:r>
              <a:rPr lang="zh-CN" altLang="en-US"/>
              <a:t>）存取控制矩阵</a:t>
            </a:r>
          </a:p>
        </p:txBody>
      </p:sp>
      <p:graphicFrame>
        <p:nvGraphicFramePr>
          <p:cNvPr id="556035" name="Group 3">
            <a:extLst>
              <a:ext uri="{FF2B5EF4-FFF2-40B4-BE49-F238E27FC236}">
                <a16:creationId xmlns:a16="http://schemas.microsoft.com/office/drawing/2014/main" id="{C3AD5F46-82B3-29A8-22CC-F1151E7AFFDD}"/>
              </a:ext>
            </a:extLst>
          </p:cNvPr>
          <p:cNvGraphicFramePr>
            <a:graphicFrameLocks noGrp="1"/>
          </p:cNvGraphicFramePr>
          <p:nvPr>
            <p:ph idx="1"/>
          </p:nvPr>
        </p:nvGraphicFramePr>
        <p:xfrm>
          <a:off x="609600" y="1773238"/>
          <a:ext cx="8153400" cy="4114802"/>
        </p:xfrm>
        <a:graphic>
          <a:graphicData uri="http://schemas.openxmlformats.org/drawingml/2006/table">
            <a:tbl>
              <a:tblPr/>
              <a:tblGrid>
                <a:gridCol w="1865313">
                  <a:extLst>
                    <a:ext uri="{9D8B030D-6E8A-4147-A177-3AD203B41FA5}">
                      <a16:colId xmlns:a16="http://schemas.microsoft.com/office/drawing/2014/main" val="2838381307"/>
                    </a:ext>
                  </a:extLst>
                </a:gridCol>
                <a:gridCol w="1282700">
                  <a:extLst>
                    <a:ext uri="{9D8B030D-6E8A-4147-A177-3AD203B41FA5}">
                      <a16:colId xmlns:a16="http://schemas.microsoft.com/office/drawing/2014/main" val="3588482866"/>
                    </a:ext>
                  </a:extLst>
                </a:gridCol>
                <a:gridCol w="1355725">
                  <a:extLst>
                    <a:ext uri="{9D8B030D-6E8A-4147-A177-3AD203B41FA5}">
                      <a16:colId xmlns:a16="http://schemas.microsoft.com/office/drawing/2014/main" val="2485120987"/>
                    </a:ext>
                  </a:extLst>
                </a:gridCol>
                <a:gridCol w="1285875">
                  <a:extLst>
                    <a:ext uri="{9D8B030D-6E8A-4147-A177-3AD203B41FA5}">
                      <a16:colId xmlns:a16="http://schemas.microsoft.com/office/drawing/2014/main" val="2939008329"/>
                    </a:ext>
                  </a:extLst>
                </a:gridCol>
                <a:gridCol w="1354137">
                  <a:extLst>
                    <a:ext uri="{9D8B030D-6E8A-4147-A177-3AD203B41FA5}">
                      <a16:colId xmlns:a16="http://schemas.microsoft.com/office/drawing/2014/main" val="1824388915"/>
                    </a:ext>
                  </a:extLst>
                </a:gridCol>
                <a:gridCol w="1009650">
                  <a:extLst>
                    <a:ext uri="{9D8B030D-6E8A-4147-A177-3AD203B41FA5}">
                      <a16:colId xmlns:a16="http://schemas.microsoft.com/office/drawing/2014/main" val="2456685376"/>
                    </a:ext>
                  </a:extLst>
                </a:gridCol>
              </a:tblGrid>
              <a:tr h="176371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华文中宋" panose="02010600040101010101" pitchFamily="2" charset="-122"/>
                          <a:ea typeface="华文中宋" panose="02010600040101010101" pitchFamily="2" charset="-122"/>
                        </a:rPr>
                        <a:t>存    用户</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华文中宋" panose="02010600040101010101" pitchFamily="2" charset="-122"/>
                          <a:ea typeface="华文中宋" panose="02010600040101010101" pitchFamily="2" charset="-122"/>
                        </a:rPr>
                        <a:t>文   取</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华文中宋" panose="02010600040101010101" pitchFamily="2" charset="-122"/>
                          <a:ea typeface="华文中宋" panose="02010600040101010101" pitchFamily="2" charset="-122"/>
                        </a:rPr>
                        <a:t>件名     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Wang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Lee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Zhang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华文中宋" panose="02010600040101010101" pitchFamily="2" charset="-122"/>
                          <a:ea typeface="黑体" panose="02010609060101010101" pitchFamily="49" charset="-122"/>
                        </a:rPr>
                        <a:t>……</a:t>
                      </a: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华文中宋" panose="02010600040101010101" pitchFamily="2" charset="-122"/>
                          <a:ea typeface="黑体" panose="02010609060101010101" pitchFamily="49" charset="-122"/>
                        </a:rPr>
                        <a:t>……</a:t>
                      </a:r>
                      <a:endPar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5193535"/>
                  </a:ext>
                </a:extLst>
              </a:tr>
              <a:tr h="587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A.C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40585916"/>
                  </a:ext>
                </a:extLst>
              </a:tr>
              <a:tr h="588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15793589"/>
                  </a:ext>
                </a:extLst>
              </a:tr>
              <a:tr h="58578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D.C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WE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0499901"/>
                  </a:ext>
                </a:extLst>
              </a:tr>
              <a:tr h="588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E.C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5404997"/>
                  </a:ext>
                </a:extLst>
              </a:tr>
            </a:tbl>
          </a:graphicData>
        </a:graphic>
      </p:graphicFrame>
      <p:sp>
        <p:nvSpPr>
          <p:cNvPr id="121905" name="Line 47">
            <a:extLst>
              <a:ext uri="{FF2B5EF4-FFF2-40B4-BE49-F238E27FC236}">
                <a16:creationId xmlns:a16="http://schemas.microsoft.com/office/drawing/2014/main" id="{DE15564F-3AE6-3B11-5496-9B51A2F14A73}"/>
              </a:ext>
            </a:extLst>
          </p:cNvPr>
          <p:cNvSpPr>
            <a:spLocks noChangeShapeType="1"/>
          </p:cNvSpPr>
          <p:nvPr/>
        </p:nvSpPr>
        <p:spPr bwMode="auto">
          <a:xfrm>
            <a:off x="1042988" y="1916113"/>
            <a:ext cx="1296987" cy="1368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906" name="Line 48">
            <a:extLst>
              <a:ext uri="{FF2B5EF4-FFF2-40B4-BE49-F238E27FC236}">
                <a16:creationId xmlns:a16="http://schemas.microsoft.com/office/drawing/2014/main" id="{F352B024-FDBB-32F6-020B-1316D4FABA4B}"/>
              </a:ext>
            </a:extLst>
          </p:cNvPr>
          <p:cNvSpPr>
            <a:spLocks noChangeShapeType="1"/>
          </p:cNvSpPr>
          <p:nvPr/>
        </p:nvSpPr>
        <p:spPr bwMode="auto">
          <a:xfrm>
            <a:off x="468313" y="2205038"/>
            <a:ext cx="1727200" cy="1439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6">
            <a:extLst>
              <a:ext uri="{FF2B5EF4-FFF2-40B4-BE49-F238E27FC236}">
                <a16:creationId xmlns:a16="http://schemas.microsoft.com/office/drawing/2014/main" id="{3FD946D5-F5AD-0447-5ACF-C3FF6DD71BA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4E0DBB2-8704-974C-A896-A820A8218DBE}" type="slidenum">
              <a:rPr lang="en-US" altLang="zh-CN">
                <a:latin typeface="Arial" panose="020B0604020202020204" pitchFamily="34" charset="0"/>
              </a:rPr>
              <a:pPr/>
              <a:t>118</a:t>
            </a:fld>
            <a:endParaRPr lang="en-US" altLang="zh-CN">
              <a:latin typeface="Arial" panose="020B0604020202020204" pitchFamily="34" charset="0"/>
            </a:endParaRPr>
          </a:p>
        </p:txBody>
      </p:sp>
      <p:sp>
        <p:nvSpPr>
          <p:cNvPr id="557058" name="Rectangle 2">
            <a:extLst>
              <a:ext uri="{FF2B5EF4-FFF2-40B4-BE49-F238E27FC236}">
                <a16:creationId xmlns:a16="http://schemas.microsoft.com/office/drawing/2014/main" id="{113820CD-5B13-8B0E-F29E-B03A9EB18ACA}"/>
              </a:ext>
            </a:extLst>
          </p:cNvPr>
          <p:cNvSpPr>
            <a:spLocks noGrp="1" noRot="1" noChangeArrowheads="1"/>
          </p:cNvSpPr>
          <p:nvPr>
            <p:ph type="title"/>
          </p:nvPr>
        </p:nvSpPr>
        <p:spPr/>
        <p:txBody>
          <a:bodyPr/>
          <a:lstStyle/>
          <a:p>
            <a:pPr eaLnBrk="1" hangingPunct="1">
              <a:defRPr/>
            </a:pPr>
            <a:r>
              <a:rPr lang="en-US" altLang="zh-CN"/>
              <a:t>(2) </a:t>
            </a:r>
            <a:r>
              <a:rPr lang="zh-CN" altLang="en-US"/>
              <a:t>存取控制表</a:t>
            </a:r>
          </a:p>
        </p:txBody>
      </p:sp>
      <p:sp>
        <p:nvSpPr>
          <p:cNvPr id="557059" name="Rectangle 3">
            <a:extLst>
              <a:ext uri="{FF2B5EF4-FFF2-40B4-BE49-F238E27FC236}">
                <a16:creationId xmlns:a16="http://schemas.microsoft.com/office/drawing/2014/main" id="{68A7025C-9537-3E71-8EA7-C2F041618D15}"/>
              </a:ext>
            </a:extLst>
          </p:cNvPr>
          <p:cNvSpPr>
            <a:spLocks noGrp="1" noRot="1" noChangeArrowheads="1"/>
          </p:cNvSpPr>
          <p:nvPr>
            <p:ph type="body" sz="half" idx="1"/>
          </p:nvPr>
        </p:nvSpPr>
        <p:spPr/>
        <p:txBody>
          <a:bodyPr/>
          <a:lstStyle/>
          <a:p>
            <a:pPr eaLnBrk="1" hangingPunct="1"/>
            <a:r>
              <a:rPr lang="zh-CN" altLang="en-US" sz="2800"/>
              <a:t>存取控制表以文件为单位，把用户按某种关系划分为若干个组，同时规定每组的存取权限。所有用户组对文件权限的集合就形成了该文件的存取控制表。</a:t>
            </a:r>
          </a:p>
        </p:txBody>
      </p:sp>
      <p:graphicFrame>
        <p:nvGraphicFramePr>
          <p:cNvPr id="557060" name="Group 4">
            <a:extLst>
              <a:ext uri="{FF2B5EF4-FFF2-40B4-BE49-F238E27FC236}">
                <a16:creationId xmlns:a16="http://schemas.microsoft.com/office/drawing/2014/main" id="{859F8C2F-C296-4AAD-9804-047BFCF5B446}"/>
              </a:ext>
            </a:extLst>
          </p:cNvPr>
          <p:cNvGraphicFramePr>
            <a:graphicFrameLocks noGrp="1"/>
          </p:cNvGraphicFramePr>
          <p:nvPr>
            <p:ph sz="half" idx="2"/>
          </p:nvPr>
        </p:nvGraphicFramePr>
        <p:xfrm>
          <a:off x="4762500" y="1773238"/>
          <a:ext cx="4000500" cy="4114802"/>
        </p:xfrm>
        <a:graphic>
          <a:graphicData uri="http://schemas.openxmlformats.org/drawingml/2006/table">
            <a:tbl>
              <a:tblPr/>
              <a:tblGrid>
                <a:gridCol w="2000250">
                  <a:extLst>
                    <a:ext uri="{9D8B030D-6E8A-4147-A177-3AD203B41FA5}">
                      <a16:colId xmlns:a16="http://schemas.microsoft.com/office/drawing/2014/main" val="115752770"/>
                    </a:ext>
                  </a:extLst>
                </a:gridCol>
                <a:gridCol w="2000250">
                  <a:extLst>
                    <a:ext uri="{9D8B030D-6E8A-4147-A177-3AD203B41FA5}">
                      <a16:colId xmlns:a16="http://schemas.microsoft.com/office/drawing/2014/main" val="3125349873"/>
                    </a:ext>
                  </a:extLst>
                </a:gridCol>
              </a:tblGrid>
              <a:tr h="11747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文件名</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用户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a.c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92618017"/>
                  </a:ext>
                </a:extLst>
              </a:tr>
              <a:tr h="588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文件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3305215"/>
                  </a:ext>
                </a:extLst>
              </a:tr>
              <a:tr h="587375">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A</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5439439"/>
                  </a:ext>
                </a:extLst>
              </a:tr>
              <a:tr h="588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B</a:t>
                      </a: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6434237"/>
                  </a:ext>
                </a:extLst>
              </a:tr>
              <a:tr h="58578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Wang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RWE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02119051"/>
                  </a:ext>
                </a:extLst>
              </a:tr>
              <a:tr h="588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其他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1" i="0" u="none" strike="noStrike" cap="none" normalizeH="0" baseline="0">
                          <a:ln>
                            <a:noFill/>
                          </a:ln>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rPr>
                        <a:t>None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0325575"/>
                  </a:ext>
                </a:extLst>
              </a:tr>
            </a:tbl>
          </a:graphicData>
        </a:graphic>
      </p:graphicFrame>
      <p:sp>
        <p:nvSpPr>
          <p:cNvPr id="122909" name="Line 27">
            <a:extLst>
              <a:ext uri="{FF2B5EF4-FFF2-40B4-BE49-F238E27FC236}">
                <a16:creationId xmlns:a16="http://schemas.microsoft.com/office/drawing/2014/main" id="{2FE76F8F-2DA0-98BD-7BBF-8B9B56E25FCE}"/>
              </a:ext>
            </a:extLst>
          </p:cNvPr>
          <p:cNvSpPr>
            <a:spLocks noChangeShapeType="1"/>
          </p:cNvSpPr>
          <p:nvPr/>
        </p:nvSpPr>
        <p:spPr bwMode="auto">
          <a:xfrm>
            <a:off x="4716463" y="1916113"/>
            <a:ext cx="1943100" cy="1081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73D35EC-4B64-D746-A5FF-C6514122706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35B9C3A-DD61-1943-9DCE-6531534D544B}" type="slidenum">
              <a:rPr lang="en-US" altLang="zh-CN">
                <a:latin typeface="Arial" panose="020B0604020202020204" pitchFamily="34" charset="0"/>
              </a:rPr>
              <a:pPr/>
              <a:t>119</a:t>
            </a:fld>
            <a:endParaRPr lang="en-US" altLang="zh-CN">
              <a:latin typeface="Arial" panose="020B0604020202020204" pitchFamily="34" charset="0"/>
            </a:endParaRPr>
          </a:p>
        </p:txBody>
      </p:sp>
      <p:sp>
        <p:nvSpPr>
          <p:cNvPr id="558082" name="Rectangle 2">
            <a:extLst>
              <a:ext uri="{FF2B5EF4-FFF2-40B4-BE49-F238E27FC236}">
                <a16:creationId xmlns:a16="http://schemas.microsoft.com/office/drawing/2014/main" id="{1CCE0C57-EE4D-AF29-7C3F-0FB230E7A5B7}"/>
              </a:ext>
            </a:extLst>
          </p:cNvPr>
          <p:cNvSpPr>
            <a:spLocks noGrp="1" noRot="1" noChangeArrowheads="1"/>
          </p:cNvSpPr>
          <p:nvPr>
            <p:ph type="title"/>
          </p:nvPr>
        </p:nvSpPr>
        <p:spPr/>
        <p:txBody>
          <a:bodyPr/>
          <a:lstStyle/>
          <a:p>
            <a:pPr eaLnBrk="1" hangingPunct="1">
              <a:defRPr/>
            </a:pPr>
            <a:r>
              <a:rPr lang="en-US" altLang="zh-CN"/>
              <a:t>(2) </a:t>
            </a:r>
            <a:r>
              <a:rPr lang="zh-CN" altLang="en-US"/>
              <a:t>存取控制表</a:t>
            </a:r>
            <a:r>
              <a:rPr lang="en-US" altLang="zh-CN"/>
              <a:t>(</a:t>
            </a:r>
            <a:r>
              <a:rPr lang="zh-CN" altLang="en-US"/>
              <a:t>续</a:t>
            </a:r>
            <a:r>
              <a:rPr lang="en-US" altLang="zh-CN"/>
              <a:t>)</a:t>
            </a:r>
          </a:p>
        </p:txBody>
      </p:sp>
      <p:sp>
        <p:nvSpPr>
          <p:cNvPr id="558083" name="Rectangle 3">
            <a:extLst>
              <a:ext uri="{FF2B5EF4-FFF2-40B4-BE49-F238E27FC236}">
                <a16:creationId xmlns:a16="http://schemas.microsoft.com/office/drawing/2014/main" id="{C13B9E6F-0CFD-A577-CA01-E201AC2C77F0}"/>
              </a:ext>
            </a:extLst>
          </p:cNvPr>
          <p:cNvSpPr>
            <a:spLocks noGrp="1" noRot="1" noChangeArrowheads="1"/>
          </p:cNvSpPr>
          <p:nvPr>
            <p:ph type="body" idx="1"/>
          </p:nvPr>
        </p:nvSpPr>
        <p:spPr/>
        <p:txBody>
          <a:bodyPr/>
          <a:lstStyle/>
          <a:p>
            <a:pPr eaLnBrk="1" hangingPunct="1"/>
            <a:r>
              <a:rPr lang="zh-CN" altLang="en-US"/>
              <a:t>每个文件都有一张存取控制表。</a:t>
            </a:r>
          </a:p>
          <a:p>
            <a:pPr eaLnBrk="1" hangingPunct="1"/>
            <a:r>
              <a:rPr lang="zh-CN" altLang="en-US"/>
              <a:t>在实现时，该表存放在文件说明中，也就是</a:t>
            </a:r>
            <a:r>
              <a:rPr lang="en-US" altLang="zh-CN"/>
              <a:t>BDF</a:t>
            </a:r>
            <a:r>
              <a:rPr lang="zh-CN" altLang="en-US"/>
              <a:t>的有关表目中。文件被打开时，由于存取控制表也相应地被复制到了内存活动文件中，因此存取控制验证能高效进行。</a:t>
            </a:r>
          </a:p>
        </p:txBody>
      </p:sp>
    </p:spTree>
  </p:cSld>
  <p:clrMapOvr>
    <a:masterClrMapping/>
  </p:clrMapOvr>
  <p:transition spd="med">
    <p:random/>
    <p:sndAc>
      <p:stSnd>
        <p:snd r:embed="rId2" name="camera.wav"/>
      </p:stSnd>
    </p:sndAc>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81DC2F7-BE04-98D6-1DFA-00D13752FF7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1238101-A7CD-A144-8471-5CDDF44CCF44}" type="slidenum">
              <a:rPr lang="en-US" altLang="zh-CN">
                <a:latin typeface="Arial" panose="020B0604020202020204" pitchFamily="34" charset="0"/>
              </a:rPr>
              <a:pPr/>
              <a:t>120</a:t>
            </a:fld>
            <a:endParaRPr lang="en-US" altLang="zh-CN">
              <a:latin typeface="Arial" panose="020B0604020202020204" pitchFamily="34" charset="0"/>
            </a:endParaRPr>
          </a:p>
        </p:txBody>
      </p:sp>
      <p:sp>
        <p:nvSpPr>
          <p:cNvPr id="559106" name="Rectangle 2">
            <a:extLst>
              <a:ext uri="{FF2B5EF4-FFF2-40B4-BE49-F238E27FC236}">
                <a16:creationId xmlns:a16="http://schemas.microsoft.com/office/drawing/2014/main" id="{359ED55E-C6AF-9882-3440-A473C3A3BCBB}"/>
              </a:ext>
            </a:extLst>
          </p:cNvPr>
          <p:cNvSpPr>
            <a:spLocks noGrp="1" noRot="1" noChangeArrowheads="1"/>
          </p:cNvSpPr>
          <p:nvPr>
            <p:ph type="title"/>
          </p:nvPr>
        </p:nvSpPr>
        <p:spPr/>
        <p:txBody>
          <a:bodyPr/>
          <a:lstStyle/>
          <a:p>
            <a:pPr eaLnBrk="1" hangingPunct="1">
              <a:defRPr/>
            </a:pPr>
            <a:r>
              <a:rPr lang="en-US" altLang="zh-CN"/>
              <a:t>(3) </a:t>
            </a:r>
            <a:r>
              <a:rPr lang="zh-CN" altLang="en-US"/>
              <a:t>口令方式</a:t>
            </a:r>
          </a:p>
        </p:txBody>
      </p:sp>
      <p:sp>
        <p:nvSpPr>
          <p:cNvPr id="559107" name="Rectangle 3">
            <a:extLst>
              <a:ext uri="{FF2B5EF4-FFF2-40B4-BE49-F238E27FC236}">
                <a16:creationId xmlns:a16="http://schemas.microsoft.com/office/drawing/2014/main" id="{A487A7C6-998A-ECD0-1768-918FE9412230}"/>
              </a:ext>
            </a:extLst>
          </p:cNvPr>
          <p:cNvSpPr>
            <a:spLocks noGrp="1" noRot="1" noChangeArrowheads="1"/>
          </p:cNvSpPr>
          <p:nvPr>
            <p:ph type="body" idx="1"/>
          </p:nvPr>
        </p:nvSpPr>
        <p:spPr/>
        <p:txBody>
          <a:bodyPr/>
          <a:lstStyle/>
          <a:p>
            <a:pPr eaLnBrk="1" hangingPunct="1"/>
            <a:r>
              <a:rPr lang="zh-CN" altLang="en-US" sz="2800"/>
              <a:t>每个用户在创建文件时，为每一个创建的文件设置一个口令，且将其置于文件说明中，当任一用户想使用该文件时，都必须首先提供口令。</a:t>
            </a:r>
          </a:p>
          <a:p>
            <a:pPr eaLnBrk="1" hangingPunct="1"/>
            <a:r>
              <a:rPr lang="zh-CN" altLang="en-US" sz="2800"/>
              <a:t>优点：实现简单，系统开销小，可以实现共享和保密。</a:t>
            </a:r>
          </a:p>
          <a:p>
            <a:pPr eaLnBrk="1" hangingPunct="1"/>
            <a:r>
              <a:rPr lang="zh-CN" altLang="en-US" sz="2800"/>
              <a:t>缺点：保密性差，一旦口令被破解，则无法进行存取控制。一旦口令被修改，需要通知所有授权用户。一旦口令丢失，所有用户都无法操作文件。</a:t>
            </a:r>
          </a:p>
        </p:txBody>
      </p:sp>
    </p:spTree>
  </p:cSld>
  <p:clrMapOvr>
    <a:masterClrMapping/>
  </p:clrMapOvr>
  <p:transition spd="med">
    <p:random/>
    <p:sndAc>
      <p:stSnd>
        <p:snd r:embed="rId2" name="camera.wav"/>
      </p:stSnd>
    </p:sndAc>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a:extLst>
              <a:ext uri="{FF2B5EF4-FFF2-40B4-BE49-F238E27FC236}">
                <a16:creationId xmlns:a16="http://schemas.microsoft.com/office/drawing/2014/main" id="{29F0AFF3-FE32-D0B4-0B7F-50963D7CA12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E11A534-C449-5446-88BB-30B8AD66212D}" type="slidenum">
              <a:rPr lang="en-US" altLang="zh-CN">
                <a:latin typeface="Arial" panose="020B0604020202020204" pitchFamily="34" charset="0"/>
              </a:rPr>
              <a:pPr/>
              <a:t>121</a:t>
            </a:fld>
            <a:endParaRPr lang="en-US" altLang="zh-CN">
              <a:latin typeface="Arial" panose="020B0604020202020204" pitchFamily="34" charset="0"/>
            </a:endParaRPr>
          </a:p>
        </p:txBody>
      </p:sp>
      <p:sp>
        <p:nvSpPr>
          <p:cNvPr id="560130" name="Rectangle 2">
            <a:extLst>
              <a:ext uri="{FF2B5EF4-FFF2-40B4-BE49-F238E27FC236}">
                <a16:creationId xmlns:a16="http://schemas.microsoft.com/office/drawing/2014/main" id="{3EE84B41-F6D0-121C-B93B-0CF2C9AF1FAE}"/>
              </a:ext>
            </a:extLst>
          </p:cNvPr>
          <p:cNvSpPr>
            <a:spLocks noGrp="1" noRot="1" noChangeArrowheads="1"/>
          </p:cNvSpPr>
          <p:nvPr>
            <p:ph type="title"/>
          </p:nvPr>
        </p:nvSpPr>
        <p:spPr/>
        <p:txBody>
          <a:bodyPr/>
          <a:lstStyle/>
          <a:p>
            <a:pPr eaLnBrk="1" hangingPunct="1"/>
            <a:r>
              <a:rPr lang="en-US" altLang="zh-CN"/>
              <a:t>(4) </a:t>
            </a:r>
            <a:r>
              <a:rPr lang="zh-CN" altLang="en-US"/>
              <a:t>密码方式</a:t>
            </a:r>
          </a:p>
        </p:txBody>
      </p:sp>
      <p:sp>
        <p:nvSpPr>
          <p:cNvPr id="560131" name="Rectangle 3">
            <a:extLst>
              <a:ext uri="{FF2B5EF4-FFF2-40B4-BE49-F238E27FC236}">
                <a16:creationId xmlns:a16="http://schemas.microsoft.com/office/drawing/2014/main" id="{D11024B8-43A4-2BDD-4327-59BF4F5BF500}"/>
              </a:ext>
            </a:extLst>
          </p:cNvPr>
          <p:cNvSpPr>
            <a:spLocks noGrp="1" noRot="1" noChangeArrowheads="1"/>
          </p:cNvSpPr>
          <p:nvPr>
            <p:ph type="body" idx="1"/>
          </p:nvPr>
        </p:nvSpPr>
        <p:spPr>
          <a:xfrm>
            <a:off x="250825" y="1844675"/>
            <a:ext cx="8229600" cy="2160588"/>
          </a:xfrm>
        </p:spPr>
        <p:txBody>
          <a:bodyPr/>
          <a:lstStyle/>
          <a:p>
            <a:pPr eaLnBrk="1" hangingPunct="1"/>
            <a:r>
              <a:rPr lang="zh-CN" altLang="en-US"/>
              <a:t>在用户创建文件时将文件进行编码，在读出文件时进行译码解密。</a:t>
            </a:r>
          </a:p>
          <a:p>
            <a:pPr eaLnBrk="1" hangingPunct="1"/>
            <a:r>
              <a:rPr lang="zh-CN" altLang="en-US"/>
              <a:t>文件的加密和解密需要提供一个代码键</a:t>
            </a:r>
            <a:r>
              <a:rPr lang="en-US" altLang="zh-CN"/>
              <a:t>(Key)</a:t>
            </a:r>
            <a:r>
              <a:rPr lang="zh-CN" altLang="en-US"/>
              <a:t>。</a:t>
            </a:r>
          </a:p>
        </p:txBody>
      </p:sp>
      <p:sp>
        <p:nvSpPr>
          <p:cNvPr id="125958" name="Rectangle 4">
            <a:extLst>
              <a:ext uri="{FF2B5EF4-FFF2-40B4-BE49-F238E27FC236}">
                <a16:creationId xmlns:a16="http://schemas.microsoft.com/office/drawing/2014/main" id="{5D03AE97-6B38-3E42-9774-A98ED1A3A808}"/>
              </a:ext>
            </a:extLst>
          </p:cNvPr>
          <p:cNvSpPr>
            <a:spLocks noChangeArrowheads="1"/>
          </p:cNvSpPr>
          <p:nvPr/>
        </p:nvSpPr>
        <p:spPr bwMode="auto">
          <a:xfrm>
            <a:off x="1619250" y="4652963"/>
            <a:ext cx="1584325"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编码程序</a:t>
            </a:r>
          </a:p>
        </p:txBody>
      </p:sp>
      <p:sp>
        <p:nvSpPr>
          <p:cNvPr id="125959" name="Rectangle 5">
            <a:extLst>
              <a:ext uri="{FF2B5EF4-FFF2-40B4-BE49-F238E27FC236}">
                <a16:creationId xmlns:a16="http://schemas.microsoft.com/office/drawing/2014/main" id="{F7EA0AC2-2F07-46FF-7085-64C1161B2A1C}"/>
              </a:ext>
            </a:extLst>
          </p:cNvPr>
          <p:cNvSpPr>
            <a:spLocks noChangeArrowheads="1"/>
          </p:cNvSpPr>
          <p:nvPr/>
        </p:nvSpPr>
        <p:spPr bwMode="auto">
          <a:xfrm>
            <a:off x="5651500" y="4652963"/>
            <a:ext cx="1584325"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解码程序</a:t>
            </a:r>
          </a:p>
        </p:txBody>
      </p:sp>
      <p:sp>
        <p:nvSpPr>
          <p:cNvPr id="125960" name="Line 6">
            <a:extLst>
              <a:ext uri="{FF2B5EF4-FFF2-40B4-BE49-F238E27FC236}">
                <a16:creationId xmlns:a16="http://schemas.microsoft.com/office/drawing/2014/main" id="{9E7B2F60-C3C6-E2FF-15C2-25E876396D54}"/>
              </a:ext>
            </a:extLst>
          </p:cNvPr>
          <p:cNvSpPr>
            <a:spLocks noChangeShapeType="1"/>
          </p:cNvSpPr>
          <p:nvPr/>
        </p:nvSpPr>
        <p:spPr bwMode="auto">
          <a:xfrm>
            <a:off x="755650" y="4941888"/>
            <a:ext cx="863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61" name="Line 7">
            <a:extLst>
              <a:ext uri="{FF2B5EF4-FFF2-40B4-BE49-F238E27FC236}">
                <a16:creationId xmlns:a16="http://schemas.microsoft.com/office/drawing/2014/main" id="{06B546B0-AC34-EC84-4D22-C45075675F78}"/>
              </a:ext>
            </a:extLst>
          </p:cNvPr>
          <p:cNvSpPr>
            <a:spLocks noChangeShapeType="1"/>
          </p:cNvSpPr>
          <p:nvPr/>
        </p:nvSpPr>
        <p:spPr bwMode="auto">
          <a:xfrm>
            <a:off x="3275013" y="4941888"/>
            <a:ext cx="5048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62" name="Line 8">
            <a:extLst>
              <a:ext uri="{FF2B5EF4-FFF2-40B4-BE49-F238E27FC236}">
                <a16:creationId xmlns:a16="http://schemas.microsoft.com/office/drawing/2014/main" id="{084A6762-6F95-9D9B-3C1F-2AB4CEAD18FC}"/>
              </a:ext>
            </a:extLst>
          </p:cNvPr>
          <p:cNvSpPr>
            <a:spLocks noChangeShapeType="1"/>
          </p:cNvSpPr>
          <p:nvPr/>
        </p:nvSpPr>
        <p:spPr bwMode="auto">
          <a:xfrm>
            <a:off x="5146675" y="4941888"/>
            <a:ext cx="5048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63" name="Text Box 9">
            <a:extLst>
              <a:ext uri="{FF2B5EF4-FFF2-40B4-BE49-F238E27FC236}">
                <a16:creationId xmlns:a16="http://schemas.microsoft.com/office/drawing/2014/main" id="{92E0EE73-A244-B74D-F23E-8AC4D70E1025}"/>
              </a:ext>
            </a:extLst>
          </p:cNvPr>
          <p:cNvSpPr txBox="1">
            <a:spLocks noChangeArrowheads="1"/>
          </p:cNvSpPr>
          <p:nvPr/>
        </p:nvSpPr>
        <p:spPr bwMode="auto">
          <a:xfrm>
            <a:off x="3779838" y="4652963"/>
            <a:ext cx="144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密码文件</a:t>
            </a:r>
          </a:p>
        </p:txBody>
      </p:sp>
      <p:sp>
        <p:nvSpPr>
          <p:cNvPr id="125964" name="Text Box 10">
            <a:extLst>
              <a:ext uri="{FF2B5EF4-FFF2-40B4-BE49-F238E27FC236}">
                <a16:creationId xmlns:a16="http://schemas.microsoft.com/office/drawing/2014/main" id="{478432D1-A946-FFC6-91CF-57D79CE17D27}"/>
              </a:ext>
            </a:extLst>
          </p:cNvPr>
          <p:cNvSpPr txBox="1">
            <a:spLocks noChangeArrowheads="1"/>
          </p:cNvSpPr>
          <p:nvPr/>
        </p:nvSpPr>
        <p:spPr bwMode="auto">
          <a:xfrm>
            <a:off x="250825" y="4437063"/>
            <a:ext cx="144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用户文件</a:t>
            </a:r>
          </a:p>
        </p:txBody>
      </p:sp>
      <p:sp>
        <p:nvSpPr>
          <p:cNvPr id="125965" name="Line 11">
            <a:extLst>
              <a:ext uri="{FF2B5EF4-FFF2-40B4-BE49-F238E27FC236}">
                <a16:creationId xmlns:a16="http://schemas.microsoft.com/office/drawing/2014/main" id="{34514CD1-1EA7-D522-0A86-FCDF5E8930A3}"/>
              </a:ext>
            </a:extLst>
          </p:cNvPr>
          <p:cNvSpPr>
            <a:spLocks noChangeShapeType="1"/>
          </p:cNvSpPr>
          <p:nvPr/>
        </p:nvSpPr>
        <p:spPr bwMode="auto">
          <a:xfrm>
            <a:off x="7235825" y="4941888"/>
            <a:ext cx="863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66" name="Text Box 12">
            <a:extLst>
              <a:ext uri="{FF2B5EF4-FFF2-40B4-BE49-F238E27FC236}">
                <a16:creationId xmlns:a16="http://schemas.microsoft.com/office/drawing/2014/main" id="{5156E8D2-7F6D-7664-3A68-C691C344376E}"/>
              </a:ext>
            </a:extLst>
          </p:cNvPr>
          <p:cNvSpPr txBox="1">
            <a:spLocks noChangeArrowheads="1"/>
          </p:cNvSpPr>
          <p:nvPr/>
        </p:nvSpPr>
        <p:spPr bwMode="auto">
          <a:xfrm>
            <a:off x="7164388" y="4437063"/>
            <a:ext cx="144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用户文件</a:t>
            </a:r>
          </a:p>
        </p:txBody>
      </p:sp>
      <p:sp>
        <p:nvSpPr>
          <p:cNvPr id="125967" name="Text Box 13">
            <a:extLst>
              <a:ext uri="{FF2B5EF4-FFF2-40B4-BE49-F238E27FC236}">
                <a16:creationId xmlns:a16="http://schemas.microsoft.com/office/drawing/2014/main" id="{D186A3CC-14A6-9500-1CAD-726CD2BB58CE}"/>
              </a:ext>
            </a:extLst>
          </p:cNvPr>
          <p:cNvSpPr txBox="1">
            <a:spLocks noChangeArrowheads="1"/>
          </p:cNvSpPr>
          <p:nvPr/>
        </p:nvSpPr>
        <p:spPr bwMode="auto">
          <a:xfrm>
            <a:off x="1331913" y="4076700"/>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用户指定代码键</a:t>
            </a:r>
          </a:p>
        </p:txBody>
      </p:sp>
      <p:sp>
        <p:nvSpPr>
          <p:cNvPr id="125968" name="Text Box 14">
            <a:extLst>
              <a:ext uri="{FF2B5EF4-FFF2-40B4-BE49-F238E27FC236}">
                <a16:creationId xmlns:a16="http://schemas.microsoft.com/office/drawing/2014/main" id="{4F6DE7E4-9244-6ED0-3D67-3244D179C756}"/>
              </a:ext>
            </a:extLst>
          </p:cNvPr>
          <p:cNvSpPr txBox="1">
            <a:spLocks noChangeArrowheads="1"/>
          </p:cNvSpPr>
          <p:nvPr/>
        </p:nvSpPr>
        <p:spPr bwMode="auto">
          <a:xfrm>
            <a:off x="5292725" y="4076700"/>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存取要求代码键</a:t>
            </a:r>
          </a:p>
        </p:txBody>
      </p:sp>
      <p:sp>
        <p:nvSpPr>
          <p:cNvPr id="125969" name="Text Box 15">
            <a:extLst>
              <a:ext uri="{FF2B5EF4-FFF2-40B4-BE49-F238E27FC236}">
                <a16:creationId xmlns:a16="http://schemas.microsoft.com/office/drawing/2014/main" id="{66BCA3C4-2810-5584-067E-DA6D38BDC0CB}"/>
              </a:ext>
            </a:extLst>
          </p:cNvPr>
          <p:cNvSpPr txBox="1">
            <a:spLocks noChangeArrowheads="1"/>
          </p:cNvSpPr>
          <p:nvPr/>
        </p:nvSpPr>
        <p:spPr bwMode="auto">
          <a:xfrm>
            <a:off x="4067175" y="5589588"/>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存储</a:t>
            </a:r>
          </a:p>
        </p:txBody>
      </p:sp>
      <p:sp>
        <p:nvSpPr>
          <p:cNvPr id="125970" name="Line 16">
            <a:extLst>
              <a:ext uri="{FF2B5EF4-FFF2-40B4-BE49-F238E27FC236}">
                <a16:creationId xmlns:a16="http://schemas.microsoft.com/office/drawing/2014/main" id="{F8936AEE-54DF-787A-41E7-48D95BCDB821}"/>
              </a:ext>
            </a:extLst>
          </p:cNvPr>
          <p:cNvSpPr>
            <a:spLocks noChangeShapeType="1"/>
          </p:cNvSpPr>
          <p:nvPr/>
        </p:nvSpPr>
        <p:spPr bwMode="auto">
          <a:xfrm flipV="1">
            <a:off x="4427538" y="5084763"/>
            <a:ext cx="0" cy="5048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C9E3732-C660-E277-567A-502380342DE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2E64DF5-B450-0541-95A0-3A63C623BF6D}" type="slidenum">
              <a:rPr lang="en-US" altLang="zh-CN">
                <a:latin typeface="Arial" panose="020B0604020202020204" pitchFamily="34" charset="0"/>
              </a:rPr>
              <a:pPr/>
              <a:t>122</a:t>
            </a:fld>
            <a:endParaRPr lang="en-US" altLang="zh-CN">
              <a:latin typeface="Arial" panose="020B0604020202020204" pitchFamily="34" charset="0"/>
            </a:endParaRPr>
          </a:p>
        </p:txBody>
      </p:sp>
      <p:sp>
        <p:nvSpPr>
          <p:cNvPr id="561154" name="Rectangle 2">
            <a:extLst>
              <a:ext uri="{FF2B5EF4-FFF2-40B4-BE49-F238E27FC236}">
                <a16:creationId xmlns:a16="http://schemas.microsoft.com/office/drawing/2014/main" id="{A5482D46-D5F3-B006-1BB6-6E77F202924F}"/>
              </a:ext>
            </a:extLst>
          </p:cNvPr>
          <p:cNvSpPr>
            <a:spLocks noGrp="1" noRot="1" noChangeArrowheads="1"/>
          </p:cNvSpPr>
          <p:nvPr>
            <p:ph type="title"/>
          </p:nvPr>
        </p:nvSpPr>
        <p:spPr/>
        <p:txBody>
          <a:bodyPr/>
          <a:lstStyle/>
          <a:p>
            <a:pPr eaLnBrk="1" hangingPunct="1"/>
            <a:r>
              <a:rPr lang="en-US" altLang="zh-CN"/>
              <a:t>(4) </a:t>
            </a:r>
            <a:r>
              <a:rPr lang="zh-CN" altLang="en-US"/>
              <a:t>密码方式</a:t>
            </a:r>
            <a:r>
              <a:rPr lang="en-US" altLang="zh-CN"/>
              <a:t>(</a:t>
            </a:r>
            <a:r>
              <a:rPr lang="zh-CN" altLang="en-US"/>
              <a:t>续</a:t>
            </a:r>
            <a:r>
              <a:rPr lang="en-US" altLang="zh-CN"/>
              <a:t>)</a:t>
            </a:r>
          </a:p>
        </p:txBody>
      </p:sp>
      <p:sp>
        <p:nvSpPr>
          <p:cNvPr id="561155" name="Rectangle 3">
            <a:extLst>
              <a:ext uri="{FF2B5EF4-FFF2-40B4-BE49-F238E27FC236}">
                <a16:creationId xmlns:a16="http://schemas.microsoft.com/office/drawing/2014/main" id="{2CA429AC-2097-8882-6DE4-BA66D44A3EE5}"/>
              </a:ext>
            </a:extLst>
          </p:cNvPr>
          <p:cNvSpPr>
            <a:spLocks noGrp="1" noRot="1" noChangeArrowheads="1"/>
          </p:cNvSpPr>
          <p:nvPr>
            <p:ph type="body" idx="1"/>
          </p:nvPr>
        </p:nvSpPr>
        <p:spPr/>
        <p:txBody>
          <a:bodyPr/>
          <a:lstStyle/>
          <a:p>
            <a:pPr eaLnBrk="1" hangingPunct="1"/>
            <a:r>
              <a:rPr lang="zh-CN" altLang="en-US"/>
              <a:t>优点：保密性强</a:t>
            </a:r>
          </a:p>
          <a:p>
            <a:pPr eaLnBrk="1" hangingPunct="1"/>
            <a:r>
              <a:rPr lang="zh-CN" altLang="en-US"/>
              <a:t>缺点：编码和解码需要花费大量处理时间，增加系统开销。</a:t>
            </a:r>
          </a:p>
        </p:txBody>
      </p:sp>
    </p:spTree>
  </p:cSld>
  <p:clrMapOvr>
    <a:masterClrMapping/>
  </p:clrMapOvr>
  <p:transition spd="med">
    <p:random/>
    <p:sndAc>
      <p:stSnd>
        <p:snd r:embed="rId2" name="camera.wav"/>
      </p:stSnd>
    </p:sndAc>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3DEB0F4-1CB8-AEF4-7D12-3D24F880F2E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2117F89-0E90-EF47-BB13-E74629507595}" type="slidenum">
              <a:rPr lang="en-US" altLang="zh-CN">
                <a:latin typeface="Arial" panose="020B0604020202020204" pitchFamily="34" charset="0"/>
              </a:rPr>
              <a:pPr/>
              <a:t>123</a:t>
            </a:fld>
            <a:endParaRPr lang="en-US" altLang="zh-CN">
              <a:latin typeface="Arial" panose="020B0604020202020204" pitchFamily="34" charset="0"/>
            </a:endParaRPr>
          </a:p>
        </p:txBody>
      </p:sp>
      <p:sp>
        <p:nvSpPr>
          <p:cNvPr id="562178" name="Rectangle 2">
            <a:extLst>
              <a:ext uri="{FF2B5EF4-FFF2-40B4-BE49-F238E27FC236}">
                <a16:creationId xmlns:a16="http://schemas.microsoft.com/office/drawing/2014/main" id="{7FE8098E-66A6-55C5-4BF4-541E2FAFA310}"/>
              </a:ext>
            </a:extLst>
          </p:cNvPr>
          <p:cNvSpPr>
            <a:spLocks noGrp="1" noRot="1" noChangeArrowheads="1"/>
          </p:cNvSpPr>
          <p:nvPr>
            <p:ph type="title"/>
          </p:nvPr>
        </p:nvSpPr>
        <p:spPr/>
        <p:txBody>
          <a:bodyPr/>
          <a:lstStyle/>
          <a:p>
            <a:pPr eaLnBrk="1" hangingPunct="1">
              <a:defRPr/>
            </a:pPr>
            <a:r>
              <a:rPr lang="en-US" altLang="zh-CN" dirty="0"/>
              <a:t>5.7 </a:t>
            </a:r>
            <a:r>
              <a:rPr lang="zh-CN" altLang="en-US" dirty="0"/>
              <a:t>文件的使用</a:t>
            </a:r>
          </a:p>
        </p:txBody>
      </p:sp>
      <p:sp>
        <p:nvSpPr>
          <p:cNvPr id="562179" name="Rectangle 3">
            <a:extLst>
              <a:ext uri="{FF2B5EF4-FFF2-40B4-BE49-F238E27FC236}">
                <a16:creationId xmlns:a16="http://schemas.microsoft.com/office/drawing/2014/main" id="{58ADC742-144F-3F0D-07A7-43C912DD42B2}"/>
              </a:ext>
            </a:extLst>
          </p:cNvPr>
          <p:cNvSpPr>
            <a:spLocks noGrp="1" noRot="1" noChangeArrowheads="1"/>
          </p:cNvSpPr>
          <p:nvPr>
            <p:ph type="body" idx="1"/>
          </p:nvPr>
        </p:nvSpPr>
        <p:spPr/>
        <p:txBody>
          <a:bodyPr/>
          <a:lstStyle/>
          <a:p>
            <a:pPr eaLnBrk="1" hangingPunct="1">
              <a:defRPr/>
            </a:pPr>
            <a:r>
              <a:rPr lang="zh-CN" altLang="en-US"/>
              <a:t>（自学）</a:t>
            </a:r>
          </a:p>
        </p:txBody>
      </p:sp>
    </p:spTree>
  </p:cSld>
  <p:clrMapOvr>
    <a:masterClrMapping/>
  </p:clrMapOvr>
  <p:transition spd="med">
    <p:random/>
    <p:sndAc>
      <p:stSnd>
        <p:snd r:embed="rId2" name="camera.wav"/>
      </p:stSnd>
    </p:sndAc>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E93599E-6542-0359-4E15-D8ED8E42408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22AFFAD-B293-024E-BCE5-6C79BF3B59AC}" type="slidenum">
              <a:rPr lang="en-US" altLang="zh-CN">
                <a:latin typeface="Arial" panose="020B0604020202020204" pitchFamily="34" charset="0"/>
              </a:rPr>
              <a:pPr/>
              <a:t>124</a:t>
            </a:fld>
            <a:endParaRPr lang="en-US" altLang="zh-CN">
              <a:latin typeface="Arial" panose="020B0604020202020204" pitchFamily="34" charset="0"/>
            </a:endParaRPr>
          </a:p>
        </p:txBody>
      </p:sp>
      <p:sp>
        <p:nvSpPr>
          <p:cNvPr id="563202" name="Rectangle 2">
            <a:extLst>
              <a:ext uri="{FF2B5EF4-FFF2-40B4-BE49-F238E27FC236}">
                <a16:creationId xmlns:a16="http://schemas.microsoft.com/office/drawing/2014/main" id="{D93309A3-97E3-8CC2-6612-20D7C383BB85}"/>
              </a:ext>
            </a:extLst>
          </p:cNvPr>
          <p:cNvSpPr>
            <a:spLocks noGrp="1" noRot="1" noChangeArrowheads="1"/>
          </p:cNvSpPr>
          <p:nvPr>
            <p:ph type="title"/>
          </p:nvPr>
        </p:nvSpPr>
        <p:spPr/>
        <p:txBody>
          <a:bodyPr/>
          <a:lstStyle/>
          <a:p>
            <a:pPr eaLnBrk="1" hangingPunct="1"/>
            <a:r>
              <a:rPr lang="en-US" altLang="zh-CN" dirty="0"/>
              <a:t>5.8 </a:t>
            </a:r>
            <a:r>
              <a:rPr lang="zh-CN" altLang="en-US" dirty="0"/>
              <a:t>文件系统的层次模型</a:t>
            </a:r>
          </a:p>
        </p:txBody>
      </p:sp>
      <p:sp>
        <p:nvSpPr>
          <p:cNvPr id="563203" name="Rectangle 3">
            <a:extLst>
              <a:ext uri="{FF2B5EF4-FFF2-40B4-BE49-F238E27FC236}">
                <a16:creationId xmlns:a16="http://schemas.microsoft.com/office/drawing/2014/main" id="{41BFFC30-AA1E-1F81-2C67-E61EB30D9C1D}"/>
              </a:ext>
            </a:extLst>
          </p:cNvPr>
          <p:cNvSpPr>
            <a:spLocks noGrp="1" noRot="1" noChangeArrowheads="1"/>
          </p:cNvSpPr>
          <p:nvPr>
            <p:ph type="body" idx="1"/>
          </p:nvPr>
        </p:nvSpPr>
        <p:spPr>
          <a:xfrm>
            <a:off x="179388" y="1905000"/>
            <a:ext cx="8785225" cy="4114800"/>
          </a:xfrm>
        </p:spPr>
        <p:txBody>
          <a:bodyPr/>
          <a:lstStyle/>
          <a:p>
            <a:pPr eaLnBrk="1" hangingPunct="1"/>
            <a:r>
              <a:rPr lang="en-US" altLang="zh-CN" sz="2800"/>
              <a:t>1967</a:t>
            </a:r>
            <a:r>
              <a:rPr lang="zh-CN" altLang="en-US" sz="2800"/>
              <a:t>年，</a:t>
            </a:r>
            <a:r>
              <a:rPr lang="en-US" altLang="zh-CN" sz="2800"/>
              <a:t>Dijkstra </a:t>
            </a:r>
            <a:r>
              <a:rPr lang="zh-CN" altLang="en-US" sz="2800"/>
              <a:t>提出操作系统的层次模型。</a:t>
            </a:r>
          </a:p>
          <a:p>
            <a:pPr eaLnBrk="1" hangingPunct="1"/>
            <a:r>
              <a:rPr lang="en-US" altLang="zh-CN" sz="2800"/>
              <a:t>1968</a:t>
            </a:r>
            <a:r>
              <a:rPr lang="zh-CN" altLang="en-US" sz="2800"/>
              <a:t>年，</a:t>
            </a:r>
            <a:r>
              <a:rPr lang="en-US" altLang="zh-CN" sz="2800"/>
              <a:t>Madnick </a:t>
            </a:r>
            <a:r>
              <a:rPr lang="zh-CN" altLang="en-US" sz="2800"/>
              <a:t>将该模型引入文件系统。</a:t>
            </a:r>
          </a:p>
          <a:p>
            <a:pPr eaLnBrk="1" hangingPunct="1"/>
            <a:r>
              <a:rPr lang="zh-CN" altLang="en-US" sz="2800"/>
              <a:t>层次结构法的优点：</a:t>
            </a:r>
          </a:p>
          <a:p>
            <a:pPr lvl="1" eaLnBrk="1" hangingPunct="1"/>
            <a:r>
              <a:rPr lang="zh-CN" altLang="en-US" sz="2400"/>
              <a:t>可以按照系统所提供的功能来划分各种不同的层次。</a:t>
            </a:r>
          </a:p>
          <a:p>
            <a:pPr lvl="1" eaLnBrk="1" hangingPunct="1"/>
            <a:r>
              <a:rPr lang="zh-CN" altLang="en-US" sz="2400"/>
              <a:t>下层为上层服务，上层使用下层的功能。</a:t>
            </a:r>
          </a:p>
          <a:p>
            <a:pPr lvl="1" eaLnBrk="1" hangingPunct="1"/>
            <a:r>
              <a:rPr lang="zh-CN" altLang="en-US" sz="2400"/>
              <a:t>上下层之间无需了解对方的内部结构和实现方法。</a:t>
            </a:r>
          </a:p>
          <a:p>
            <a:pPr lvl="1" eaLnBrk="1" hangingPunct="1"/>
            <a:r>
              <a:rPr lang="zh-CN" altLang="en-US" sz="2400"/>
              <a:t>易于设计，易于理解，易于实现 。</a:t>
            </a:r>
          </a:p>
          <a:p>
            <a:pPr lvl="1" eaLnBrk="1" hangingPunct="1"/>
            <a:r>
              <a:rPr lang="zh-CN" altLang="en-US" sz="2400"/>
              <a:t>便于管理和维护。</a:t>
            </a:r>
          </a:p>
        </p:txBody>
      </p:sp>
    </p:spTree>
  </p:cSld>
  <p:clrMapOvr>
    <a:masterClrMapping/>
  </p:clrMapOvr>
  <p:transition spd="med">
    <p:random/>
    <p:sndAc>
      <p:stSnd>
        <p:snd r:embed="rId2" name="camera.wav"/>
      </p:stSnd>
    </p:sndAc>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5BF3AFD-F0F2-6DC2-11EA-ED9E0968770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2CE0043-B5B9-DB4C-95E0-429873CC97EC}" type="slidenum">
              <a:rPr lang="en-US" altLang="zh-CN">
                <a:latin typeface="Arial" panose="020B0604020202020204" pitchFamily="34" charset="0"/>
              </a:rPr>
              <a:pPr/>
              <a:t>125</a:t>
            </a:fld>
            <a:endParaRPr lang="en-US" altLang="zh-CN">
              <a:latin typeface="Arial" panose="020B0604020202020204" pitchFamily="34" charset="0"/>
            </a:endParaRPr>
          </a:p>
        </p:txBody>
      </p:sp>
      <p:sp>
        <p:nvSpPr>
          <p:cNvPr id="564226" name="Rectangle 2">
            <a:extLst>
              <a:ext uri="{FF2B5EF4-FFF2-40B4-BE49-F238E27FC236}">
                <a16:creationId xmlns:a16="http://schemas.microsoft.com/office/drawing/2014/main" id="{690C897D-77C5-07AE-605F-BCB26B156921}"/>
              </a:ext>
            </a:extLst>
          </p:cNvPr>
          <p:cNvSpPr>
            <a:spLocks noGrp="1" noRot="1" noChangeArrowheads="1"/>
          </p:cNvSpPr>
          <p:nvPr>
            <p:ph type="title"/>
          </p:nvPr>
        </p:nvSpPr>
        <p:spPr/>
        <p:txBody>
          <a:bodyPr/>
          <a:lstStyle/>
          <a:p>
            <a:pPr eaLnBrk="1" hangingPunct="1"/>
            <a:r>
              <a:rPr lang="zh-CN" altLang="en-US"/>
              <a:t>文件系统的层次</a:t>
            </a:r>
          </a:p>
        </p:txBody>
      </p:sp>
      <p:sp>
        <p:nvSpPr>
          <p:cNvPr id="564227" name="Rectangle 3">
            <a:extLst>
              <a:ext uri="{FF2B5EF4-FFF2-40B4-BE49-F238E27FC236}">
                <a16:creationId xmlns:a16="http://schemas.microsoft.com/office/drawing/2014/main" id="{050D5224-6302-FA3A-B9C8-8044736A9F96}"/>
              </a:ext>
            </a:extLst>
          </p:cNvPr>
          <p:cNvSpPr>
            <a:spLocks noGrp="1" noRot="1" noChangeArrowheads="1"/>
          </p:cNvSpPr>
          <p:nvPr>
            <p:ph type="body" idx="1"/>
          </p:nvPr>
        </p:nvSpPr>
        <p:spPr/>
        <p:txBody>
          <a:bodyPr/>
          <a:lstStyle/>
          <a:p>
            <a:pPr eaLnBrk="1" hangingPunct="1">
              <a:lnSpc>
                <a:spcPct val="80000"/>
              </a:lnSpc>
            </a:pPr>
            <a:r>
              <a:rPr lang="zh-CN" altLang="en-US" sz="2800"/>
              <a:t>第一层：用户接口。根据用户对文件的存取要求，把不同的系统调用加工成不同的内部调用模式。</a:t>
            </a:r>
          </a:p>
          <a:p>
            <a:pPr eaLnBrk="1" hangingPunct="1">
              <a:lnSpc>
                <a:spcPct val="80000"/>
              </a:lnSpc>
            </a:pPr>
            <a:r>
              <a:rPr lang="zh-CN" altLang="en-US" sz="2800"/>
              <a:t>第二层：符号文件系统层。把第一层提供的用户文件名转换成内部</a:t>
            </a:r>
            <a:r>
              <a:rPr lang="en-US" altLang="zh-CN" sz="2800"/>
              <a:t>ID</a:t>
            </a:r>
            <a:r>
              <a:rPr lang="zh-CN" altLang="en-US" sz="2800"/>
              <a:t>，主要工作是搜索文件目录。</a:t>
            </a:r>
          </a:p>
          <a:p>
            <a:pPr eaLnBrk="1" hangingPunct="1">
              <a:lnSpc>
                <a:spcPct val="80000"/>
              </a:lnSpc>
            </a:pPr>
            <a:r>
              <a:rPr lang="zh-CN" altLang="en-US" sz="2800"/>
              <a:t>第三层：基本文件系统层。根据第二层的调用参数</a:t>
            </a:r>
            <a:r>
              <a:rPr lang="en-US" altLang="zh-CN" sz="2800"/>
              <a:t>fd</a:t>
            </a:r>
            <a:r>
              <a:rPr lang="zh-CN" altLang="en-US" sz="2800"/>
              <a:t>，找到文件说明信息，包括存取控制表、文件逻辑结构、物理结构及第一个物理块的地址。</a:t>
            </a:r>
          </a:p>
          <a:p>
            <a:pPr eaLnBrk="1" hangingPunct="1">
              <a:lnSpc>
                <a:spcPct val="80000"/>
              </a:lnSpc>
            </a:pPr>
            <a:r>
              <a:rPr lang="zh-CN" altLang="en-US" sz="2800"/>
              <a:t>第四层：存取控制验证层。根据存取控制信息和用户的访问要求，检验文件访问的合法性。</a:t>
            </a:r>
          </a:p>
        </p:txBody>
      </p:sp>
    </p:spTree>
  </p:cSld>
  <p:clrMapOvr>
    <a:masterClrMapping/>
  </p:clrMapOvr>
  <p:transition spd="med">
    <p:random/>
    <p:sndAc>
      <p:stSnd>
        <p:snd r:embed="rId2" name="camera.wav"/>
      </p:stSnd>
    </p:sndAc>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C71679B-EEFB-81A2-CC1C-4B5DBBB7AE9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15B53E4-63D6-D443-ADDC-CD69D23E189F}" type="slidenum">
              <a:rPr lang="en-US" altLang="zh-CN">
                <a:latin typeface="Arial" panose="020B0604020202020204" pitchFamily="34" charset="0"/>
              </a:rPr>
              <a:pPr/>
              <a:t>126</a:t>
            </a:fld>
            <a:endParaRPr lang="en-US" altLang="zh-CN">
              <a:latin typeface="Arial" panose="020B0604020202020204" pitchFamily="34" charset="0"/>
            </a:endParaRPr>
          </a:p>
        </p:txBody>
      </p:sp>
      <p:sp>
        <p:nvSpPr>
          <p:cNvPr id="565250" name="Rectangle 2">
            <a:extLst>
              <a:ext uri="{FF2B5EF4-FFF2-40B4-BE49-F238E27FC236}">
                <a16:creationId xmlns:a16="http://schemas.microsoft.com/office/drawing/2014/main" id="{56093A44-DB65-33F5-B24F-87EFF7274229}"/>
              </a:ext>
            </a:extLst>
          </p:cNvPr>
          <p:cNvSpPr>
            <a:spLocks noGrp="1" noRot="1" noChangeArrowheads="1"/>
          </p:cNvSpPr>
          <p:nvPr>
            <p:ph type="title"/>
          </p:nvPr>
        </p:nvSpPr>
        <p:spPr/>
        <p:txBody>
          <a:bodyPr/>
          <a:lstStyle/>
          <a:p>
            <a:pPr eaLnBrk="1" hangingPunct="1"/>
            <a:r>
              <a:rPr lang="zh-CN" altLang="en-US"/>
              <a:t>文件系统的层次（续）</a:t>
            </a:r>
          </a:p>
        </p:txBody>
      </p:sp>
      <p:sp>
        <p:nvSpPr>
          <p:cNvPr id="565251" name="Rectangle 3">
            <a:extLst>
              <a:ext uri="{FF2B5EF4-FFF2-40B4-BE49-F238E27FC236}">
                <a16:creationId xmlns:a16="http://schemas.microsoft.com/office/drawing/2014/main" id="{486727FD-0E65-C25B-F80D-911DCE446AC8}"/>
              </a:ext>
            </a:extLst>
          </p:cNvPr>
          <p:cNvSpPr>
            <a:spLocks noGrp="1" noRot="1" noChangeArrowheads="1"/>
          </p:cNvSpPr>
          <p:nvPr>
            <p:ph type="body" idx="1"/>
          </p:nvPr>
        </p:nvSpPr>
        <p:spPr/>
        <p:txBody>
          <a:bodyPr/>
          <a:lstStyle/>
          <a:p>
            <a:pPr eaLnBrk="1" hangingPunct="1"/>
            <a:r>
              <a:rPr lang="zh-CN" altLang="en-US" sz="2800"/>
              <a:t>第五层：逻辑文件系统层。根据文件的逻辑结构，找到所要进行操作的数据或记录的相对块号。</a:t>
            </a:r>
          </a:p>
          <a:p>
            <a:pPr eaLnBrk="1" hangingPunct="1"/>
            <a:r>
              <a:rPr lang="zh-CN" altLang="en-US" sz="2800"/>
              <a:t>第六层：物理文件系统层。把相对块号根据文件的物理结构转换成物理地址。</a:t>
            </a:r>
          </a:p>
          <a:p>
            <a:pPr eaLnBrk="1" hangingPunct="1"/>
            <a:r>
              <a:rPr lang="zh-CN" altLang="en-US" sz="2800"/>
              <a:t>第七层：文件存储分配模块和设备策略模块。</a:t>
            </a:r>
          </a:p>
          <a:p>
            <a:pPr eaLnBrk="1" hangingPunct="1"/>
            <a:r>
              <a:rPr lang="zh-CN" altLang="en-US" sz="2800"/>
              <a:t>第八层：启动输入输出层。由设备处理程序执行具体的读写操作。</a:t>
            </a:r>
          </a:p>
        </p:txBody>
      </p:sp>
    </p:spTree>
  </p:cSld>
  <p:clrMapOvr>
    <a:masterClrMapping/>
  </p:clrMapOvr>
  <p:transition spd="med">
    <p:random/>
    <p:sndAc>
      <p:stSnd>
        <p:snd r:embed="rId2" name="camera.wav"/>
      </p:stSnd>
    </p:sndAc>
  </p:transition>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6274" name="Rectangle 2">
            <a:extLst>
              <a:ext uri="{FF2B5EF4-FFF2-40B4-BE49-F238E27FC236}">
                <a16:creationId xmlns:a16="http://schemas.microsoft.com/office/drawing/2014/main" id="{9155A380-7D62-86EC-2E40-E4CD5E253A42}"/>
              </a:ext>
            </a:extLst>
          </p:cNvPr>
          <p:cNvSpPr>
            <a:spLocks noGrp="1" noRot="1" noChangeArrowheads="1"/>
          </p:cNvSpPr>
          <p:nvPr>
            <p:ph type="title"/>
          </p:nvPr>
        </p:nvSpPr>
        <p:spPr>
          <a:xfrm>
            <a:off x="468313" y="292100"/>
            <a:ext cx="935037" cy="4937125"/>
          </a:xfrm>
        </p:spPr>
        <p:txBody>
          <a:bodyPr/>
          <a:lstStyle/>
          <a:p>
            <a:pPr eaLnBrk="1" hangingPunct="1"/>
            <a:r>
              <a:rPr lang="zh-CN" altLang="en-US" sz="4000"/>
              <a:t>文件系统的层次模型</a:t>
            </a:r>
          </a:p>
        </p:txBody>
      </p:sp>
      <p:sp>
        <p:nvSpPr>
          <p:cNvPr id="132099" name="Rectangle 3">
            <a:extLst>
              <a:ext uri="{FF2B5EF4-FFF2-40B4-BE49-F238E27FC236}">
                <a16:creationId xmlns:a16="http://schemas.microsoft.com/office/drawing/2014/main" id="{C828D073-4208-7F0A-066D-A73163D0D1DF}"/>
              </a:ext>
            </a:extLst>
          </p:cNvPr>
          <p:cNvSpPr>
            <a:spLocks noChangeArrowheads="1"/>
          </p:cNvSpPr>
          <p:nvPr/>
        </p:nvSpPr>
        <p:spPr bwMode="auto">
          <a:xfrm>
            <a:off x="2268538" y="619125"/>
            <a:ext cx="2519362"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用户接口</a:t>
            </a:r>
          </a:p>
        </p:txBody>
      </p:sp>
      <p:sp>
        <p:nvSpPr>
          <p:cNvPr id="132100" name="Line 4">
            <a:extLst>
              <a:ext uri="{FF2B5EF4-FFF2-40B4-BE49-F238E27FC236}">
                <a16:creationId xmlns:a16="http://schemas.microsoft.com/office/drawing/2014/main" id="{B4E783CC-7580-05AC-5181-79831EAF2904}"/>
              </a:ext>
            </a:extLst>
          </p:cNvPr>
          <p:cNvSpPr>
            <a:spLocks noChangeShapeType="1"/>
          </p:cNvSpPr>
          <p:nvPr/>
        </p:nvSpPr>
        <p:spPr bwMode="auto">
          <a:xfrm flipV="1">
            <a:off x="2987675" y="26035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01" name="Line 5">
            <a:extLst>
              <a:ext uri="{FF2B5EF4-FFF2-40B4-BE49-F238E27FC236}">
                <a16:creationId xmlns:a16="http://schemas.microsoft.com/office/drawing/2014/main" id="{3EBA1CF1-068A-8739-4896-8C90EBFC7D21}"/>
              </a:ext>
            </a:extLst>
          </p:cNvPr>
          <p:cNvSpPr>
            <a:spLocks noChangeShapeType="1"/>
          </p:cNvSpPr>
          <p:nvPr/>
        </p:nvSpPr>
        <p:spPr bwMode="auto">
          <a:xfrm>
            <a:off x="3924300" y="26035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02" name="Rectangle 6">
            <a:extLst>
              <a:ext uri="{FF2B5EF4-FFF2-40B4-BE49-F238E27FC236}">
                <a16:creationId xmlns:a16="http://schemas.microsoft.com/office/drawing/2014/main" id="{8F7425CE-1C86-C9CB-C0E5-4728D8A0DC72}"/>
              </a:ext>
            </a:extLst>
          </p:cNvPr>
          <p:cNvSpPr>
            <a:spLocks noChangeArrowheads="1"/>
          </p:cNvSpPr>
          <p:nvPr/>
        </p:nvSpPr>
        <p:spPr bwMode="auto">
          <a:xfrm>
            <a:off x="2268538" y="1484313"/>
            <a:ext cx="2519362"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符号文件系统</a:t>
            </a:r>
            <a:r>
              <a:rPr lang="en-US" altLang="zh-CN" sz="2400" b="0">
                <a:latin typeface="Tahoma" panose="020B0604030504040204" pitchFamily="34" charset="0"/>
                <a:ea typeface="华文中宋" panose="02010600040101010101" pitchFamily="2" charset="-122"/>
              </a:rPr>
              <a:t>SFD</a:t>
            </a:r>
          </a:p>
        </p:txBody>
      </p:sp>
      <p:sp>
        <p:nvSpPr>
          <p:cNvPr id="132103" name="Line 7">
            <a:extLst>
              <a:ext uri="{FF2B5EF4-FFF2-40B4-BE49-F238E27FC236}">
                <a16:creationId xmlns:a16="http://schemas.microsoft.com/office/drawing/2014/main" id="{97310AB8-FD4E-7D9A-BCBA-58972B1B4579}"/>
              </a:ext>
            </a:extLst>
          </p:cNvPr>
          <p:cNvSpPr>
            <a:spLocks noChangeShapeType="1"/>
          </p:cNvSpPr>
          <p:nvPr/>
        </p:nvSpPr>
        <p:spPr bwMode="auto">
          <a:xfrm flipV="1">
            <a:off x="2987675" y="112395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04" name="Line 8">
            <a:extLst>
              <a:ext uri="{FF2B5EF4-FFF2-40B4-BE49-F238E27FC236}">
                <a16:creationId xmlns:a16="http://schemas.microsoft.com/office/drawing/2014/main" id="{A8DDE5F7-0F06-0B25-6F4E-63F474A39770}"/>
              </a:ext>
            </a:extLst>
          </p:cNvPr>
          <p:cNvSpPr>
            <a:spLocks noChangeShapeType="1"/>
          </p:cNvSpPr>
          <p:nvPr/>
        </p:nvSpPr>
        <p:spPr bwMode="auto">
          <a:xfrm>
            <a:off x="3924300" y="112395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05" name="Rectangle 9">
            <a:extLst>
              <a:ext uri="{FF2B5EF4-FFF2-40B4-BE49-F238E27FC236}">
                <a16:creationId xmlns:a16="http://schemas.microsoft.com/office/drawing/2014/main" id="{DFB627DC-8EB5-2933-608D-30D944380197}"/>
              </a:ext>
            </a:extLst>
          </p:cNvPr>
          <p:cNvSpPr>
            <a:spLocks noChangeArrowheads="1"/>
          </p:cNvSpPr>
          <p:nvPr/>
        </p:nvSpPr>
        <p:spPr bwMode="auto">
          <a:xfrm>
            <a:off x="2268538" y="2276475"/>
            <a:ext cx="2519362"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基本文件系统</a:t>
            </a:r>
            <a:r>
              <a:rPr lang="en-US" altLang="zh-CN" sz="2400" b="0">
                <a:latin typeface="Tahoma" panose="020B0604030504040204" pitchFamily="34" charset="0"/>
                <a:ea typeface="华文中宋" panose="02010600040101010101" pitchFamily="2" charset="-122"/>
              </a:rPr>
              <a:t>BFD</a:t>
            </a:r>
          </a:p>
        </p:txBody>
      </p:sp>
      <p:sp>
        <p:nvSpPr>
          <p:cNvPr id="132106" name="Line 10">
            <a:extLst>
              <a:ext uri="{FF2B5EF4-FFF2-40B4-BE49-F238E27FC236}">
                <a16:creationId xmlns:a16="http://schemas.microsoft.com/office/drawing/2014/main" id="{6A15AFA2-C367-C2AA-2305-BBA012B65F5F}"/>
              </a:ext>
            </a:extLst>
          </p:cNvPr>
          <p:cNvSpPr>
            <a:spLocks noChangeShapeType="1"/>
          </p:cNvSpPr>
          <p:nvPr/>
        </p:nvSpPr>
        <p:spPr bwMode="auto">
          <a:xfrm flipV="1">
            <a:off x="2987675" y="191770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07" name="Line 11">
            <a:extLst>
              <a:ext uri="{FF2B5EF4-FFF2-40B4-BE49-F238E27FC236}">
                <a16:creationId xmlns:a16="http://schemas.microsoft.com/office/drawing/2014/main" id="{392F52BA-479A-2AB3-0AD2-71B5D3E8F9D6}"/>
              </a:ext>
            </a:extLst>
          </p:cNvPr>
          <p:cNvSpPr>
            <a:spLocks noChangeShapeType="1"/>
          </p:cNvSpPr>
          <p:nvPr/>
        </p:nvSpPr>
        <p:spPr bwMode="auto">
          <a:xfrm>
            <a:off x="3924300" y="191770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08" name="Rectangle 12">
            <a:extLst>
              <a:ext uri="{FF2B5EF4-FFF2-40B4-BE49-F238E27FC236}">
                <a16:creationId xmlns:a16="http://schemas.microsoft.com/office/drawing/2014/main" id="{6831DCB9-85F3-14DA-15BE-3A0E8E754FE2}"/>
              </a:ext>
            </a:extLst>
          </p:cNvPr>
          <p:cNvSpPr>
            <a:spLocks noChangeArrowheads="1"/>
          </p:cNvSpPr>
          <p:nvPr/>
        </p:nvSpPr>
        <p:spPr bwMode="auto">
          <a:xfrm>
            <a:off x="2268538" y="3141663"/>
            <a:ext cx="2519362"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存取控制验证</a:t>
            </a:r>
          </a:p>
        </p:txBody>
      </p:sp>
      <p:sp>
        <p:nvSpPr>
          <p:cNvPr id="132109" name="Line 13">
            <a:extLst>
              <a:ext uri="{FF2B5EF4-FFF2-40B4-BE49-F238E27FC236}">
                <a16:creationId xmlns:a16="http://schemas.microsoft.com/office/drawing/2014/main" id="{BF2151E3-56C6-04E8-9E0A-F613BCB666BF}"/>
              </a:ext>
            </a:extLst>
          </p:cNvPr>
          <p:cNvSpPr>
            <a:spLocks noChangeShapeType="1"/>
          </p:cNvSpPr>
          <p:nvPr/>
        </p:nvSpPr>
        <p:spPr bwMode="auto">
          <a:xfrm flipV="1">
            <a:off x="2987675" y="277971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0" name="Line 14">
            <a:extLst>
              <a:ext uri="{FF2B5EF4-FFF2-40B4-BE49-F238E27FC236}">
                <a16:creationId xmlns:a16="http://schemas.microsoft.com/office/drawing/2014/main" id="{18BF413A-654E-F5BD-E930-9D09ED0CAA52}"/>
              </a:ext>
            </a:extLst>
          </p:cNvPr>
          <p:cNvSpPr>
            <a:spLocks noChangeShapeType="1"/>
          </p:cNvSpPr>
          <p:nvPr/>
        </p:nvSpPr>
        <p:spPr bwMode="auto">
          <a:xfrm>
            <a:off x="3924300" y="277971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1" name="Rectangle 15">
            <a:extLst>
              <a:ext uri="{FF2B5EF4-FFF2-40B4-BE49-F238E27FC236}">
                <a16:creationId xmlns:a16="http://schemas.microsoft.com/office/drawing/2014/main" id="{713F8A06-CB63-EA40-75E8-B4998F81BC8F}"/>
              </a:ext>
            </a:extLst>
          </p:cNvPr>
          <p:cNvSpPr>
            <a:spLocks noChangeArrowheads="1"/>
          </p:cNvSpPr>
          <p:nvPr/>
        </p:nvSpPr>
        <p:spPr bwMode="auto">
          <a:xfrm>
            <a:off x="2268538" y="4005263"/>
            <a:ext cx="2519362"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逻辑文件系统</a:t>
            </a:r>
          </a:p>
        </p:txBody>
      </p:sp>
      <p:sp>
        <p:nvSpPr>
          <p:cNvPr id="132112" name="Line 16">
            <a:extLst>
              <a:ext uri="{FF2B5EF4-FFF2-40B4-BE49-F238E27FC236}">
                <a16:creationId xmlns:a16="http://schemas.microsoft.com/office/drawing/2014/main" id="{A9956879-375E-8DD3-6D44-5E7A13754A92}"/>
              </a:ext>
            </a:extLst>
          </p:cNvPr>
          <p:cNvSpPr>
            <a:spLocks noChangeShapeType="1"/>
          </p:cNvSpPr>
          <p:nvPr/>
        </p:nvSpPr>
        <p:spPr bwMode="auto">
          <a:xfrm flipV="1">
            <a:off x="2987675" y="364490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3" name="Line 17">
            <a:extLst>
              <a:ext uri="{FF2B5EF4-FFF2-40B4-BE49-F238E27FC236}">
                <a16:creationId xmlns:a16="http://schemas.microsoft.com/office/drawing/2014/main" id="{9C266243-96EC-59A6-AE9C-715B72DFE50A}"/>
              </a:ext>
            </a:extLst>
          </p:cNvPr>
          <p:cNvSpPr>
            <a:spLocks noChangeShapeType="1"/>
          </p:cNvSpPr>
          <p:nvPr/>
        </p:nvSpPr>
        <p:spPr bwMode="auto">
          <a:xfrm>
            <a:off x="3924300" y="364490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4" name="Rectangle 18">
            <a:extLst>
              <a:ext uri="{FF2B5EF4-FFF2-40B4-BE49-F238E27FC236}">
                <a16:creationId xmlns:a16="http://schemas.microsoft.com/office/drawing/2014/main" id="{D5390B63-CBA5-FB9F-6D18-4E8B600859B0}"/>
              </a:ext>
            </a:extLst>
          </p:cNvPr>
          <p:cNvSpPr>
            <a:spLocks noChangeArrowheads="1"/>
          </p:cNvSpPr>
          <p:nvPr/>
        </p:nvSpPr>
        <p:spPr bwMode="auto">
          <a:xfrm>
            <a:off x="2268538" y="4868863"/>
            <a:ext cx="2519362"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物理文件系统</a:t>
            </a:r>
          </a:p>
        </p:txBody>
      </p:sp>
      <p:sp>
        <p:nvSpPr>
          <p:cNvPr id="132115" name="Line 19">
            <a:extLst>
              <a:ext uri="{FF2B5EF4-FFF2-40B4-BE49-F238E27FC236}">
                <a16:creationId xmlns:a16="http://schemas.microsoft.com/office/drawing/2014/main" id="{CA8BB226-BCE2-D5CF-DDCA-7200E43810AC}"/>
              </a:ext>
            </a:extLst>
          </p:cNvPr>
          <p:cNvSpPr>
            <a:spLocks noChangeShapeType="1"/>
          </p:cNvSpPr>
          <p:nvPr/>
        </p:nvSpPr>
        <p:spPr bwMode="auto">
          <a:xfrm flipV="1">
            <a:off x="2987675" y="451008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6" name="Line 20">
            <a:extLst>
              <a:ext uri="{FF2B5EF4-FFF2-40B4-BE49-F238E27FC236}">
                <a16:creationId xmlns:a16="http://schemas.microsoft.com/office/drawing/2014/main" id="{C4B901B0-B4E5-CEF9-CE43-DB3F3440DC4C}"/>
              </a:ext>
            </a:extLst>
          </p:cNvPr>
          <p:cNvSpPr>
            <a:spLocks noChangeShapeType="1"/>
          </p:cNvSpPr>
          <p:nvPr/>
        </p:nvSpPr>
        <p:spPr bwMode="auto">
          <a:xfrm>
            <a:off x="3924300" y="451008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7" name="Rectangle 21">
            <a:extLst>
              <a:ext uri="{FF2B5EF4-FFF2-40B4-BE49-F238E27FC236}">
                <a16:creationId xmlns:a16="http://schemas.microsoft.com/office/drawing/2014/main" id="{C29D710A-5266-5552-D91D-BFCFAB6D629A}"/>
              </a:ext>
            </a:extLst>
          </p:cNvPr>
          <p:cNvSpPr>
            <a:spLocks noChangeArrowheads="1"/>
          </p:cNvSpPr>
          <p:nvPr/>
        </p:nvSpPr>
        <p:spPr bwMode="auto">
          <a:xfrm>
            <a:off x="1476375" y="5732463"/>
            <a:ext cx="1943100"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存储设备分配</a:t>
            </a:r>
          </a:p>
        </p:txBody>
      </p:sp>
      <p:sp>
        <p:nvSpPr>
          <p:cNvPr id="132118" name="Line 22">
            <a:extLst>
              <a:ext uri="{FF2B5EF4-FFF2-40B4-BE49-F238E27FC236}">
                <a16:creationId xmlns:a16="http://schemas.microsoft.com/office/drawing/2014/main" id="{AB6956E4-A612-B9E8-A089-E72FED0DE328}"/>
              </a:ext>
            </a:extLst>
          </p:cNvPr>
          <p:cNvSpPr>
            <a:spLocks noChangeShapeType="1"/>
          </p:cNvSpPr>
          <p:nvPr/>
        </p:nvSpPr>
        <p:spPr bwMode="auto">
          <a:xfrm flipV="1">
            <a:off x="1908175" y="5300663"/>
            <a:ext cx="862013" cy="4333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19" name="Line 23">
            <a:extLst>
              <a:ext uri="{FF2B5EF4-FFF2-40B4-BE49-F238E27FC236}">
                <a16:creationId xmlns:a16="http://schemas.microsoft.com/office/drawing/2014/main" id="{438E7FD5-BAAC-3B07-A499-04CACEED030E}"/>
              </a:ext>
            </a:extLst>
          </p:cNvPr>
          <p:cNvSpPr>
            <a:spLocks noChangeShapeType="1"/>
          </p:cNvSpPr>
          <p:nvPr/>
        </p:nvSpPr>
        <p:spPr bwMode="auto">
          <a:xfrm flipH="1">
            <a:off x="2555875" y="5373688"/>
            <a:ext cx="576263"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0" name="Rectangle 24">
            <a:extLst>
              <a:ext uri="{FF2B5EF4-FFF2-40B4-BE49-F238E27FC236}">
                <a16:creationId xmlns:a16="http://schemas.microsoft.com/office/drawing/2014/main" id="{D5C8E76C-D704-7075-FFB8-542E9B0E91BD}"/>
              </a:ext>
            </a:extLst>
          </p:cNvPr>
          <p:cNvSpPr>
            <a:spLocks noChangeArrowheads="1"/>
          </p:cNvSpPr>
          <p:nvPr/>
        </p:nvSpPr>
        <p:spPr bwMode="auto">
          <a:xfrm>
            <a:off x="3924300" y="5734050"/>
            <a:ext cx="1943100"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设备策略模块</a:t>
            </a:r>
          </a:p>
        </p:txBody>
      </p:sp>
      <p:sp>
        <p:nvSpPr>
          <p:cNvPr id="132121" name="Line 25">
            <a:extLst>
              <a:ext uri="{FF2B5EF4-FFF2-40B4-BE49-F238E27FC236}">
                <a16:creationId xmlns:a16="http://schemas.microsoft.com/office/drawing/2014/main" id="{8855D5CC-ABE2-4BF5-7190-3A96281DA741}"/>
              </a:ext>
            </a:extLst>
          </p:cNvPr>
          <p:cNvSpPr>
            <a:spLocks noChangeShapeType="1"/>
          </p:cNvSpPr>
          <p:nvPr/>
        </p:nvSpPr>
        <p:spPr bwMode="auto">
          <a:xfrm>
            <a:off x="3924300" y="5373688"/>
            <a:ext cx="64770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2" name="Line 26">
            <a:extLst>
              <a:ext uri="{FF2B5EF4-FFF2-40B4-BE49-F238E27FC236}">
                <a16:creationId xmlns:a16="http://schemas.microsoft.com/office/drawing/2014/main" id="{C6703992-66F4-4F63-4B34-9A9F1A1BCA46}"/>
              </a:ext>
            </a:extLst>
          </p:cNvPr>
          <p:cNvSpPr>
            <a:spLocks noChangeShapeType="1"/>
          </p:cNvSpPr>
          <p:nvPr/>
        </p:nvSpPr>
        <p:spPr bwMode="auto">
          <a:xfrm flipH="1" flipV="1">
            <a:off x="4356100" y="5373688"/>
            <a:ext cx="576263"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3" name="Rectangle 27">
            <a:extLst>
              <a:ext uri="{FF2B5EF4-FFF2-40B4-BE49-F238E27FC236}">
                <a16:creationId xmlns:a16="http://schemas.microsoft.com/office/drawing/2014/main" id="{D73F5EE6-AF28-7442-C48D-9C07B9838573}"/>
              </a:ext>
            </a:extLst>
          </p:cNvPr>
          <p:cNvSpPr>
            <a:spLocks noChangeArrowheads="1"/>
          </p:cNvSpPr>
          <p:nvPr/>
        </p:nvSpPr>
        <p:spPr bwMode="auto">
          <a:xfrm>
            <a:off x="6227763" y="5734050"/>
            <a:ext cx="1296987" cy="5048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启动</a:t>
            </a:r>
            <a:r>
              <a:rPr lang="en-US" altLang="zh-CN" sz="2400" b="0">
                <a:latin typeface="Tahoma" panose="020B0604030504040204" pitchFamily="34" charset="0"/>
                <a:ea typeface="华文中宋" panose="02010600040101010101" pitchFamily="2" charset="-122"/>
              </a:rPr>
              <a:t>I/O</a:t>
            </a:r>
          </a:p>
        </p:txBody>
      </p:sp>
      <p:sp>
        <p:nvSpPr>
          <p:cNvPr id="132124" name="Line 28">
            <a:extLst>
              <a:ext uri="{FF2B5EF4-FFF2-40B4-BE49-F238E27FC236}">
                <a16:creationId xmlns:a16="http://schemas.microsoft.com/office/drawing/2014/main" id="{EE5E92FC-387C-B4CB-9F77-6CDD8817CE32}"/>
              </a:ext>
            </a:extLst>
          </p:cNvPr>
          <p:cNvSpPr>
            <a:spLocks noChangeShapeType="1"/>
          </p:cNvSpPr>
          <p:nvPr/>
        </p:nvSpPr>
        <p:spPr bwMode="auto">
          <a:xfrm flipH="1" flipV="1">
            <a:off x="5867400" y="6092825"/>
            <a:ext cx="358775"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5" name="Line 29">
            <a:extLst>
              <a:ext uri="{FF2B5EF4-FFF2-40B4-BE49-F238E27FC236}">
                <a16:creationId xmlns:a16="http://schemas.microsoft.com/office/drawing/2014/main" id="{210CE8D4-1A8F-ABAC-E74B-123B1F7DF91F}"/>
              </a:ext>
            </a:extLst>
          </p:cNvPr>
          <p:cNvSpPr>
            <a:spLocks noChangeShapeType="1"/>
          </p:cNvSpPr>
          <p:nvPr/>
        </p:nvSpPr>
        <p:spPr bwMode="auto">
          <a:xfrm>
            <a:off x="5867400" y="5876925"/>
            <a:ext cx="358775"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6" name="Line 30">
            <a:extLst>
              <a:ext uri="{FF2B5EF4-FFF2-40B4-BE49-F238E27FC236}">
                <a16:creationId xmlns:a16="http://schemas.microsoft.com/office/drawing/2014/main" id="{A8ED030E-EE37-55F7-D8CA-20D9EF113A9A}"/>
              </a:ext>
            </a:extLst>
          </p:cNvPr>
          <p:cNvSpPr>
            <a:spLocks noChangeShapeType="1"/>
          </p:cNvSpPr>
          <p:nvPr/>
        </p:nvSpPr>
        <p:spPr bwMode="auto">
          <a:xfrm flipH="1" flipV="1">
            <a:off x="7597775" y="6092825"/>
            <a:ext cx="358775"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7" name="Line 31">
            <a:extLst>
              <a:ext uri="{FF2B5EF4-FFF2-40B4-BE49-F238E27FC236}">
                <a16:creationId xmlns:a16="http://schemas.microsoft.com/office/drawing/2014/main" id="{6A614A69-BF5A-A490-277B-102C34D06503}"/>
              </a:ext>
            </a:extLst>
          </p:cNvPr>
          <p:cNvSpPr>
            <a:spLocks noChangeShapeType="1"/>
          </p:cNvSpPr>
          <p:nvPr/>
        </p:nvSpPr>
        <p:spPr bwMode="auto">
          <a:xfrm>
            <a:off x="7597775" y="5876925"/>
            <a:ext cx="358775"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28" name="Text Box 32">
            <a:extLst>
              <a:ext uri="{FF2B5EF4-FFF2-40B4-BE49-F238E27FC236}">
                <a16:creationId xmlns:a16="http://schemas.microsoft.com/office/drawing/2014/main" id="{C884AB29-DFCC-35FD-25CA-0A2EE9033967}"/>
              </a:ext>
            </a:extLst>
          </p:cNvPr>
          <p:cNvSpPr txBox="1">
            <a:spLocks noChangeArrowheads="1"/>
          </p:cNvSpPr>
          <p:nvPr/>
        </p:nvSpPr>
        <p:spPr bwMode="auto">
          <a:xfrm>
            <a:off x="1692275" y="260350"/>
            <a:ext cx="7191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000">
                <a:latin typeface="Tahoma" panose="020B0604030504040204" pitchFamily="34" charset="0"/>
                <a:ea typeface="华文中宋" panose="02010600040101010101" pitchFamily="2" charset="-122"/>
              </a:rPr>
              <a:t>回答</a:t>
            </a:r>
          </a:p>
        </p:txBody>
      </p:sp>
      <p:sp>
        <p:nvSpPr>
          <p:cNvPr id="132129" name="Text Box 33">
            <a:extLst>
              <a:ext uri="{FF2B5EF4-FFF2-40B4-BE49-F238E27FC236}">
                <a16:creationId xmlns:a16="http://schemas.microsoft.com/office/drawing/2014/main" id="{94BA39FF-26E1-EF18-9B8A-5D3FE97E094F}"/>
              </a:ext>
            </a:extLst>
          </p:cNvPr>
          <p:cNvSpPr txBox="1">
            <a:spLocks noChangeArrowheads="1"/>
          </p:cNvSpPr>
          <p:nvPr/>
        </p:nvSpPr>
        <p:spPr bwMode="auto">
          <a:xfrm>
            <a:off x="4356100" y="188913"/>
            <a:ext cx="1871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000">
                <a:latin typeface="Tahoma" panose="020B0604030504040204" pitchFamily="34" charset="0"/>
                <a:ea typeface="华文中宋" panose="02010600040101010101" pitchFamily="2" charset="-122"/>
              </a:rPr>
              <a:t>用户存取要求</a:t>
            </a:r>
          </a:p>
        </p:txBody>
      </p:sp>
      <p:sp>
        <p:nvSpPr>
          <p:cNvPr id="132130" name="Text Box 34">
            <a:extLst>
              <a:ext uri="{FF2B5EF4-FFF2-40B4-BE49-F238E27FC236}">
                <a16:creationId xmlns:a16="http://schemas.microsoft.com/office/drawing/2014/main" id="{87F019F5-3E66-5D58-71DD-112EC5F29850}"/>
              </a:ext>
            </a:extLst>
          </p:cNvPr>
          <p:cNvSpPr txBox="1">
            <a:spLocks noChangeArrowheads="1"/>
          </p:cNvSpPr>
          <p:nvPr/>
        </p:nvSpPr>
        <p:spPr bwMode="auto">
          <a:xfrm>
            <a:off x="4859338" y="620713"/>
            <a:ext cx="1871662" cy="4572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系统调用</a:t>
            </a:r>
          </a:p>
        </p:txBody>
      </p:sp>
      <p:sp>
        <p:nvSpPr>
          <p:cNvPr id="132131" name="Text Box 35">
            <a:extLst>
              <a:ext uri="{FF2B5EF4-FFF2-40B4-BE49-F238E27FC236}">
                <a16:creationId xmlns:a16="http://schemas.microsoft.com/office/drawing/2014/main" id="{1E3BB18D-B2C4-B62B-95AF-74C101BCFB43}"/>
              </a:ext>
            </a:extLst>
          </p:cNvPr>
          <p:cNvSpPr txBox="1">
            <a:spLocks noChangeArrowheads="1"/>
          </p:cNvSpPr>
          <p:nvPr/>
        </p:nvSpPr>
        <p:spPr bwMode="auto">
          <a:xfrm>
            <a:off x="4932363" y="1412875"/>
            <a:ext cx="4032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文件名</a:t>
            </a:r>
            <a:r>
              <a:rPr lang="zh-CN" altLang="en-US" sz="2400" b="0">
                <a:latin typeface="华文中宋" panose="02010600040101010101" pitchFamily="2" charset="-122"/>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文件标识符</a:t>
            </a:r>
            <a:r>
              <a:rPr lang="en-US" altLang="zh-CN" sz="2400" b="0">
                <a:latin typeface="Tahoma" panose="020B0604030504040204" pitchFamily="34" charset="0"/>
                <a:ea typeface="华文中宋" panose="02010600040101010101" pitchFamily="2" charset="-122"/>
              </a:rPr>
              <a:t>id</a:t>
            </a:r>
          </a:p>
        </p:txBody>
      </p:sp>
      <p:sp>
        <p:nvSpPr>
          <p:cNvPr id="132132" name="Text Box 36">
            <a:extLst>
              <a:ext uri="{FF2B5EF4-FFF2-40B4-BE49-F238E27FC236}">
                <a16:creationId xmlns:a16="http://schemas.microsoft.com/office/drawing/2014/main" id="{A69B869D-B54F-5EA8-CE24-F170F50D6451}"/>
              </a:ext>
            </a:extLst>
          </p:cNvPr>
          <p:cNvSpPr txBox="1">
            <a:spLocks noChangeArrowheads="1"/>
          </p:cNvSpPr>
          <p:nvPr/>
        </p:nvSpPr>
        <p:spPr bwMode="auto">
          <a:xfrm>
            <a:off x="4859338" y="2276475"/>
            <a:ext cx="4032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由</a:t>
            </a:r>
            <a:r>
              <a:rPr lang="en-US" altLang="zh-CN" sz="2400" b="0">
                <a:latin typeface="Tahoma" panose="020B0604030504040204" pitchFamily="34" charset="0"/>
                <a:ea typeface="华文中宋" panose="02010600040101010101" pitchFamily="2" charset="-122"/>
              </a:rPr>
              <a:t>id</a:t>
            </a:r>
            <a:r>
              <a:rPr lang="en-US" altLang="zh-CN" sz="2400" b="0">
                <a:latin typeface="华文中宋" panose="02010600040101010101" pitchFamily="2" charset="-122"/>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获得控制信息</a:t>
            </a:r>
          </a:p>
        </p:txBody>
      </p:sp>
      <p:sp>
        <p:nvSpPr>
          <p:cNvPr id="132133" name="Text Box 37">
            <a:extLst>
              <a:ext uri="{FF2B5EF4-FFF2-40B4-BE49-F238E27FC236}">
                <a16:creationId xmlns:a16="http://schemas.microsoft.com/office/drawing/2014/main" id="{80DEA3D4-B3E0-CB8A-570F-F42992A362B5}"/>
              </a:ext>
            </a:extLst>
          </p:cNvPr>
          <p:cNvSpPr txBox="1">
            <a:spLocks noChangeArrowheads="1"/>
          </p:cNvSpPr>
          <p:nvPr/>
        </p:nvSpPr>
        <p:spPr bwMode="auto">
          <a:xfrm>
            <a:off x="4932363" y="3141663"/>
            <a:ext cx="1871662" cy="4572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合法性检查</a:t>
            </a:r>
          </a:p>
        </p:txBody>
      </p:sp>
      <p:sp>
        <p:nvSpPr>
          <p:cNvPr id="132134" name="Text Box 38">
            <a:extLst>
              <a:ext uri="{FF2B5EF4-FFF2-40B4-BE49-F238E27FC236}">
                <a16:creationId xmlns:a16="http://schemas.microsoft.com/office/drawing/2014/main" id="{002B415E-94C0-01F1-25C0-A26B82019D29}"/>
              </a:ext>
            </a:extLst>
          </p:cNvPr>
          <p:cNvSpPr txBox="1">
            <a:spLocks noChangeArrowheads="1"/>
          </p:cNvSpPr>
          <p:nvPr/>
        </p:nvSpPr>
        <p:spPr bwMode="auto">
          <a:xfrm>
            <a:off x="4859338" y="3933825"/>
            <a:ext cx="4032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逻辑块号</a:t>
            </a:r>
            <a:r>
              <a:rPr lang="zh-CN" altLang="en-US" sz="2400" b="0">
                <a:latin typeface="华文中宋" panose="02010600040101010101" pitchFamily="2" charset="-122"/>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相对块号</a:t>
            </a:r>
          </a:p>
        </p:txBody>
      </p:sp>
      <p:sp>
        <p:nvSpPr>
          <p:cNvPr id="132135" name="Text Box 39">
            <a:extLst>
              <a:ext uri="{FF2B5EF4-FFF2-40B4-BE49-F238E27FC236}">
                <a16:creationId xmlns:a16="http://schemas.microsoft.com/office/drawing/2014/main" id="{D76E33A9-F435-451B-222B-C9E10E735596}"/>
              </a:ext>
            </a:extLst>
          </p:cNvPr>
          <p:cNvSpPr txBox="1">
            <a:spLocks noChangeArrowheads="1"/>
          </p:cNvSpPr>
          <p:nvPr/>
        </p:nvSpPr>
        <p:spPr bwMode="auto">
          <a:xfrm>
            <a:off x="4859338" y="4868863"/>
            <a:ext cx="3241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相对块号</a:t>
            </a:r>
            <a:r>
              <a:rPr lang="zh-CN" altLang="en-US" sz="2400" b="0">
                <a:latin typeface="华文中宋" panose="02010600040101010101" pitchFamily="2" charset="-122"/>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物理块号</a:t>
            </a:r>
          </a:p>
        </p:txBody>
      </p:sp>
      <p:sp>
        <p:nvSpPr>
          <p:cNvPr id="132136" name="Text Box 40">
            <a:extLst>
              <a:ext uri="{FF2B5EF4-FFF2-40B4-BE49-F238E27FC236}">
                <a16:creationId xmlns:a16="http://schemas.microsoft.com/office/drawing/2014/main" id="{371DDE71-3DAF-84E3-F79D-1FA818FC89A0}"/>
              </a:ext>
            </a:extLst>
          </p:cNvPr>
          <p:cNvSpPr txBox="1">
            <a:spLocks noChangeArrowheads="1"/>
          </p:cNvSpPr>
          <p:nvPr/>
        </p:nvSpPr>
        <p:spPr bwMode="auto">
          <a:xfrm>
            <a:off x="2339975" y="6237288"/>
            <a:ext cx="5040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物理块号</a:t>
            </a:r>
            <a:r>
              <a:rPr lang="zh-CN" altLang="en-US" sz="2400" b="0">
                <a:latin typeface="华文中宋" panose="02010600040101010101" pitchFamily="2" charset="-122"/>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设备要求的地址格式</a:t>
            </a:r>
          </a:p>
        </p:txBody>
      </p:sp>
    </p:spTree>
  </p:cSld>
  <p:clrMapOvr>
    <a:masterClrMapping/>
  </p:clrMapOvr>
  <p:transition spd="med">
    <p:random/>
    <p:sndAc>
      <p:stSnd>
        <p:snd r:embed="rId2" name="camera.wav"/>
      </p:stSnd>
    </p:sndAc>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2589D98-7FBE-9E14-2B06-FD7D1AAA747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9DE2655-AEEB-CA44-BCD1-AE21FAC307CD}" type="slidenum">
              <a:rPr lang="en-US" altLang="zh-CN">
                <a:latin typeface="Arial" panose="020B0604020202020204" pitchFamily="34" charset="0"/>
              </a:rPr>
              <a:pPr/>
              <a:t>128</a:t>
            </a:fld>
            <a:endParaRPr lang="en-US" altLang="zh-CN">
              <a:latin typeface="Arial" panose="020B0604020202020204" pitchFamily="34" charset="0"/>
            </a:endParaRPr>
          </a:p>
        </p:txBody>
      </p:sp>
      <p:sp>
        <p:nvSpPr>
          <p:cNvPr id="567298" name="Rectangle 2">
            <a:extLst>
              <a:ext uri="{FF2B5EF4-FFF2-40B4-BE49-F238E27FC236}">
                <a16:creationId xmlns:a16="http://schemas.microsoft.com/office/drawing/2014/main" id="{ECC73E8F-5355-D349-D6E3-5ABCE19446D9}"/>
              </a:ext>
            </a:extLst>
          </p:cNvPr>
          <p:cNvSpPr>
            <a:spLocks noGrp="1" noRot="1" noChangeArrowheads="1"/>
          </p:cNvSpPr>
          <p:nvPr>
            <p:ph type="title"/>
          </p:nvPr>
        </p:nvSpPr>
        <p:spPr/>
        <p:txBody>
          <a:bodyPr/>
          <a:lstStyle/>
          <a:p>
            <a:pPr eaLnBrk="1" hangingPunct="1"/>
            <a:r>
              <a:rPr lang="zh-CN" altLang="en-US"/>
              <a:t>本章小结</a:t>
            </a:r>
          </a:p>
        </p:txBody>
      </p:sp>
      <p:sp>
        <p:nvSpPr>
          <p:cNvPr id="567299" name="Rectangle 3">
            <a:extLst>
              <a:ext uri="{FF2B5EF4-FFF2-40B4-BE49-F238E27FC236}">
                <a16:creationId xmlns:a16="http://schemas.microsoft.com/office/drawing/2014/main" id="{FCB1B694-AA54-9286-4984-10F0210794AF}"/>
              </a:ext>
            </a:extLst>
          </p:cNvPr>
          <p:cNvSpPr>
            <a:spLocks noGrp="1" noRot="1" noChangeArrowheads="1"/>
          </p:cNvSpPr>
          <p:nvPr>
            <p:ph type="body" idx="1"/>
          </p:nvPr>
        </p:nvSpPr>
        <p:spPr/>
        <p:txBody>
          <a:bodyPr/>
          <a:lstStyle/>
          <a:p>
            <a:pPr eaLnBrk="1" hangingPunct="1"/>
            <a:r>
              <a:rPr lang="zh-CN" altLang="en-US"/>
              <a:t>文件、文件系统的基本概念</a:t>
            </a:r>
          </a:p>
          <a:p>
            <a:pPr eaLnBrk="1" hangingPunct="1"/>
            <a:r>
              <a:rPr lang="zh-CN" altLang="en-US"/>
              <a:t>文件的逻辑结构、物理结构；由逻辑结构到物理结构的映射；</a:t>
            </a:r>
          </a:p>
          <a:p>
            <a:pPr eaLnBrk="1" hangingPunct="1"/>
            <a:r>
              <a:rPr lang="zh-CN" altLang="en-US"/>
              <a:t>文件的信息的管理</a:t>
            </a:r>
            <a:r>
              <a:rPr lang="en-US" altLang="zh-CN">
                <a:latin typeface="华文中宋" panose="02010600040101010101" pitchFamily="2" charset="-122"/>
              </a:rPr>
              <a:t>—</a:t>
            </a:r>
            <a:r>
              <a:rPr lang="zh-CN" altLang="en-US"/>
              <a:t>文件目录；文件目录的结构。</a:t>
            </a:r>
          </a:p>
          <a:p>
            <a:pPr eaLnBrk="1" hangingPunct="1"/>
            <a:r>
              <a:rPr lang="zh-CN" altLang="en-US"/>
              <a:t>文件存取控制方法、使用方法。</a:t>
            </a:r>
          </a:p>
          <a:p>
            <a:pPr eaLnBrk="1" hangingPunct="1"/>
            <a:r>
              <a:rPr lang="zh-CN" altLang="en-US"/>
              <a:t>文件系统的</a:t>
            </a:r>
            <a:r>
              <a:rPr lang="en-US" altLang="zh-CN"/>
              <a:t>8</a:t>
            </a:r>
            <a:r>
              <a:rPr lang="zh-CN" altLang="en-US"/>
              <a:t>层模型。</a:t>
            </a:r>
          </a:p>
        </p:txBody>
      </p:sp>
    </p:spTree>
  </p:cSld>
  <p:clrMapOvr>
    <a:masterClrMapping/>
  </p:clrMapOvr>
  <p:transition spd="med">
    <p:random/>
    <p:sndAc>
      <p:stSnd>
        <p:snd r:embed="rId2" name="camera.wav"/>
      </p:stSnd>
    </p:sndAc>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9BB797C-9F00-060D-66CC-FB98C66BEB4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A7769AC-8C56-9B47-A4B8-0EB9FD88DFAE}" type="slidenum">
              <a:rPr lang="en-US" altLang="zh-CN">
                <a:latin typeface="Arial" panose="020B0604020202020204" pitchFamily="34" charset="0"/>
              </a:rPr>
              <a:pPr/>
              <a:t>129</a:t>
            </a:fld>
            <a:endParaRPr lang="en-US" altLang="zh-CN">
              <a:latin typeface="Arial" panose="020B0604020202020204" pitchFamily="34" charset="0"/>
            </a:endParaRPr>
          </a:p>
        </p:txBody>
      </p:sp>
      <p:sp>
        <p:nvSpPr>
          <p:cNvPr id="568322" name="Rectangle 2">
            <a:extLst>
              <a:ext uri="{FF2B5EF4-FFF2-40B4-BE49-F238E27FC236}">
                <a16:creationId xmlns:a16="http://schemas.microsoft.com/office/drawing/2014/main" id="{9585C068-70AC-F211-FBE6-DB95394F858F}"/>
              </a:ext>
            </a:extLst>
          </p:cNvPr>
          <p:cNvSpPr>
            <a:spLocks noGrp="1" noRot="1" noChangeArrowheads="1"/>
          </p:cNvSpPr>
          <p:nvPr>
            <p:ph type="title"/>
          </p:nvPr>
        </p:nvSpPr>
        <p:spPr/>
        <p:txBody>
          <a:bodyPr/>
          <a:lstStyle/>
          <a:p>
            <a:pPr eaLnBrk="1" hangingPunct="1"/>
            <a:r>
              <a:rPr lang="zh-CN" altLang="en-US"/>
              <a:t>作业：</a:t>
            </a:r>
          </a:p>
        </p:txBody>
      </p:sp>
      <p:sp>
        <p:nvSpPr>
          <p:cNvPr id="568323" name="Rectangle 3">
            <a:extLst>
              <a:ext uri="{FF2B5EF4-FFF2-40B4-BE49-F238E27FC236}">
                <a16:creationId xmlns:a16="http://schemas.microsoft.com/office/drawing/2014/main" id="{8EC1CA1D-873C-8A19-0687-701946DAE871}"/>
              </a:ext>
            </a:extLst>
          </p:cNvPr>
          <p:cNvSpPr>
            <a:spLocks noGrp="1" noRot="1" noChangeArrowheads="1"/>
          </p:cNvSpPr>
          <p:nvPr>
            <p:ph type="body" idx="1"/>
          </p:nvPr>
        </p:nvSpPr>
        <p:spPr/>
        <p:txBody>
          <a:bodyPr/>
          <a:lstStyle/>
          <a:p>
            <a:pPr eaLnBrk="1" hangingPunct="1">
              <a:defRPr/>
            </a:pPr>
            <a:r>
              <a:rPr lang="en-US" altLang="zh-CN" dirty="0"/>
              <a:t>5.4</a:t>
            </a:r>
          </a:p>
          <a:p>
            <a:pPr eaLnBrk="1" hangingPunct="1">
              <a:defRPr/>
            </a:pPr>
            <a:r>
              <a:rPr lang="en-US" altLang="zh-CN" dirty="0"/>
              <a:t>5.5</a:t>
            </a:r>
          </a:p>
          <a:p>
            <a:pPr eaLnBrk="1" hangingPunct="1">
              <a:defRPr/>
            </a:pPr>
            <a:r>
              <a:rPr lang="en-US" altLang="zh-CN" dirty="0"/>
              <a:t>5.14</a:t>
            </a:r>
          </a:p>
        </p:txBody>
      </p:sp>
    </p:spTree>
  </p:cSld>
  <p:clrMapOvr>
    <a:masterClrMapping/>
  </p:clrMapOvr>
  <p:transition spd="med">
    <p:random/>
    <p:sndAc>
      <p:stSnd>
        <p:snd r:embed="rId2" name="camera.wav"/>
      </p:stSnd>
    </p:sndAc>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 name="PROBLEMHASREMARK" val="Fals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zdh-1">
  <a:themeElements>
    <a:clrScheme name="zdh-1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zdh-1">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zdh-1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zdh-1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zdh-1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zdh-1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zdh-1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zdh-1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zdh-1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zdh-1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Ocean</Template>
  <TotalTime>25890</TotalTime>
  <Words>9321</Words>
  <Application>Microsoft Macintosh PowerPoint</Application>
  <PresentationFormat>全屏显示(4:3)</PresentationFormat>
  <Paragraphs>943</Paragraphs>
  <Slides>129</Slides>
  <Notes>2</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2</vt:i4>
      </vt:variant>
      <vt:variant>
        <vt:lpstr>幻灯片标题</vt:lpstr>
      </vt:variant>
      <vt:variant>
        <vt:i4>129</vt:i4>
      </vt:variant>
    </vt:vector>
  </HeadingPairs>
  <TitlesOfParts>
    <vt:vector size="145" baseType="lpstr">
      <vt:lpstr>华文彩云</vt:lpstr>
      <vt:lpstr>华文中宋</vt:lpstr>
      <vt:lpstr>隶书</vt:lpstr>
      <vt:lpstr>宋体</vt:lpstr>
      <vt:lpstr>Microsoft Yahei</vt:lpstr>
      <vt:lpstr>Arial</vt:lpstr>
      <vt:lpstr>Monotype Corsiva</vt:lpstr>
      <vt:lpstr>Tahoma</vt:lpstr>
      <vt:lpstr>Times New Roman</vt:lpstr>
      <vt:lpstr>Wingdings</vt:lpstr>
      <vt:lpstr>Wingdings 2</vt:lpstr>
      <vt:lpstr>自定义设计方案</vt:lpstr>
      <vt:lpstr>zdh-1</vt:lpstr>
      <vt:lpstr>1_自定义设计方案</vt:lpstr>
      <vt:lpstr>位图图像</vt:lpstr>
      <vt:lpstr>BMP 图象</vt:lpstr>
      <vt:lpstr>操作系统原理</vt:lpstr>
      <vt:lpstr>第五章   文件系统</vt:lpstr>
      <vt:lpstr>第五章 文件系统—引言</vt:lpstr>
      <vt:lpstr>第五章 文件系统—引言</vt:lpstr>
      <vt:lpstr>5.1 文件系统的概念</vt:lpstr>
      <vt:lpstr>5.1.1 文件系统的引入</vt:lpstr>
      <vt:lpstr> 1.文件的概念</vt:lpstr>
      <vt:lpstr>1.文件的概念—文件形式</vt:lpstr>
      <vt:lpstr>1.文件的概念—文件名</vt:lpstr>
      <vt:lpstr>1.文件的概念—文件名</vt:lpstr>
      <vt:lpstr>1.文件的概念—文件名</vt:lpstr>
      <vt:lpstr>2.文件系统的概念</vt:lpstr>
      <vt:lpstr>2.文件系统的概念—功能 </vt:lpstr>
      <vt:lpstr>2.文件系统的概念—特点</vt:lpstr>
      <vt:lpstr>3.文件的分类</vt:lpstr>
      <vt:lpstr>3.文件的分类（续）</vt:lpstr>
      <vt:lpstr>3.文件的分类（续）</vt:lpstr>
      <vt:lpstr>5.2 文件的逻辑结构与存取方法  5.2.1 逻辑结构</vt:lpstr>
      <vt:lpstr>5.2.1 逻辑结构</vt:lpstr>
      <vt:lpstr>1.流式文件的特点</vt:lpstr>
      <vt:lpstr>2. 记录式文件</vt:lpstr>
      <vt:lpstr>记录组成示例</vt:lpstr>
      <vt:lpstr>2. 记录式文件</vt:lpstr>
      <vt:lpstr>2. 记录式文件—连续结构</vt:lpstr>
      <vt:lpstr>2. 记录式文件—多重结构</vt:lpstr>
      <vt:lpstr>文件的记录名和键构成的行列式</vt:lpstr>
      <vt:lpstr>2. 记录式文件—多重结构</vt:lpstr>
      <vt:lpstr>2. 记录式文件—多重结构</vt:lpstr>
      <vt:lpstr>2. 记录式文件—转置结构</vt:lpstr>
      <vt:lpstr>2. 记录式文件—顺序结构</vt:lpstr>
      <vt:lpstr>5.2.2 存取方法</vt:lpstr>
      <vt:lpstr>1. 顺序存取法</vt:lpstr>
      <vt:lpstr>2. 随机存取法</vt:lpstr>
      <vt:lpstr>3. 按键存取法</vt:lpstr>
      <vt:lpstr>按键存取法中记录的搜索过程</vt:lpstr>
      <vt:lpstr>3. 按键存取法—搜索算法</vt:lpstr>
      <vt:lpstr>(1).线性搜索法 </vt:lpstr>
      <vt:lpstr>(2). 散列法</vt:lpstr>
      <vt:lpstr>(2). 散列法</vt:lpstr>
      <vt:lpstr>(3) 二分搜索法</vt:lpstr>
      <vt:lpstr>(3) 二分搜索法</vt:lpstr>
      <vt:lpstr>5.3 文件的物理结构与存储设备</vt:lpstr>
      <vt:lpstr>PowerPoint 演示文稿</vt:lpstr>
      <vt:lpstr>PowerPoint 演示文稿</vt:lpstr>
      <vt:lpstr>5.3 .1 文件的物理结构</vt:lpstr>
      <vt:lpstr>5.3 .1 文件的物理结构</vt:lpstr>
      <vt:lpstr>5.3 .1 文件的物理结构</vt:lpstr>
      <vt:lpstr>1. 连续文件</vt:lpstr>
      <vt:lpstr>1.连续文件</vt:lpstr>
      <vt:lpstr>2. 串联文件</vt:lpstr>
      <vt:lpstr>2. 串联文件</vt:lpstr>
      <vt:lpstr>2. 串联文件</vt:lpstr>
      <vt:lpstr>2. 串联文件</vt:lpstr>
      <vt:lpstr>文件映照的技术</vt:lpstr>
      <vt:lpstr>3. 索引文件结构</vt:lpstr>
      <vt:lpstr>3. 索引文件结构</vt:lpstr>
      <vt:lpstr>3. 索引文件结构</vt:lpstr>
      <vt:lpstr>PowerPoint 演示文稿</vt:lpstr>
      <vt:lpstr>PowerPoint 演示文稿</vt:lpstr>
      <vt:lpstr>PowerPoint 演示文稿</vt:lpstr>
      <vt:lpstr>3. 索引文件结构</vt:lpstr>
      <vt:lpstr>4.三种文件结构的比较</vt:lpstr>
      <vt:lpstr>4.三种文件结构的比较</vt:lpstr>
      <vt:lpstr>5.3.2 文件存储设备</vt:lpstr>
      <vt:lpstr>1. 顺序存取设备</vt:lpstr>
      <vt:lpstr>1. 顺序存取设备</vt:lpstr>
      <vt:lpstr>2. 直接存取设备</vt:lpstr>
      <vt:lpstr>磁盘的结构</vt:lpstr>
      <vt:lpstr>磁盘的结构（续）</vt:lpstr>
      <vt:lpstr>5.4 文件存储空间管理</vt:lpstr>
      <vt:lpstr>1.空闲文件目录</vt:lpstr>
      <vt:lpstr>空闲文件目录方法：（续）</vt:lpstr>
      <vt:lpstr>1.空闲文件目录（续）</vt:lpstr>
      <vt:lpstr>2. 空闲块链</vt:lpstr>
      <vt:lpstr>2. 空闲块链</vt:lpstr>
      <vt:lpstr>成组链法</vt:lpstr>
      <vt:lpstr>成组链法的组织</vt:lpstr>
      <vt:lpstr>UNIX系统的空闲块的管理</vt:lpstr>
      <vt:lpstr>成组链法—空闲块的分配与释放</vt:lpstr>
      <vt:lpstr>成组链法—空闲块的分配</vt:lpstr>
      <vt:lpstr>成组链法—空闲块的回收</vt:lpstr>
      <vt:lpstr>3. 位示图</vt:lpstr>
      <vt:lpstr>3. 位示图</vt:lpstr>
      <vt:lpstr>3. 位示图法—分配与回收</vt:lpstr>
      <vt:lpstr>练习</vt:lpstr>
      <vt:lpstr>5.5 文件目录管理</vt:lpstr>
      <vt:lpstr>5.5 文件目录管理</vt:lpstr>
      <vt:lpstr>5.5.1 文件的组成</vt:lpstr>
      <vt:lpstr>5.5.2 文件目录</vt:lpstr>
      <vt:lpstr>5.5.2 文件目录</vt:lpstr>
      <vt:lpstr>1.单级文件目录</vt:lpstr>
      <vt:lpstr>1.单级文件目录—示例</vt:lpstr>
      <vt:lpstr>单级目录的读写处理过程</vt:lpstr>
      <vt:lpstr>2.二级目录</vt:lpstr>
      <vt:lpstr>二级目录结构</vt:lpstr>
      <vt:lpstr>2.二级目录</vt:lpstr>
      <vt:lpstr>2.二级目录</vt:lpstr>
      <vt:lpstr>3.多级目录结构</vt:lpstr>
      <vt:lpstr>文件系统的树形结构</vt:lpstr>
      <vt:lpstr>多级目录结构的特点</vt:lpstr>
      <vt:lpstr>5.5.3 便于共享的文件目录</vt:lpstr>
      <vt:lpstr>1. 绕道法</vt:lpstr>
      <vt:lpstr>1. 绕道法</vt:lpstr>
      <vt:lpstr>绕道法原理图</vt:lpstr>
      <vt:lpstr>2. 链接法</vt:lpstr>
      <vt:lpstr>3. 基本文件目录表（BFD）</vt:lpstr>
      <vt:lpstr>3. 基本文件目录表（BFD）</vt:lpstr>
      <vt:lpstr>采用基本文件目录的多级目录结构</vt:lpstr>
      <vt:lpstr>5.5.4 目录管理</vt:lpstr>
      <vt:lpstr>5.5.4 目录管理（续）</vt:lpstr>
      <vt:lpstr>系统打开文件的步骤：</vt:lpstr>
      <vt:lpstr>5.5.4 目录管理（续）</vt:lpstr>
      <vt:lpstr>5.6 文件存取控制</vt:lpstr>
      <vt:lpstr>1.文件存取控制的目标</vt:lpstr>
      <vt:lpstr>文件存取控制的步骤：</vt:lpstr>
      <vt:lpstr>2.验证用户存取权限的方法</vt:lpstr>
      <vt:lpstr>（1）存取控制矩阵</vt:lpstr>
      <vt:lpstr>(2) 存取控制表</vt:lpstr>
      <vt:lpstr>(2) 存取控制表(续)</vt:lpstr>
      <vt:lpstr>(3) 口令方式</vt:lpstr>
      <vt:lpstr>(4) 密码方式</vt:lpstr>
      <vt:lpstr>(4) 密码方式(续)</vt:lpstr>
      <vt:lpstr>5.7 文件的使用</vt:lpstr>
      <vt:lpstr>5.8 文件系统的层次模型</vt:lpstr>
      <vt:lpstr>文件系统的层次</vt:lpstr>
      <vt:lpstr>文件系统的层次（续）</vt:lpstr>
      <vt:lpstr>文件系统的层次模型</vt:lpstr>
      <vt:lpstr>本章小结</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zhangdh</dc:creator>
  <cp:lastModifiedBy>洪炜 康</cp:lastModifiedBy>
  <cp:revision>130</cp:revision>
  <dcterms:created xsi:type="dcterms:W3CDTF">2003-08-27T07:24:22Z</dcterms:created>
  <dcterms:modified xsi:type="dcterms:W3CDTF">2023-07-21T15:11:41Z</dcterms:modified>
</cp:coreProperties>
</file>