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662" r:id="rId2"/>
    <p:sldMasterId id="2147483664" r:id="rId3"/>
  </p:sldMasterIdLst>
  <p:notesMasterIdLst>
    <p:notesMasterId r:id="rId101"/>
  </p:notesMasterIdLst>
  <p:sldIdLst>
    <p:sldId id="257" r:id="rId4"/>
    <p:sldId id="535" r:id="rId5"/>
    <p:sldId id="536" r:id="rId6"/>
    <p:sldId id="537" r:id="rId7"/>
    <p:sldId id="538" r:id="rId8"/>
    <p:sldId id="539" r:id="rId9"/>
    <p:sldId id="540" r:id="rId10"/>
    <p:sldId id="541" r:id="rId11"/>
    <p:sldId id="542" r:id="rId12"/>
    <p:sldId id="543" r:id="rId13"/>
    <p:sldId id="544" r:id="rId14"/>
    <p:sldId id="545" r:id="rId15"/>
    <p:sldId id="546" r:id="rId16"/>
    <p:sldId id="547" r:id="rId17"/>
    <p:sldId id="548" r:id="rId18"/>
    <p:sldId id="549" r:id="rId19"/>
    <p:sldId id="550" r:id="rId20"/>
    <p:sldId id="551" r:id="rId21"/>
    <p:sldId id="552" r:id="rId22"/>
    <p:sldId id="553" r:id="rId23"/>
    <p:sldId id="554" r:id="rId24"/>
    <p:sldId id="555" r:id="rId25"/>
    <p:sldId id="556" r:id="rId26"/>
    <p:sldId id="557" r:id="rId27"/>
    <p:sldId id="558" r:id="rId28"/>
    <p:sldId id="559" r:id="rId29"/>
    <p:sldId id="560" r:id="rId30"/>
    <p:sldId id="561" r:id="rId31"/>
    <p:sldId id="562" r:id="rId32"/>
    <p:sldId id="563" r:id="rId33"/>
    <p:sldId id="564" r:id="rId34"/>
    <p:sldId id="565" r:id="rId35"/>
    <p:sldId id="566" r:id="rId36"/>
    <p:sldId id="567" r:id="rId37"/>
    <p:sldId id="568" r:id="rId38"/>
    <p:sldId id="569" r:id="rId39"/>
    <p:sldId id="570" r:id="rId40"/>
    <p:sldId id="571" r:id="rId41"/>
    <p:sldId id="572" r:id="rId42"/>
    <p:sldId id="573" r:id="rId43"/>
    <p:sldId id="574" r:id="rId44"/>
    <p:sldId id="575" r:id="rId45"/>
    <p:sldId id="576" r:id="rId46"/>
    <p:sldId id="577" r:id="rId47"/>
    <p:sldId id="578" r:id="rId48"/>
    <p:sldId id="579" r:id="rId49"/>
    <p:sldId id="580" r:id="rId50"/>
    <p:sldId id="581" r:id="rId51"/>
    <p:sldId id="582" r:id="rId52"/>
    <p:sldId id="583" r:id="rId53"/>
    <p:sldId id="584" r:id="rId54"/>
    <p:sldId id="585" r:id="rId55"/>
    <p:sldId id="586" r:id="rId56"/>
    <p:sldId id="587" r:id="rId57"/>
    <p:sldId id="588" r:id="rId58"/>
    <p:sldId id="589" r:id="rId59"/>
    <p:sldId id="590" r:id="rId60"/>
    <p:sldId id="591" r:id="rId61"/>
    <p:sldId id="592" r:id="rId62"/>
    <p:sldId id="593" r:id="rId63"/>
    <p:sldId id="594" r:id="rId64"/>
    <p:sldId id="595" r:id="rId65"/>
    <p:sldId id="596" r:id="rId66"/>
    <p:sldId id="597" r:id="rId67"/>
    <p:sldId id="598" r:id="rId68"/>
    <p:sldId id="599" r:id="rId69"/>
    <p:sldId id="600" r:id="rId70"/>
    <p:sldId id="601" r:id="rId71"/>
    <p:sldId id="602" r:id="rId72"/>
    <p:sldId id="603" r:id="rId73"/>
    <p:sldId id="604" r:id="rId74"/>
    <p:sldId id="605" r:id="rId75"/>
    <p:sldId id="606" r:id="rId76"/>
    <p:sldId id="607" r:id="rId77"/>
    <p:sldId id="608" r:id="rId78"/>
    <p:sldId id="609" r:id="rId79"/>
    <p:sldId id="610" r:id="rId80"/>
    <p:sldId id="611" r:id="rId81"/>
    <p:sldId id="612" r:id="rId82"/>
    <p:sldId id="613" r:id="rId83"/>
    <p:sldId id="614" r:id="rId84"/>
    <p:sldId id="615" r:id="rId85"/>
    <p:sldId id="616" r:id="rId86"/>
    <p:sldId id="617" r:id="rId87"/>
    <p:sldId id="618" r:id="rId88"/>
    <p:sldId id="619" r:id="rId89"/>
    <p:sldId id="620" r:id="rId90"/>
    <p:sldId id="621" r:id="rId91"/>
    <p:sldId id="622" r:id="rId92"/>
    <p:sldId id="623" r:id="rId93"/>
    <p:sldId id="624" r:id="rId94"/>
    <p:sldId id="625" r:id="rId95"/>
    <p:sldId id="626" r:id="rId96"/>
    <p:sldId id="627" r:id="rId97"/>
    <p:sldId id="628" r:id="rId98"/>
    <p:sldId id="629" r:id="rId99"/>
    <p:sldId id="630" r:id="rId10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3265" autoAdjust="0"/>
  </p:normalViewPr>
  <p:slideViewPr>
    <p:cSldViewPr>
      <p:cViewPr varScale="1">
        <p:scale>
          <a:sx n="119" d="100"/>
          <a:sy n="119" d="100"/>
        </p:scale>
        <p:origin x="1968"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0BE4644-4E87-19B8-4CA7-D60C7395BFA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9939" name="Rectangle 3">
            <a:extLst>
              <a:ext uri="{FF2B5EF4-FFF2-40B4-BE49-F238E27FC236}">
                <a16:creationId xmlns:a16="http://schemas.microsoft.com/office/drawing/2014/main" id="{1E65584E-CC9C-EAFC-915C-94514C3ADA25}"/>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zh-CN"/>
          </a:p>
        </p:txBody>
      </p:sp>
      <p:sp>
        <p:nvSpPr>
          <p:cNvPr id="5124" name="Rectangle 4">
            <a:extLst>
              <a:ext uri="{FF2B5EF4-FFF2-40B4-BE49-F238E27FC236}">
                <a16:creationId xmlns:a16="http://schemas.microsoft.com/office/drawing/2014/main" id="{83307D64-0A1D-B6F8-C262-D13A33771ED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a:extLst>
              <a:ext uri="{FF2B5EF4-FFF2-40B4-BE49-F238E27FC236}">
                <a16:creationId xmlns:a16="http://schemas.microsoft.com/office/drawing/2014/main" id="{F0777C0C-176F-E7A6-EFB6-EA74EBDEAD4B}"/>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9942" name="Rectangle 6">
            <a:extLst>
              <a:ext uri="{FF2B5EF4-FFF2-40B4-BE49-F238E27FC236}">
                <a16:creationId xmlns:a16="http://schemas.microsoft.com/office/drawing/2014/main" id="{67281427-99D3-D100-4DE6-5B6A999EB64A}"/>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9943" name="Rectangle 7">
            <a:extLst>
              <a:ext uri="{FF2B5EF4-FFF2-40B4-BE49-F238E27FC236}">
                <a16:creationId xmlns:a16="http://schemas.microsoft.com/office/drawing/2014/main" id="{EA6E1E59-D280-ABC9-A5B5-96B21027A60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3D2E8E09-14F5-7343-99E8-DC7A7C7B180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9121574E-989D-A69B-48FF-8A6EAF764EC1}"/>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C4FD5D0-6D57-3D4D-8F1B-D572FA629A70}" type="slidenum">
              <a:rPr lang="en-US" altLang="zh-CN">
                <a:latin typeface="Arial" panose="020B0604020202020204" pitchFamily="34" charset="0"/>
              </a:rPr>
              <a:pPr/>
              <a:t>1</a:t>
            </a:fld>
            <a:endParaRPr lang="en-US" altLang="zh-CN">
              <a:latin typeface="Arial" panose="020B0604020202020204" pitchFamily="34" charset="0"/>
            </a:endParaRPr>
          </a:p>
        </p:txBody>
      </p:sp>
      <p:sp>
        <p:nvSpPr>
          <p:cNvPr id="7171" name="Rectangle 2">
            <a:extLst>
              <a:ext uri="{FF2B5EF4-FFF2-40B4-BE49-F238E27FC236}">
                <a16:creationId xmlns:a16="http://schemas.microsoft.com/office/drawing/2014/main" id="{AE27026B-55E9-5B04-627C-10399B9CBC9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738AFFC7-E038-BF01-C1DB-30D262D737CB}"/>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6DA257CA-C8B1-671B-2E9F-ACA5AD675748}"/>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636D847D-23D1-1834-E734-358761CF3C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5E52B00-7414-08BE-8768-46923623296A}"/>
              </a:ext>
            </a:extLst>
          </p:cNvPr>
          <p:cNvSpPr>
            <a:spLocks noGrp="1" noChangeArrowheads="1"/>
          </p:cNvSpPr>
          <p:nvPr>
            <p:ph type="sldNum" sz="quarter" idx="12"/>
          </p:nvPr>
        </p:nvSpPr>
        <p:spPr>
          <a:ln/>
        </p:spPr>
        <p:txBody>
          <a:bodyPr/>
          <a:lstStyle>
            <a:lvl1pPr>
              <a:defRPr/>
            </a:lvl1pPr>
          </a:lstStyle>
          <a:p>
            <a:fld id="{772B7BAD-2650-884A-BE3D-48A51A089242}" type="slidenum">
              <a:rPr lang="en-US" altLang="zh-CN"/>
              <a:pPr/>
              <a:t>‹#›</a:t>
            </a:fld>
            <a:endParaRPr lang="en-US" altLang="zh-CN"/>
          </a:p>
        </p:txBody>
      </p:sp>
    </p:spTree>
    <p:extLst>
      <p:ext uri="{BB962C8B-B14F-4D97-AF65-F5344CB8AC3E}">
        <p14:creationId xmlns:p14="http://schemas.microsoft.com/office/powerpoint/2010/main" val="563505581"/>
      </p:ext>
    </p:extLst>
  </p:cSld>
  <p:clrMapOvr>
    <a:masterClrMapping/>
  </p:clrMapOvr>
  <p:transition>
    <p:cover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574E2AB-A4D1-385C-EA02-AF827E532C85}"/>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A06F2186-A230-15C7-2509-16EAF4D9844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FAB0F6B-7834-73F4-7248-46BF37794D1C}"/>
              </a:ext>
            </a:extLst>
          </p:cNvPr>
          <p:cNvSpPr>
            <a:spLocks noGrp="1" noChangeArrowheads="1"/>
          </p:cNvSpPr>
          <p:nvPr>
            <p:ph type="sldNum" sz="quarter" idx="12"/>
          </p:nvPr>
        </p:nvSpPr>
        <p:spPr>
          <a:ln/>
        </p:spPr>
        <p:txBody>
          <a:bodyPr/>
          <a:lstStyle>
            <a:lvl1pPr>
              <a:defRPr/>
            </a:lvl1pPr>
          </a:lstStyle>
          <a:p>
            <a:fld id="{AFF1EB48-60BA-8343-90BE-B201EE9ABB84}" type="slidenum">
              <a:rPr lang="en-US" altLang="zh-CN"/>
              <a:pPr/>
              <a:t>‹#›</a:t>
            </a:fld>
            <a:endParaRPr lang="en-US" altLang="zh-CN"/>
          </a:p>
        </p:txBody>
      </p:sp>
    </p:spTree>
    <p:extLst>
      <p:ext uri="{BB962C8B-B14F-4D97-AF65-F5344CB8AC3E}">
        <p14:creationId xmlns:p14="http://schemas.microsoft.com/office/powerpoint/2010/main" val="2286700962"/>
      </p:ext>
    </p:extLst>
  </p:cSld>
  <p:clrMapOvr>
    <a:masterClrMapping/>
  </p:clrMapOvr>
  <p:transition>
    <p:cover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57EEF68-7F8B-0355-1040-6E118B4AB428}"/>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00F45A95-9313-4C6D-288A-16CE202593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82C5938-20B2-7F4B-0576-A9C3BA2D2DE2}"/>
              </a:ext>
            </a:extLst>
          </p:cNvPr>
          <p:cNvSpPr>
            <a:spLocks noGrp="1" noChangeArrowheads="1"/>
          </p:cNvSpPr>
          <p:nvPr>
            <p:ph type="sldNum" sz="quarter" idx="12"/>
          </p:nvPr>
        </p:nvSpPr>
        <p:spPr>
          <a:ln/>
        </p:spPr>
        <p:txBody>
          <a:bodyPr/>
          <a:lstStyle>
            <a:lvl1pPr>
              <a:defRPr/>
            </a:lvl1pPr>
          </a:lstStyle>
          <a:p>
            <a:fld id="{5FFFC2ED-08E1-4D49-944C-9CDC0F269588}" type="slidenum">
              <a:rPr lang="en-US" altLang="zh-CN"/>
              <a:pPr/>
              <a:t>‹#›</a:t>
            </a:fld>
            <a:endParaRPr lang="en-US" altLang="zh-CN"/>
          </a:p>
        </p:txBody>
      </p:sp>
    </p:spTree>
    <p:extLst>
      <p:ext uri="{BB962C8B-B14F-4D97-AF65-F5344CB8AC3E}">
        <p14:creationId xmlns:p14="http://schemas.microsoft.com/office/powerpoint/2010/main" val="1230057198"/>
      </p:ext>
    </p:extLst>
  </p:cSld>
  <p:clrMapOvr>
    <a:masterClrMapping/>
  </p:clrMapOvr>
  <p:transition>
    <p:cover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39888"/>
            <a:ext cx="403860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39888"/>
            <a:ext cx="403860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3D49ABBB-8ADD-03F7-DC93-55EA21E83E54}"/>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89F5B8BC-F419-4CA1-E922-5C6BD74C44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5B55255-A166-306E-DCB7-00EE3A4EE35F}"/>
              </a:ext>
            </a:extLst>
          </p:cNvPr>
          <p:cNvSpPr>
            <a:spLocks noGrp="1" noChangeArrowheads="1"/>
          </p:cNvSpPr>
          <p:nvPr>
            <p:ph type="sldNum" sz="quarter" idx="12"/>
          </p:nvPr>
        </p:nvSpPr>
        <p:spPr>
          <a:ln/>
        </p:spPr>
        <p:txBody>
          <a:bodyPr/>
          <a:lstStyle>
            <a:lvl1pPr>
              <a:defRPr/>
            </a:lvl1pPr>
          </a:lstStyle>
          <a:p>
            <a:fld id="{5AD03E00-4B50-8645-8DAD-58A10190C8FF}" type="slidenum">
              <a:rPr lang="en-US" altLang="zh-CN"/>
              <a:pPr/>
              <a:t>‹#›</a:t>
            </a:fld>
            <a:endParaRPr lang="en-US" altLang="zh-CN"/>
          </a:p>
        </p:txBody>
      </p:sp>
    </p:spTree>
    <p:extLst>
      <p:ext uri="{BB962C8B-B14F-4D97-AF65-F5344CB8AC3E}">
        <p14:creationId xmlns:p14="http://schemas.microsoft.com/office/powerpoint/2010/main" val="461198995"/>
      </p:ext>
    </p:extLst>
  </p:cSld>
  <p:clrMapOvr>
    <a:masterClrMapping/>
  </p:clrMapOvr>
  <p:transition>
    <p:cover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F9AB1CCD-C5A1-3F5E-2AE4-69A9F1FD9B6B}"/>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8" name="Rectangle 5">
            <a:extLst>
              <a:ext uri="{FF2B5EF4-FFF2-40B4-BE49-F238E27FC236}">
                <a16:creationId xmlns:a16="http://schemas.microsoft.com/office/drawing/2014/main" id="{F39530D0-38BC-DC0B-16C3-15D10D27B0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FC7F7BA-28EE-7EDC-FF3B-E905340CAD06}"/>
              </a:ext>
            </a:extLst>
          </p:cNvPr>
          <p:cNvSpPr>
            <a:spLocks noGrp="1" noChangeArrowheads="1"/>
          </p:cNvSpPr>
          <p:nvPr>
            <p:ph type="sldNum" sz="quarter" idx="12"/>
          </p:nvPr>
        </p:nvSpPr>
        <p:spPr>
          <a:ln/>
        </p:spPr>
        <p:txBody>
          <a:bodyPr/>
          <a:lstStyle>
            <a:lvl1pPr>
              <a:defRPr/>
            </a:lvl1pPr>
          </a:lstStyle>
          <a:p>
            <a:fld id="{90F06E7C-0B65-4141-B95A-D135877B5456}" type="slidenum">
              <a:rPr lang="en-US" altLang="zh-CN"/>
              <a:pPr/>
              <a:t>‹#›</a:t>
            </a:fld>
            <a:endParaRPr lang="en-US" altLang="zh-CN"/>
          </a:p>
        </p:txBody>
      </p:sp>
    </p:spTree>
    <p:extLst>
      <p:ext uri="{BB962C8B-B14F-4D97-AF65-F5344CB8AC3E}">
        <p14:creationId xmlns:p14="http://schemas.microsoft.com/office/powerpoint/2010/main" val="3438202698"/>
      </p:ext>
    </p:extLst>
  </p:cSld>
  <p:clrMapOvr>
    <a:masterClrMapping/>
  </p:clrMapOvr>
  <p:transition>
    <p:cover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DDB8ABC4-7869-0CDA-A582-E8A23AD8ED68}"/>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4" name="Rectangle 5">
            <a:extLst>
              <a:ext uri="{FF2B5EF4-FFF2-40B4-BE49-F238E27FC236}">
                <a16:creationId xmlns:a16="http://schemas.microsoft.com/office/drawing/2014/main" id="{7E53CE2B-4496-E06B-8100-B9FE34ECF01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4D6E766-DD5D-41F7-A73B-A5B4A3948755}"/>
              </a:ext>
            </a:extLst>
          </p:cNvPr>
          <p:cNvSpPr>
            <a:spLocks noGrp="1" noChangeArrowheads="1"/>
          </p:cNvSpPr>
          <p:nvPr>
            <p:ph type="sldNum" sz="quarter" idx="12"/>
          </p:nvPr>
        </p:nvSpPr>
        <p:spPr>
          <a:ln/>
        </p:spPr>
        <p:txBody>
          <a:bodyPr/>
          <a:lstStyle>
            <a:lvl1pPr>
              <a:defRPr/>
            </a:lvl1pPr>
          </a:lstStyle>
          <a:p>
            <a:fld id="{62253270-5350-1E41-B09A-754DC382CE11}" type="slidenum">
              <a:rPr lang="en-US" altLang="zh-CN"/>
              <a:pPr/>
              <a:t>‹#›</a:t>
            </a:fld>
            <a:endParaRPr lang="en-US" altLang="zh-CN"/>
          </a:p>
        </p:txBody>
      </p:sp>
    </p:spTree>
    <p:extLst>
      <p:ext uri="{BB962C8B-B14F-4D97-AF65-F5344CB8AC3E}">
        <p14:creationId xmlns:p14="http://schemas.microsoft.com/office/powerpoint/2010/main" val="1009226706"/>
      </p:ext>
    </p:extLst>
  </p:cSld>
  <p:clrMapOvr>
    <a:masterClrMapping/>
  </p:clrMapOvr>
  <p:transition>
    <p:cover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1D56B2A-1685-0650-29D4-FE07B0F91D0D}"/>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3" name="Rectangle 5">
            <a:extLst>
              <a:ext uri="{FF2B5EF4-FFF2-40B4-BE49-F238E27FC236}">
                <a16:creationId xmlns:a16="http://schemas.microsoft.com/office/drawing/2014/main" id="{BF6A72D5-128F-1DBD-EFF5-23BC09A086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93591757-D0CE-1966-79A2-3E7DB6630722}"/>
              </a:ext>
            </a:extLst>
          </p:cNvPr>
          <p:cNvSpPr>
            <a:spLocks noGrp="1" noChangeArrowheads="1"/>
          </p:cNvSpPr>
          <p:nvPr>
            <p:ph type="sldNum" sz="quarter" idx="12"/>
          </p:nvPr>
        </p:nvSpPr>
        <p:spPr>
          <a:ln/>
        </p:spPr>
        <p:txBody>
          <a:bodyPr/>
          <a:lstStyle>
            <a:lvl1pPr>
              <a:defRPr/>
            </a:lvl1pPr>
          </a:lstStyle>
          <a:p>
            <a:fld id="{A13EFBA6-142F-5B45-B676-6AD46C5DC9B2}" type="slidenum">
              <a:rPr lang="en-US" altLang="zh-CN"/>
              <a:pPr/>
              <a:t>‹#›</a:t>
            </a:fld>
            <a:endParaRPr lang="en-US" altLang="zh-CN"/>
          </a:p>
        </p:txBody>
      </p:sp>
    </p:spTree>
    <p:extLst>
      <p:ext uri="{BB962C8B-B14F-4D97-AF65-F5344CB8AC3E}">
        <p14:creationId xmlns:p14="http://schemas.microsoft.com/office/powerpoint/2010/main" val="1514262164"/>
      </p:ext>
    </p:extLst>
  </p:cSld>
  <p:clrMapOvr>
    <a:masterClrMapping/>
  </p:clrMapOvr>
  <p:transition>
    <p:cover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C943B9C-EF93-368D-278C-FA74D4906C6B}"/>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CDAA02F7-6534-40CA-7D7E-EBC8917CFA4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04B8DC0-1B0A-3560-4D66-554B169B7393}"/>
              </a:ext>
            </a:extLst>
          </p:cNvPr>
          <p:cNvSpPr>
            <a:spLocks noGrp="1" noChangeArrowheads="1"/>
          </p:cNvSpPr>
          <p:nvPr>
            <p:ph type="sldNum" sz="quarter" idx="12"/>
          </p:nvPr>
        </p:nvSpPr>
        <p:spPr>
          <a:ln/>
        </p:spPr>
        <p:txBody>
          <a:bodyPr/>
          <a:lstStyle>
            <a:lvl1pPr>
              <a:defRPr/>
            </a:lvl1pPr>
          </a:lstStyle>
          <a:p>
            <a:fld id="{E47C0BC0-BC75-EB43-9E3A-3DA775DE7A24}" type="slidenum">
              <a:rPr lang="en-US" altLang="zh-CN"/>
              <a:pPr/>
              <a:t>‹#›</a:t>
            </a:fld>
            <a:endParaRPr lang="en-US" altLang="zh-CN"/>
          </a:p>
        </p:txBody>
      </p:sp>
    </p:spTree>
    <p:extLst>
      <p:ext uri="{BB962C8B-B14F-4D97-AF65-F5344CB8AC3E}">
        <p14:creationId xmlns:p14="http://schemas.microsoft.com/office/powerpoint/2010/main" val="593118032"/>
      </p:ext>
    </p:extLst>
  </p:cSld>
  <p:clrMapOvr>
    <a:masterClrMapping/>
  </p:clrMapOvr>
  <p:transition>
    <p:cover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D557495-6352-0E81-D737-98BB6CAE20D4}"/>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5BA242C3-CCB0-4ED3-9618-349A8C7E66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57D3653-6D11-8932-230A-31E3BADA982B}"/>
              </a:ext>
            </a:extLst>
          </p:cNvPr>
          <p:cNvSpPr>
            <a:spLocks noGrp="1" noChangeArrowheads="1"/>
          </p:cNvSpPr>
          <p:nvPr>
            <p:ph type="sldNum" sz="quarter" idx="12"/>
          </p:nvPr>
        </p:nvSpPr>
        <p:spPr>
          <a:ln/>
        </p:spPr>
        <p:txBody>
          <a:bodyPr/>
          <a:lstStyle>
            <a:lvl1pPr>
              <a:defRPr/>
            </a:lvl1pPr>
          </a:lstStyle>
          <a:p>
            <a:fld id="{143F5F8B-141C-CC49-A00C-ECF604032501}" type="slidenum">
              <a:rPr lang="en-US" altLang="zh-CN"/>
              <a:pPr/>
              <a:t>‹#›</a:t>
            </a:fld>
            <a:endParaRPr lang="en-US" altLang="zh-CN"/>
          </a:p>
        </p:txBody>
      </p:sp>
    </p:spTree>
    <p:extLst>
      <p:ext uri="{BB962C8B-B14F-4D97-AF65-F5344CB8AC3E}">
        <p14:creationId xmlns:p14="http://schemas.microsoft.com/office/powerpoint/2010/main" val="445410514"/>
      </p:ext>
    </p:extLst>
  </p:cSld>
  <p:clrMapOvr>
    <a:masterClrMapping/>
  </p:clrMapOvr>
  <p:transition>
    <p:cover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42B2FE1-A33E-60C4-46B6-227C95CFDA4B}"/>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769D21D5-939E-A96D-819A-6C6F9F6DAB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5BE1E39-7F0D-D24C-D1CA-4FD88781B3AB}"/>
              </a:ext>
            </a:extLst>
          </p:cNvPr>
          <p:cNvSpPr>
            <a:spLocks noGrp="1" noChangeArrowheads="1"/>
          </p:cNvSpPr>
          <p:nvPr>
            <p:ph type="sldNum" sz="quarter" idx="12"/>
          </p:nvPr>
        </p:nvSpPr>
        <p:spPr>
          <a:ln/>
        </p:spPr>
        <p:txBody>
          <a:bodyPr/>
          <a:lstStyle>
            <a:lvl1pPr>
              <a:defRPr/>
            </a:lvl1pPr>
          </a:lstStyle>
          <a:p>
            <a:fld id="{89075365-FC52-A049-A177-71008548C538}" type="slidenum">
              <a:rPr lang="en-US" altLang="zh-CN"/>
              <a:pPr/>
              <a:t>‹#›</a:t>
            </a:fld>
            <a:endParaRPr lang="en-US" altLang="zh-CN"/>
          </a:p>
        </p:txBody>
      </p:sp>
    </p:spTree>
    <p:extLst>
      <p:ext uri="{BB962C8B-B14F-4D97-AF65-F5344CB8AC3E}">
        <p14:creationId xmlns:p14="http://schemas.microsoft.com/office/powerpoint/2010/main" val="2813718818"/>
      </p:ext>
    </p:extLst>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188913"/>
            <a:ext cx="2108200" cy="59769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88913"/>
            <a:ext cx="6175375" cy="5976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0608268-5AA2-31B2-1CBC-C939F55FC6AC}"/>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32C5A53A-5AB3-7178-A4FD-B5F2AB3ED0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63E85AC-3283-F4E0-2471-047B1670F817}"/>
              </a:ext>
            </a:extLst>
          </p:cNvPr>
          <p:cNvSpPr>
            <a:spLocks noGrp="1" noChangeArrowheads="1"/>
          </p:cNvSpPr>
          <p:nvPr>
            <p:ph type="sldNum" sz="quarter" idx="12"/>
          </p:nvPr>
        </p:nvSpPr>
        <p:spPr>
          <a:ln/>
        </p:spPr>
        <p:txBody>
          <a:bodyPr/>
          <a:lstStyle>
            <a:lvl1pPr>
              <a:defRPr/>
            </a:lvl1pPr>
          </a:lstStyle>
          <a:p>
            <a:fld id="{DD59ECEE-BEDF-DA4B-B61B-3F0226C2D09C}" type="slidenum">
              <a:rPr lang="en-US" altLang="zh-CN"/>
              <a:pPr/>
              <a:t>‹#›</a:t>
            </a:fld>
            <a:endParaRPr lang="en-US" altLang="zh-CN"/>
          </a:p>
        </p:txBody>
      </p:sp>
    </p:spTree>
    <p:extLst>
      <p:ext uri="{BB962C8B-B14F-4D97-AF65-F5344CB8AC3E}">
        <p14:creationId xmlns:p14="http://schemas.microsoft.com/office/powerpoint/2010/main" val="692443859"/>
      </p:ext>
    </p:extLst>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4D3FEE30-5CAF-9321-F032-55B0B6883693}"/>
              </a:ext>
            </a:extLst>
          </p:cNvPr>
          <p:cNvSpPr>
            <a:spLocks/>
          </p:cNvSpPr>
          <p:nvPr/>
        </p:nvSpPr>
        <p:spPr bwMode="auto">
          <a:xfrm>
            <a:off x="4760913" y="20638"/>
            <a:ext cx="4438650" cy="4038600"/>
          </a:xfrm>
          <a:custGeom>
            <a:avLst/>
            <a:gdLst>
              <a:gd name="T0" fmla="*/ 1520001873 w 546"/>
              <a:gd name="T1" fmla="*/ 264126065 h 497"/>
              <a:gd name="T2" fmla="*/ 726954943 w 546"/>
              <a:gd name="T3" fmla="*/ 2147483646 h 497"/>
              <a:gd name="T4" fmla="*/ 1652177716 w 546"/>
              <a:gd name="T5" fmla="*/ 2147483646 h 497"/>
              <a:gd name="T6" fmla="*/ 2147483646 w 546"/>
              <a:gd name="T7" fmla="*/ 2147483646 h 497"/>
              <a:gd name="T8" fmla="*/ 2147483646 w 546"/>
              <a:gd name="T9" fmla="*/ 2147483646 h 497"/>
              <a:gd name="T10" fmla="*/ 2147483646 w 546"/>
              <a:gd name="T11" fmla="*/ 2147483646 h 497"/>
              <a:gd name="T12" fmla="*/ 2147483646 w 546"/>
              <a:gd name="T13" fmla="*/ 2147483646 h 497"/>
              <a:gd name="T14" fmla="*/ 2147483646 w 546"/>
              <a:gd name="T15" fmla="*/ 2147483646 h 497"/>
              <a:gd name="T16" fmla="*/ 2147483646 w 546"/>
              <a:gd name="T17" fmla="*/ 1056496135 h 497"/>
              <a:gd name="T18" fmla="*/ 2147483646 w 546"/>
              <a:gd name="T19" fmla="*/ 1914905847 h 497"/>
              <a:gd name="T20" fmla="*/ 2147483646 w 546"/>
              <a:gd name="T21" fmla="*/ 726346679 h 497"/>
              <a:gd name="T22" fmla="*/ 2147483646 w 546"/>
              <a:gd name="T23" fmla="*/ 132063033 h 497"/>
              <a:gd name="T24" fmla="*/ 1520001873 w 546"/>
              <a:gd name="T25" fmla="*/ 264126065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5" name="Group 3">
            <a:extLst>
              <a:ext uri="{FF2B5EF4-FFF2-40B4-BE49-F238E27FC236}">
                <a16:creationId xmlns:a16="http://schemas.microsoft.com/office/drawing/2014/main" id="{FECEFBDF-6DDD-C60D-FFFF-1310AF151085}"/>
              </a:ext>
            </a:extLst>
          </p:cNvPr>
          <p:cNvGrpSpPr>
            <a:grpSpLocks/>
          </p:cNvGrpSpPr>
          <p:nvPr/>
        </p:nvGrpSpPr>
        <p:grpSpPr bwMode="auto">
          <a:xfrm>
            <a:off x="4572000" y="28575"/>
            <a:ext cx="4756150" cy="4338638"/>
            <a:chOff x="2918" y="18"/>
            <a:chExt cx="2958" cy="2699"/>
          </a:xfrm>
        </p:grpSpPr>
        <p:sp>
          <p:nvSpPr>
            <p:cNvPr id="6" name="Freeform 4">
              <a:extLst>
                <a:ext uri="{FF2B5EF4-FFF2-40B4-BE49-F238E27FC236}">
                  <a16:creationId xmlns:a16="http://schemas.microsoft.com/office/drawing/2014/main" id="{47EF9C38-B60C-AF67-1DB2-BBD2E66E73C6}"/>
                </a:ext>
              </a:extLst>
            </p:cNvPr>
            <p:cNvSpPr>
              <a:spLocks/>
            </p:cNvSpPr>
            <p:nvPr/>
          </p:nvSpPr>
          <p:spPr bwMode="auto">
            <a:xfrm>
              <a:off x="3060" y="18"/>
              <a:ext cx="490" cy="187"/>
            </a:xfrm>
            <a:custGeom>
              <a:avLst/>
              <a:gdLst>
                <a:gd name="T0" fmla="*/ 1814 w 97"/>
                <a:gd name="T1" fmla="*/ 637 h 37"/>
                <a:gd name="T2" fmla="*/ 2324 w 97"/>
                <a:gd name="T3" fmla="*/ 510 h 37"/>
                <a:gd name="T4" fmla="*/ 2349 w 97"/>
                <a:gd name="T5" fmla="*/ 435 h 37"/>
                <a:gd name="T6" fmla="*/ 2248 w 97"/>
                <a:gd name="T7" fmla="*/ 0 h 37"/>
                <a:gd name="T8" fmla="*/ 636 w 97"/>
                <a:gd name="T9" fmla="*/ 0 h 37"/>
                <a:gd name="T10" fmla="*/ 258 w 97"/>
                <a:gd name="T11" fmla="*/ 561 h 37"/>
                <a:gd name="T12" fmla="*/ 1814 w 97"/>
                <a:gd name="T13" fmla="*/ 637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 name="Freeform 5">
              <a:extLst>
                <a:ext uri="{FF2B5EF4-FFF2-40B4-BE49-F238E27FC236}">
                  <a16:creationId xmlns:a16="http://schemas.microsoft.com/office/drawing/2014/main" id="{C3B78920-E21E-8F09-FBE9-0E46B379D7B0}"/>
                </a:ext>
              </a:extLst>
            </p:cNvPr>
            <p:cNvSpPr>
              <a:spLocks noEditPoints="1"/>
            </p:cNvSpPr>
            <p:nvPr/>
          </p:nvSpPr>
          <p:spPr bwMode="auto">
            <a:xfrm>
              <a:off x="2918" y="18"/>
              <a:ext cx="2958" cy="2699"/>
            </a:xfrm>
            <a:custGeom>
              <a:avLst/>
              <a:gdLst>
                <a:gd name="T0" fmla="*/ 12884 w 585"/>
                <a:gd name="T1" fmla="*/ 25 h 534"/>
                <a:gd name="T2" fmla="*/ 4015 w 585"/>
                <a:gd name="T3" fmla="*/ 0 h 534"/>
                <a:gd name="T4" fmla="*/ 5754 w 585"/>
                <a:gd name="T5" fmla="*/ 536 h 534"/>
                <a:gd name="T6" fmla="*/ 4450 w 585"/>
                <a:gd name="T7" fmla="*/ 996 h 534"/>
                <a:gd name="T8" fmla="*/ 5294 w 585"/>
                <a:gd name="T9" fmla="*/ 1814 h 534"/>
                <a:gd name="T10" fmla="*/ 1891 w 585"/>
                <a:gd name="T11" fmla="*/ 1531 h 534"/>
                <a:gd name="T12" fmla="*/ 662 w 585"/>
                <a:gd name="T13" fmla="*/ 1607 h 534"/>
                <a:gd name="T14" fmla="*/ 5087 w 585"/>
                <a:gd name="T15" fmla="*/ 12439 h 534"/>
                <a:gd name="T16" fmla="*/ 3681 w 585"/>
                <a:gd name="T17" fmla="*/ 8714 h 534"/>
                <a:gd name="T18" fmla="*/ 2685 w 585"/>
                <a:gd name="T19" fmla="*/ 9603 h 534"/>
                <a:gd name="T20" fmla="*/ 2402 w 585"/>
                <a:gd name="T21" fmla="*/ 11114 h 534"/>
                <a:gd name="T22" fmla="*/ 3170 w 585"/>
                <a:gd name="T23" fmla="*/ 6768 h 534"/>
                <a:gd name="T24" fmla="*/ 3914 w 585"/>
                <a:gd name="T25" fmla="*/ 5823 h 534"/>
                <a:gd name="T26" fmla="*/ 5345 w 585"/>
                <a:gd name="T27" fmla="*/ 6055 h 534"/>
                <a:gd name="T28" fmla="*/ 4809 w 585"/>
                <a:gd name="T29" fmla="*/ 7819 h 534"/>
                <a:gd name="T30" fmla="*/ 4910 w 585"/>
                <a:gd name="T31" fmla="*/ 10088 h 534"/>
                <a:gd name="T32" fmla="*/ 13167 w 585"/>
                <a:gd name="T33" fmla="*/ 12338 h 534"/>
                <a:gd name="T34" fmla="*/ 11610 w 585"/>
                <a:gd name="T35" fmla="*/ 10907 h 534"/>
                <a:gd name="T36" fmla="*/ 10866 w 585"/>
                <a:gd name="T37" fmla="*/ 8815 h 534"/>
                <a:gd name="T38" fmla="*/ 10123 w 585"/>
                <a:gd name="T39" fmla="*/ 6899 h 534"/>
                <a:gd name="T40" fmla="*/ 11761 w 585"/>
                <a:gd name="T41" fmla="*/ 6540 h 534"/>
                <a:gd name="T42" fmla="*/ 10406 w 585"/>
                <a:gd name="T43" fmla="*/ 5696 h 534"/>
                <a:gd name="T44" fmla="*/ 11225 w 585"/>
                <a:gd name="T45" fmla="*/ 5772 h 534"/>
                <a:gd name="T46" fmla="*/ 11200 w 585"/>
                <a:gd name="T47" fmla="*/ 5337 h 534"/>
                <a:gd name="T48" fmla="*/ 9612 w 585"/>
                <a:gd name="T49" fmla="*/ 5388 h 534"/>
                <a:gd name="T50" fmla="*/ 9127 w 585"/>
                <a:gd name="T51" fmla="*/ 8764 h 534"/>
                <a:gd name="T52" fmla="*/ 8874 w 585"/>
                <a:gd name="T53" fmla="*/ 5873 h 534"/>
                <a:gd name="T54" fmla="*/ 8464 w 585"/>
                <a:gd name="T55" fmla="*/ 4650 h 534"/>
                <a:gd name="T56" fmla="*/ 8874 w 585"/>
                <a:gd name="T57" fmla="*/ 3472 h 534"/>
                <a:gd name="T58" fmla="*/ 8667 w 585"/>
                <a:gd name="T59" fmla="*/ 2527 h 534"/>
                <a:gd name="T60" fmla="*/ 8464 w 585"/>
                <a:gd name="T61" fmla="*/ 1582 h 534"/>
                <a:gd name="T62" fmla="*/ 9435 w 585"/>
                <a:gd name="T63" fmla="*/ 2633 h 534"/>
                <a:gd name="T64" fmla="*/ 10608 w 585"/>
                <a:gd name="T65" fmla="*/ 1203 h 534"/>
                <a:gd name="T66" fmla="*/ 10457 w 585"/>
                <a:gd name="T67" fmla="*/ 2426 h 534"/>
                <a:gd name="T68" fmla="*/ 10254 w 585"/>
                <a:gd name="T69" fmla="*/ 3321 h 534"/>
                <a:gd name="T70" fmla="*/ 10254 w 585"/>
                <a:gd name="T71" fmla="*/ 4625 h 534"/>
                <a:gd name="T72" fmla="*/ 14264 w 585"/>
                <a:gd name="T73" fmla="*/ 4625 h 534"/>
                <a:gd name="T74" fmla="*/ 14163 w 585"/>
                <a:gd name="T75" fmla="*/ 1941 h 534"/>
                <a:gd name="T76" fmla="*/ 6366 w 585"/>
                <a:gd name="T77" fmla="*/ 1764 h 534"/>
                <a:gd name="T78" fmla="*/ 7494 w 585"/>
                <a:gd name="T79" fmla="*/ 2376 h 534"/>
                <a:gd name="T80" fmla="*/ 4374 w 585"/>
                <a:gd name="T81" fmla="*/ 4984 h 534"/>
                <a:gd name="T82" fmla="*/ 1765 w 585"/>
                <a:gd name="T83" fmla="*/ 2502 h 534"/>
                <a:gd name="T84" fmla="*/ 4884 w 585"/>
                <a:gd name="T85" fmla="*/ 2709 h 534"/>
                <a:gd name="T86" fmla="*/ 5623 w 585"/>
                <a:gd name="T87" fmla="*/ 2684 h 534"/>
                <a:gd name="T88" fmla="*/ 7721 w 585"/>
                <a:gd name="T89" fmla="*/ 3093 h 534"/>
                <a:gd name="T90" fmla="*/ 7059 w 585"/>
                <a:gd name="T91" fmla="*/ 6540 h 534"/>
                <a:gd name="T92" fmla="*/ 6649 w 585"/>
                <a:gd name="T93" fmla="*/ 3498 h 534"/>
                <a:gd name="T94" fmla="*/ 4374 w 585"/>
                <a:gd name="T95" fmla="*/ 4984 h 534"/>
                <a:gd name="T96" fmla="*/ 5704 w 585"/>
                <a:gd name="T97" fmla="*/ 5747 h 534"/>
                <a:gd name="T98" fmla="*/ 6315 w 585"/>
                <a:gd name="T99" fmla="*/ 4038 h 534"/>
                <a:gd name="T100" fmla="*/ 8333 w 585"/>
                <a:gd name="T101" fmla="*/ 7460 h 534"/>
                <a:gd name="T102" fmla="*/ 5496 w 585"/>
                <a:gd name="T103" fmla="*/ 8198 h 534"/>
                <a:gd name="T104" fmla="*/ 7898 w 585"/>
                <a:gd name="T105" fmla="*/ 7076 h 534"/>
                <a:gd name="T106" fmla="*/ 8131 w 585"/>
                <a:gd name="T107" fmla="*/ 3396 h 534"/>
                <a:gd name="T108" fmla="*/ 8004 w 585"/>
                <a:gd name="T109" fmla="*/ 5443 h 534"/>
                <a:gd name="T110" fmla="*/ 7645 w 585"/>
                <a:gd name="T111" fmla="*/ 3680 h 534"/>
                <a:gd name="T112" fmla="*/ 12965 w 585"/>
                <a:gd name="T113" fmla="*/ 4574 h 534"/>
                <a:gd name="T114" fmla="*/ 11786 w 585"/>
                <a:gd name="T115" fmla="*/ 4139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 name="Freeform 6">
              <a:extLst>
                <a:ext uri="{FF2B5EF4-FFF2-40B4-BE49-F238E27FC236}">
                  <a16:creationId xmlns:a16="http://schemas.microsoft.com/office/drawing/2014/main" id="{FF3E8F6C-223B-D795-0C13-E83C781EE9F8}"/>
                </a:ext>
              </a:extLst>
            </p:cNvPr>
            <p:cNvSpPr>
              <a:spLocks/>
            </p:cNvSpPr>
            <p:nvPr/>
          </p:nvSpPr>
          <p:spPr bwMode="auto">
            <a:xfrm>
              <a:off x="3621" y="1287"/>
              <a:ext cx="238" cy="283"/>
            </a:xfrm>
            <a:custGeom>
              <a:avLst/>
              <a:gdLst>
                <a:gd name="T0" fmla="*/ 1028 w 47"/>
                <a:gd name="T1" fmla="*/ 384 h 56"/>
                <a:gd name="T2" fmla="*/ 694 w 47"/>
                <a:gd name="T3" fmla="*/ 1430 h 56"/>
                <a:gd name="T4" fmla="*/ 1028 w 47"/>
                <a:gd name="T5" fmla="*/ 384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 name="Freeform 7">
              <a:extLst>
                <a:ext uri="{FF2B5EF4-FFF2-40B4-BE49-F238E27FC236}">
                  <a16:creationId xmlns:a16="http://schemas.microsoft.com/office/drawing/2014/main" id="{80D1F8D5-B5EC-0D27-4B10-7817DB968F19}"/>
                </a:ext>
              </a:extLst>
            </p:cNvPr>
            <p:cNvSpPr>
              <a:spLocks/>
            </p:cNvSpPr>
            <p:nvPr/>
          </p:nvSpPr>
          <p:spPr bwMode="auto">
            <a:xfrm>
              <a:off x="3403" y="1403"/>
              <a:ext cx="208" cy="379"/>
            </a:xfrm>
            <a:custGeom>
              <a:avLst/>
              <a:gdLst>
                <a:gd name="T0" fmla="*/ 487 w 41"/>
                <a:gd name="T1" fmla="*/ 687 h 75"/>
                <a:gd name="T2" fmla="*/ 309 w 41"/>
                <a:gd name="T3" fmla="*/ 1764 h 75"/>
                <a:gd name="T4" fmla="*/ 1030 w 41"/>
                <a:gd name="T5" fmla="*/ 1147 h 75"/>
                <a:gd name="T6" fmla="*/ 954 w 41"/>
                <a:gd name="T7" fmla="*/ 611 h 75"/>
                <a:gd name="T8" fmla="*/ 487 w 41"/>
                <a:gd name="T9" fmla="*/ 687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 name="Freeform 8">
              <a:extLst>
                <a:ext uri="{FF2B5EF4-FFF2-40B4-BE49-F238E27FC236}">
                  <a16:creationId xmlns:a16="http://schemas.microsoft.com/office/drawing/2014/main" id="{0CA59044-631F-59E6-F143-1064414AD144}"/>
                </a:ext>
              </a:extLst>
            </p:cNvPr>
            <p:cNvSpPr>
              <a:spLocks/>
            </p:cNvSpPr>
            <p:nvPr/>
          </p:nvSpPr>
          <p:spPr bwMode="auto">
            <a:xfrm>
              <a:off x="3272" y="645"/>
              <a:ext cx="683" cy="318"/>
            </a:xfrm>
            <a:custGeom>
              <a:avLst/>
              <a:gdLst>
                <a:gd name="T0" fmla="*/ 2869 w 135"/>
                <a:gd name="T1" fmla="*/ 101 h 63"/>
                <a:gd name="T2" fmla="*/ 612 w 135"/>
                <a:gd name="T3" fmla="*/ 101 h 63"/>
                <a:gd name="T4" fmla="*/ 51 w 135"/>
                <a:gd name="T5" fmla="*/ 636 h 63"/>
                <a:gd name="T6" fmla="*/ 1538 w 135"/>
                <a:gd name="T7" fmla="*/ 1479 h 63"/>
                <a:gd name="T8" fmla="*/ 2459 w 135"/>
                <a:gd name="T9" fmla="*/ 1378 h 63"/>
                <a:gd name="T10" fmla="*/ 2894 w 135"/>
                <a:gd name="T11" fmla="*/ 1353 h 63"/>
                <a:gd name="T12" fmla="*/ 2869 w 135"/>
                <a:gd name="T13" fmla="*/ 101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 name="Freeform 9">
              <a:extLst>
                <a:ext uri="{FF2B5EF4-FFF2-40B4-BE49-F238E27FC236}">
                  <a16:creationId xmlns:a16="http://schemas.microsoft.com/office/drawing/2014/main" id="{ED73A9FE-C48A-3C18-C709-EBF08E6D9587}"/>
                </a:ext>
              </a:extLst>
            </p:cNvPr>
            <p:cNvSpPr>
              <a:spLocks/>
            </p:cNvSpPr>
            <p:nvPr/>
          </p:nvSpPr>
          <p:spPr bwMode="auto">
            <a:xfrm>
              <a:off x="4046" y="1545"/>
              <a:ext cx="490" cy="515"/>
            </a:xfrm>
            <a:custGeom>
              <a:avLst/>
              <a:gdLst>
                <a:gd name="T0" fmla="*/ 1707 w 97"/>
                <a:gd name="T1" fmla="*/ 126 h 102"/>
                <a:gd name="T2" fmla="*/ 793 w 97"/>
                <a:gd name="T3" fmla="*/ 126 h 102"/>
                <a:gd name="T4" fmla="*/ 308 w 97"/>
                <a:gd name="T5" fmla="*/ 1454 h 102"/>
                <a:gd name="T6" fmla="*/ 2016 w 97"/>
                <a:gd name="T7" fmla="*/ 1580 h 102"/>
                <a:gd name="T8" fmla="*/ 1707 w 97"/>
                <a:gd name="T9" fmla="*/ 12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 name="Freeform 10">
              <a:extLst>
                <a:ext uri="{FF2B5EF4-FFF2-40B4-BE49-F238E27FC236}">
                  <a16:creationId xmlns:a16="http://schemas.microsoft.com/office/drawing/2014/main" id="{EEB81DA1-8AD4-19D7-EBE6-EE9E272D5B5B}"/>
                </a:ext>
              </a:extLst>
            </p:cNvPr>
            <p:cNvSpPr>
              <a:spLocks/>
            </p:cNvSpPr>
            <p:nvPr/>
          </p:nvSpPr>
          <p:spPr bwMode="auto">
            <a:xfrm>
              <a:off x="5173" y="1024"/>
              <a:ext cx="501" cy="96"/>
            </a:xfrm>
            <a:custGeom>
              <a:avLst/>
              <a:gdLst>
                <a:gd name="T0" fmla="*/ 385 w 99"/>
                <a:gd name="T1" fmla="*/ 0 h 19"/>
                <a:gd name="T2" fmla="*/ 1022 w 99"/>
                <a:gd name="T3" fmla="*/ 384 h 19"/>
                <a:gd name="T4" fmla="*/ 385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 name="Freeform 11">
              <a:extLst>
                <a:ext uri="{FF2B5EF4-FFF2-40B4-BE49-F238E27FC236}">
                  <a16:creationId xmlns:a16="http://schemas.microsoft.com/office/drawing/2014/main" id="{6393C7D5-2F6E-422E-AF9F-1409BB4CBFDC}"/>
                </a:ext>
              </a:extLst>
            </p:cNvPr>
            <p:cNvSpPr>
              <a:spLocks/>
            </p:cNvSpPr>
            <p:nvPr/>
          </p:nvSpPr>
          <p:spPr bwMode="auto">
            <a:xfrm>
              <a:off x="5340" y="1004"/>
              <a:ext cx="385" cy="237"/>
            </a:xfrm>
            <a:custGeom>
              <a:avLst/>
              <a:gdLst>
                <a:gd name="T0" fmla="*/ 537 w 76"/>
                <a:gd name="T1" fmla="*/ 943 h 47"/>
                <a:gd name="T2" fmla="*/ 1798 w 76"/>
                <a:gd name="T3" fmla="*/ 434 h 47"/>
                <a:gd name="T4" fmla="*/ 1231 w 76"/>
                <a:gd name="T5" fmla="*/ 76 h 47"/>
                <a:gd name="T6" fmla="*/ 486 w 76"/>
                <a:gd name="T7" fmla="*/ 812 h 47"/>
                <a:gd name="T8" fmla="*/ 537 w 76"/>
                <a:gd name="T9" fmla="*/ 943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 name="Freeform 12">
              <a:extLst>
                <a:ext uri="{FF2B5EF4-FFF2-40B4-BE49-F238E27FC236}">
                  <a16:creationId xmlns:a16="http://schemas.microsoft.com/office/drawing/2014/main" id="{709F9153-EBCD-2282-65AB-AA10F89177D5}"/>
                </a:ext>
              </a:extLst>
            </p:cNvPr>
            <p:cNvSpPr>
              <a:spLocks/>
            </p:cNvSpPr>
            <p:nvPr/>
          </p:nvSpPr>
          <p:spPr bwMode="auto">
            <a:xfrm>
              <a:off x="5325" y="1201"/>
              <a:ext cx="415" cy="187"/>
            </a:xfrm>
            <a:custGeom>
              <a:avLst/>
              <a:gdLst>
                <a:gd name="T0" fmla="*/ 1842 w 82"/>
                <a:gd name="T1" fmla="*/ 152 h 37"/>
                <a:gd name="T2" fmla="*/ 612 w 82"/>
                <a:gd name="T3" fmla="*/ 435 h 37"/>
                <a:gd name="T4" fmla="*/ 435 w 82"/>
                <a:gd name="T5" fmla="*/ 662 h 37"/>
                <a:gd name="T6" fmla="*/ 1948 w 82"/>
                <a:gd name="T7" fmla="*/ 586 h 37"/>
                <a:gd name="T8" fmla="*/ 2100 w 82"/>
                <a:gd name="T9" fmla="*/ 510 h 37"/>
                <a:gd name="T10" fmla="*/ 2100 w 82"/>
                <a:gd name="T11" fmla="*/ 0 h 37"/>
                <a:gd name="T12" fmla="*/ 1842 w 82"/>
                <a:gd name="T13" fmla="*/ 152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 name="Freeform 13">
              <a:extLst>
                <a:ext uri="{FF2B5EF4-FFF2-40B4-BE49-F238E27FC236}">
                  <a16:creationId xmlns:a16="http://schemas.microsoft.com/office/drawing/2014/main" id="{D42B7902-E896-85CC-042A-E95A00A1D09B}"/>
                </a:ext>
              </a:extLst>
            </p:cNvPr>
            <p:cNvSpPr>
              <a:spLocks/>
            </p:cNvSpPr>
            <p:nvPr/>
          </p:nvSpPr>
          <p:spPr bwMode="auto">
            <a:xfrm>
              <a:off x="5001" y="1378"/>
              <a:ext cx="698" cy="167"/>
            </a:xfrm>
            <a:custGeom>
              <a:avLst/>
              <a:gdLst>
                <a:gd name="T0" fmla="*/ 536 w 138"/>
                <a:gd name="T1" fmla="*/ 25 h 33"/>
                <a:gd name="T2" fmla="*/ 202 w 138"/>
                <a:gd name="T3" fmla="*/ 359 h 33"/>
                <a:gd name="T4" fmla="*/ 1457 w 138"/>
                <a:gd name="T5" fmla="*/ 562 h 33"/>
                <a:gd name="T6" fmla="*/ 2994 w 138"/>
                <a:gd name="T7" fmla="*/ 587 h 33"/>
                <a:gd name="T8" fmla="*/ 2918 w 138"/>
                <a:gd name="T9" fmla="*/ 202 h 33"/>
                <a:gd name="T10" fmla="*/ 2099 w 138"/>
                <a:gd name="T11" fmla="*/ 76 h 33"/>
                <a:gd name="T12" fmla="*/ 536 w 138"/>
                <a:gd name="T13" fmla="*/ 2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 name="Freeform 14">
              <a:extLst>
                <a:ext uri="{FF2B5EF4-FFF2-40B4-BE49-F238E27FC236}">
                  <a16:creationId xmlns:a16="http://schemas.microsoft.com/office/drawing/2014/main" id="{12F8580B-39F9-5A44-0128-E2FB639F1756}"/>
                </a:ext>
              </a:extLst>
            </p:cNvPr>
            <p:cNvSpPr>
              <a:spLocks/>
            </p:cNvSpPr>
            <p:nvPr/>
          </p:nvSpPr>
          <p:spPr bwMode="auto">
            <a:xfrm>
              <a:off x="5077" y="1540"/>
              <a:ext cx="567" cy="146"/>
            </a:xfrm>
            <a:custGeom>
              <a:avLst/>
              <a:gdLst>
                <a:gd name="T0" fmla="*/ 2511 w 112"/>
                <a:gd name="T1" fmla="*/ 483 h 29"/>
                <a:gd name="T2" fmla="*/ 2638 w 112"/>
                <a:gd name="T3" fmla="*/ 101 h 29"/>
                <a:gd name="T4" fmla="*/ 1898 w 112"/>
                <a:gd name="T5" fmla="*/ 252 h 29"/>
                <a:gd name="T6" fmla="*/ 921 w 112"/>
                <a:gd name="T7" fmla="*/ 151 h 29"/>
                <a:gd name="T8" fmla="*/ 51 w 112"/>
                <a:gd name="T9" fmla="*/ 101 h 29"/>
                <a:gd name="T10" fmla="*/ 2511 w 112"/>
                <a:gd name="T11" fmla="*/ 483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 name="Freeform 15">
              <a:extLst>
                <a:ext uri="{FF2B5EF4-FFF2-40B4-BE49-F238E27FC236}">
                  <a16:creationId xmlns:a16="http://schemas.microsoft.com/office/drawing/2014/main" id="{7B4A00C0-418F-4FB1-5359-A9E7DEEE9A86}"/>
                </a:ext>
              </a:extLst>
            </p:cNvPr>
            <p:cNvSpPr>
              <a:spLocks/>
            </p:cNvSpPr>
            <p:nvPr/>
          </p:nvSpPr>
          <p:spPr bwMode="auto">
            <a:xfrm>
              <a:off x="5042" y="1656"/>
              <a:ext cx="581" cy="480"/>
            </a:xfrm>
            <a:custGeom>
              <a:avLst/>
              <a:gdLst>
                <a:gd name="T0" fmla="*/ 76 w 115"/>
                <a:gd name="T1" fmla="*/ 1354 h 95"/>
                <a:gd name="T2" fmla="*/ 662 w 115"/>
                <a:gd name="T3" fmla="*/ 1379 h 95"/>
                <a:gd name="T4" fmla="*/ 1278 w 115"/>
                <a:gd name="T5" fmla="*/ 1965 h 95"/>
                <a:gd name="T6" fmla="*/ 1506 w 115"/>
                <a:gd name="T7" fmla="*/ 2142 h 95"/>
                <a:gd name="T8" fmla="*/ 2066 w 115"/>
                <a:gd name="T9" fmla="*/ 1329 h 95"/>
                <a:gd name="T10" fmla="*/ 2834 w 115"/>
                <a:gd name="T11" fmla="*/ 1329 h 95"/>
                <a:gd name="T12" fmla="*/ 2016 w 115"/>
                <a:gd name="T13" fmla="*/ 687 h 95"/>
                <a:gd name="T14" fmla="*/ 945 w 115"/>
                <a:gd name="T15" fmla="*/ 409 h 95"/>
                <a:gd name="T16" fmla="*/ 308 w 115"/>
                <a:gd name="T17" fmla="*/ 1046 h 95"/>
                <a:gd name="T18" fmla="*/ 76 w 115"/>
                <a:gd name="T19" fmla="*/ 1354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8" name="Freeform 16">
              <a:extLst>
                <a:ext uri="{FF2B5EF4-FFF2-40B4-BE49-F238E27FC236}">
                  <a16:creationId xmlns:a16="http://schemas.microsoft.com/office/drawing/2014/main" id="{487E724D-8D8B-194C-3BEB-6AE874006E3E}"/>
                </a:ext>
              </a:extLst>
            </p:cNvPr>
            <p:cNvSpPr>
              <a:spLocks/>
            </p:cNvSpPr>
            <p:nvPr/>
          </p:nvSpPr>
          <p:spPr bwMode="auto">
            <a:xfrm>
              <a:off x="5421" y="1464"/>
              <a:ext cx="329" cy="854"/>
            </a:xfrm>
            <a:custGeom>
              <a:avLst/>
              <a:gdLst>
                <a:gd name="T0" fmla="*/ 1306 w 65"/>
                <a:gd name="T1" fmla="*/ 1021 h 169"/>
                <a:gd name="T2" fmla="*/ 562 w 65"/>
                <a:gd name="T3" fmla="*/ 1253 h 169"/>
                <a:gd name="T4" fmla="*/ 562 w 65"/>
                <a:gd name="T5" fmla="*/ 1506 h 169"/>
                <a:gd name="T6" fmla="*/ 1281 w 65"/>
                <a:gd name="T7" fmla="*/ 2299 h 169"/>
                <a:gd name="T8" fmla="*/ 871 w 65"/>
                <a:gd name="T9" fmla="*/ 3012 h 169"/>
                <a:gd name="T10" fmla="*/ 0 w 65"/>
                <a:gd name="T11" fmla="*/ 3780 h 169"/>
                <a:gd name="T12" fmla="*/ 435 w 65"/>
                <a:gd name="T13" fmla="*/ 3957 h 169"/>
                <a:gd name="T14" fmla="*/ 1205 w 65"/>
                <a:gd name="T15" fmla="*/ 4240 h 169"/>
                <a:gd name="T16" fmla="*/ 1615 w 65"/>
                <a:gd name="T17" fmla="*/ 4139 h 169"/>
                <a:gd name="T18" fmla="*/ 1665 w 65"/>
                <a:gd name="T19" fmla="*/ 0 h 169"/>
                <a:gd name="T20" fmla="*/ 1306 w 65"/>
                <a:gd name="T21" fmla="*/ 1021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9" name="Group 17">
            <a:extLst>
              <a:ext uri="{FF2B5EF4-FFF2-40B4-BE49-F238E27FC236}">
                <a16:creationId xmlns:a16="http://schemas.microsoft.com/office/drawing/2014/main" id="{E2C2816E-3B3A-F39C-7B06-032058BE2033}"/>
              </a:ext>
            </a:extLst>
          </p:cNvPr>
          <p:cNvGrpSpPr>
            <a:grpSpLocks/>
          </p:cNvGrpSpPr>
          <p:nvPr/>
        </p:nvGrpSpPr>
        <p:grpSpPr bwMode="auto">
          <a:xfrm>
            <a:off x="554038" y="36513"/>
            <a:ext cx="7891462" cy="6821487"/>
            <a:chOff x="349" y="23"/>
            <a:chExt cx="4971" cy="4297"/>
          </a:xfrm>
        </p:grpSpPr>
        <p:sp>
          <p:nvSpPr>
            <p:cNvPr id="20" name="Rectangle 18">
              <a:extLst>
                <a:ext uri="{FF2B5EF4-FFF2-40B4-BE49-F238E27FC236}">
                  <a16:creationId xmlns:a16="http://schemas.microsoft.com/office/drawing/2014/main" id="{AFEAE1BB-62AA-F8AB-0F01-DA945B1142D5}"/>
                </a:ext>
              </a:extLst>
            </p:cNvPr>
            <p:cNvSpPr>
              <a:spLocks noChangeArrowheads="1"/>
            </p:cNvSpPr>
            <p:nvPr/>
          </p:nvSpPr>
          <p:spPr bwMode="auto">
            <a:xfrm>
              <a:off x="38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 name="Freeform 19">
              <a:extLst>
                <a:ext uri="{FF2B5EF4-FFF2-40B4-BE49-F238E27FC236}">
                  <a16:creationId xmlns:a16="http://schemas.microsoft.com/office/drawing/2014/main" id="{324DE5FE-8144-5484-9930-F99F64CAA13D}"/>
                </a:ext>
              </a:extLst>
            </p:cNvPr>
            <p:cNvSpPr>
              <a:spLocks noEditPoints="1"/>
            </p:cNvSpPr>
            <p:nvPr/>
          </p:nvSpPr>
          <p:spPr bwMode="auto">
            <a:xfrm>
              <a:off x="38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 name="Freeform 20">
              <a:extLst>
                <a:ext uri="{FF2B5EF4-FFF2-40B4-BE49-F238E27FC236}">
                  <a16:creationId xmlns:a16="http://schemas.microsoft.com/office/drawing/2014/main" id="{A0FE046C-F70E-EC97-6DC0-D311E6BEA276}"/>
                </a:ext>
              </a:extLst>
            </p:cNvPr>
            <p:cNvSpPr>
              <a:spLocks noEditPoints="1"/>
            </p:cNvSpPr>
            <p:nvPr/>
          </p:nvSpPr>
          <p:spPr bwMode="auto">
            <a:xfrm>
              <a:off x="38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 name="Freeform 21">
              <a:extLst>
                <a:ext uri="{FF2B5EF4-FFF2-40B4-BE49-F238E27FC236}">
                  <a16:creationId xmlns:a16="http://schemas.microsoft.com/office/drawing/2014/main" id="{627CFE5A-1F04-E796-E69A-8C2AB2A1C1DD}"/>
                </a:ext>
              </a:extLst>
            </p:cNvPr>
            <p:cNvSpPr>
              <a:spLocks noEditPoints="1"/>
            </p:cNvSpPr>
            <p:nvPr/>
          </p:nvSpPr>
          <p:spPr bwMode="auto">
            <a:xfrm>
              <a:off x="38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4" name="Freeform 22">
              <a:extLst>
                <a:ext uri="{FF2B5EF4-FFF2-40B4-BE49-F238E27FC236}">
                  <a16:creationId xmlns:a16="http://schemas.microsoft.com/office/drawing/2014/main" id="{A1FF48B0-2807-7F82-0D96-BCD0AD6050B1}"/>
                </a:ext>
              </a:extLst>
            </p:cNvPr>
            <p:cNvSpPr>
              <a:spLocks noEditPoints="1"/>
            </p:cNvSpPr>
            <p:nvPr/>
          </p:nvSpPr>
          <p:spPr bwMode="auto">
            <a:xfrm>
              <a:off x="38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5" name="Freeform 23">
              <a:extLst>
                <a:ext uri="{FF2B5EF4-FFF2-40B4-BE49-F238E27FC236}">
                  <a16:creationId xmlns:a16="http://schemas.microsoft.com/office/drawing/2014/main" id="{0BF51528-9A6C-201A-EDFA-3F0E727CA4CD}"/>
                </a:ext>
              </a:extLst>
            </p:cNvPr>
            <p:cNvSpPr>
              <a:spLocks noEditPoints="1"/>
            </p:cNvSpPr>
            <p:nvPr/>
          </p:nvSpPr>
          <p:spPr bwMode="auto">
            <a:xfrm>
              <a:off x="38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6" name="Freeform 24">
              <a:extLst>
                <a:ext uri="{FF2B5EF4-FFF2-40B4-BE49-F238E27FC236}">
                  <a16:creationId xmlns:a16="http://schemas.microsoft.com/office/drawing/2014/main" id="{8FFE8DF5-1C36-BC3E-BB05-D991ACB64F3B}"/>
                </a:ext>
              </a:extLst>
            </p:cNvPr>
            <p:cNvSpPr>
              <a:spLocks noEditPoints="1"/>
            </p:cNvSpPr>
            <p:nvPr/>
          </p:nvSpPr>
          <p:spPr bwMode="auto">
            <a:xfrm>
              <a:off x="38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7" name="Freeform 25">
              <a:extLst>
                <a:ext uri="{FF2B5EF4-FFF2-40B4-BE49-F238E27FC236}">
                  <a16:creationId xmlns:a16="http://schemas.microsoft.com/office/drawing/2014/main" id="{2BBB2B32-F96E-0A2D-DC12-868341E4D36C}"/>
                </a:ext>
              </a:extLst>
            </p:cNvPr>
            <p:cNvSpPr>
              <a:spLocks noEditPoints="1"/>
            </p:cNvSpPr>
            <p:nvPr/>
          </p:nvSpPr>
          <p:spPr bwMode="auto">
            <a:xfrm>
              <a:off x="38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8" name="Freeform 26">
              <a:extLst>
                <a:ext uri="{FF2B5EF4-FFF2-40B4-BE49-F238E27FC236}">
                  <a16:creationId xmlns:a16="http://schemas.microsoft.com/office/drawing/2014/main" id="{AE49303A-B59F-9026-39AC-A8DA8C5F4BF8}"/>
                </a:ext>
              </a:extLst>
            </p:cNvPr>
            <p:cNvSpPr>
              <a:spLocks noEditPoints="1"/>
            </p:cNvSpPr>
            <p:nvPr/>
          </p:nvSpPr>
          <p:spPr bwMode="auto">
            <a:xfrm>
              <a:off x="38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9" name="Freeform 27">
              <a:extLst>
                <a:ext uri="{FF2B5EF4-FFF2-40B4-BE49-F238E27FC236}">
                  <a16:creationId xmlns:a16="http://schemas.microsoft.com/office/drawing/2014/main" id="{0D815AB1-D980-2194-8332-14590D40D162}"/>
                </a:ext>
              </a:extLst>
            </p:cNvPr>
            <p:cNvSpPr>
              <a:spLocks noEditPoints="1"/>
            </p:cNvSpPr>
            <p:nvPr/>
          </p:nvSpPr>
          <p:spPr bwMode="auto">
            <a:xfrm>
              <a:off x="38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0" name="Freeform 28">
              <a:extLst>
                <a:ext uri="{FF2B5EF4-FFF2-40B4-BE49-F238E27FC236}">
                  <a16:creationId xmlns:a16="http://schemas.microsoft.com/office/drawing/2014/main" id="{F95AD06C-49FA-FC4F-0C5B-3AA538877772}"/>
                </a:ext>
              </a:extLst>
            </p:cNvPr>
            <p:cNvSpPr>
              <a:spLocks noEditPoints="1"/>
            </p:cNvSpPr>
            <p:nvPr/>
          </p:nvSpPr>
          <p:spPr bwMode="auto">
            <a:xfrm>
              <a:off x="38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1" name="Rectangle 29">
              <a:extLst>
                <a:ext uri="{FF2B5EF4-FFF2-40B4-BE49-F238E27FC236}">
                  <a16:creationId xmlns:a16="http://schemas.microsoft.com/office/drawing/2014/main" id="{C1B378D9-2B53-4A80-75B9-FA02C6F128CA}"/>
                </a:ext>
              </a:extLst>
            </p:cNvPr>
            <p:cNvSpPr>
              <a:spLocks noChangeArrowheads="1"/>
            </p:cNvSpPr>
            <p:nvPr/>
          </p:nvSpPr>
          <p:spPr bwMode="auto">
            <a:xfrm>
              <a:off x="38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32" name="Rectangle 30">
              <a:extLst>
                <a:ext uri="{FF2B5EF4-FFF2-40B4-BE49-F238E27FC236}">
                  <a16:creationId xmlns:a16="http://schemas.microsoft.com/office/drawing/2014/main" id="{AF6CC5AD-F160-8ADA-7E94-2BF4DD8F4248}"/>
                </a:ext>
              </a:extLst>
            </p:cNvPr>
            <p:cNvSpPr>
              <a:spLocks noChangeArrowheads="1"/>
            </p:cNvSpPr>
            <p:nvPr/>
          </p:nvSpPr>
          <p:spPr bwMode="auto">
            <a:xfrm>
              <a:off x="82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33" name="Freeform 31">
              <a:extLst>
                <a:ext uri="{FF2B5EF4-FFF2-40B4-BE49-F238E27FC236}">
                  <a16:creationId xmlns:a16="http://schemas.microsoft.com/office/drawing/2014/main" id="{827227E9-0522-2BD4-8385-933763DE3903}"/>
                </a:ext>
              </a:extLst>
            </p:cNvPr>
            <p:cNvSpPr>
              <a:spLocks noEditPoints="1"/>
            </p:cNvSpPr>
            <p:nvPr/>
          </p:nvSpPr>
          <p:spPr bwMode="auto">
            <a:xfrm>
              <a:off x="82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4" name="Freeform 32">
              <a:extLst>
                <a:ext uri="{FF2B5EF4-FFF2-40B4-BE49-F238E27FC236}">
                  <a16:creationId xmlns:a16="http://schemas.microsoft.com/office/drawing/2014/main" id="{78913339-0195-F1A6-6C34-00883065304F}"/>
                </a:ext>
              </a:extLst>
            </p:cNvPr>
            <p:cNvSpPr>
              <a:spLocks noEditPoints="1"/>
            </p:cNvSpPr>
            <p:nvPr/>
          </p:nvSpPr>
          <p:spPr bwMode="auto">
            <a:xfrm>
              <a:off x="82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5" name="Freeform 33">
              <a:extLst>
                <a:ext uri="{FF2B5EF4-FFF2-40B4-BE49-F238E27FC236}">
                  <a16:creationId xmlns:a16="http://schemas.microsoft.com/office/drawing/2014/main" id="{4B6B0D50-2D33-F8B1-28CD-BE1FE6C60097}"/>
                </a:ext>
              </a:extLst>
            </p:cNvPr>
            <p:cNvSpPr>
              <a:spLocks noEditPoints="1"/>
            </p:cNvSpPr>
            <p:nvPr/>
          </p:nvSpPr>
          <p:spPr bwMode="auto">
            <a:xfrm>
              <a:off x="82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6" name="Freeform 34">
              <a:extLst>
                <a:ext uri="{FF2B5EF4-FFF2-40B4-BE49-F238E27FC236}">
                  <a16:creationId xmlns:a16="http://schemas.microsoft.com/office/drawing/2014/main" id="{46013900-8965-46D7-C160-F5AAD41834FB}"/>
                </a:ext>
              </a:extLst>
            </p:cNvPr>
            <p:cNvSpPr>
              <a:spLocks noEditPoints="1"/>
            </p:cNvSpPr>
            <p:nvPr/>
          </p:nvSpPr>
          <p:spPr bwMode="auto">
            <a:xfrm>
              <a:off x="82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7" name="Freeform 35">
              <a:extLst>
                <a:ext uri="{FF2B5EF4-FFF2-40B4-BE49-F238E27FC236}">
                  <a16:creationId xmlns:a16="http://schemas.microsoft.com/office/drawing/2014/main" id="{2BDA0881-5D53-3A60-5C82-80072A012596}"/>
                </a:ext>
              </a:extLst>
            </p:cNvPr>
            <p:cNvSpPr>
              <a:spLocks noEditPoints="1"/>
            </p:cNvSpPr>
            <p:nvPr/>
          </p:nvSpPr>
          <p:spPr bwMode="auto">
            <a:xfrm>
              <a:off x="82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8" name="Freeform 36">
              <a:extLst>
                <a:ext uri="{FF2B5EF4-FFF2-40B4-BE49-F238E27FC236}">
                  <a16:creationId xmlns:a16="http://schemas.microsoft.com/office/drawing/2014/main" id="{1A5302DA-6F03-E3EC-96F9-A524C9274BE0}"/>
                </a:ext>
              </a:extLst>
            </p:cNvPr>
            <p:cNvSpPr>
              <a:spLocks noEditPoints="1"/>
            </p:cNvSpPr>
            <p:nvPr/>
          </p:nvSpPr>
          <p:spPr bwMode="auto">
            <a:xfrm>
              <a:off x="82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39" name="Freeform 37">
              <a:extLst>
                <a:ext uri="{FF2B5EF4-FFF2-40B4-BE49-F238E27FC236}">
                  <a16:creationId xmlns:a16="http://schemas.microsoft.com/office/drawing/2014/main" id="{2EBE1C37-0999-E28A-2A47-E6485EA74940}"/>
                </a:ext>
              </a:extLst>
            </p:cNvPr>
            <p:cNvSpPr>
              <a:spLocks noEditPoints="1"/>
            </p:cNvSpPr>
            <p:nvPr/>
          </p:nvSpPr>
          <p:spPr bwMode="auto">
            <a:xfrm>
              <a:off x="82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0" name="Freeform 38">
              <a:extLst>
                <a:ext uri="{FF2B5EF4-FFF2-40B4-BE49-F238E27FC236}">
                  <a16:creationId xmlns:a16="http://schemas.microsoft.com/office/drawing/2014/main" id="{D1B36850-CF24-BD4C-022D-E6FAA0C22053}"/>
                </a:ext>
              </a:extLst>
            </p:cNvPr>
            <p:cNvSpPr>
              <a:spLocks noEditPoints="1"/>
            </p:cNvSpPr>
            <p:nvPr/>
          </p:nvSpPr>
          <p:spPr bwMode="auto">
            <a:xfrm>
              <a:off x="82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1" name="Freeform 39">
              <a:extLst>
                <a:ext uri="{FF2B5EF4-FFF2-40B4-BE49-F238E27FC236}">
                  <a16:creationId xmlns:a16="http://schemas.microsoft.com/office/drawing/2014/main" id="{4593A6A0-46F2-3EB6-95B8-B822657A7922}"/>
                </a:ext>
              </a:extLst>
            </p:cNvPr>
            <p:cNvSpPr>
              <a:spLocks noEditPoints="1"/>
            </p:cNvSpPr>
            <p:nvPr/>
          </p:nvSpPr>
          <p:spPr bwMode="auto">
            <a:xfrm>
              <a:off x="82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2" name="Freeform 40">
              <a:extLst>
                <a:ext uri="{FF2B5EF4-FFF2-40B4-BE49-F238E27FC236}">
                  <a16:creationId xmlns:a16="http://schemas.microsoft.com/office/drawing/2014/main" id="{EFA7EC39-24A7-52BD-C52C-72E54DD6526F}"/>
                </a:ext>
              </a:extLst>
            </p:cNvPr>
            <p:cNvSpPr>
              <a:spLocks noEditPoints="1"/>
            </p:cNvSpPr>
            <p:nvPr/>
          </p:nvSpPr>
          <p:spPr bwMode="auto">
            <a:xfrm>
              <a:off x="82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3" name="Rectangle 41">
              <a:extLst>
                <a:ext uri="{FF2B5EF4-FFF2-40B4-BE49-F238E27FC236}">
                  <a16:creationId xmlns:a16="http://schemas.microsoft.com/office/drawing/2014/main" id="{ED049B70-FC83-136B-6E10-5B004A799DFC}"/>
                </a:ext>
              </a:extLst>
            </p:cNvPr>
            <p:cNvSpPr>
              <a:spLocks noChangeArrowheads="1"/>
            </p:cNvSpPr>
            <p:nvPr/>
          </p:nvSpPr>
          <p:spPr bwMode="auto">
            <a:xfrm>
              <a:off x="82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44" name="Rectangle 42">
              <a:extLst>
                <a:ext uri="{FF2B5EF4-FFF2-40B4-BE49-F238E27FC236}">
                  <a16:creationId xmlns:a16="http://schemas.microsoft.com/office/drawing/2014/main" id="{5270F921-D4CD-22CB-A99E-627781B3687D}"/>
                </a:ext>
              </a:extLst>
            </p:cNvPr>
            <p:cNvSpPr>
              <a:spLocks noChangeArrowheads="1"/>
            </p:cNvSpPr>
            <p:nvPr/>
          </p:nvSpPr>
          <p:spPr bwMode="auto">
            <a:xfrm>
              <a:off x="127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45" name="Freeform 43">
              <a:extLst>
                <a:ext uri="{FF2B5EF4-FFF2-40B4-BE49-F238E27FC236}">
                  <a16:creationId xmlns:a16="http://schemas.microsoft.com/office/drawing/2014/main" id="{EC6E48DD-E8FC-0C08-6B63-F06C9B15C1CF}"/>
                </a:ext>
              </a:extLst>
            </p:cNvPr>
            <p:cNvSpPr>
              <a:spLocks noEditPoints="1"/>
            </p:cNvSpPr>
            <p:nvPr/>
          </p:nvSpPr>
          <p:spPr bwMode="auto">
            <a:xfrm>
              <a:off x="127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6" name="Freeform 44">
              <a:extLst>
                <a:ext uri="{FF2B5EF4-FFF2-40B4-BE49-F238E27FC236}">
                  <a16:creationId xmlns:a16="http://schemas.microsoft.com/office/drawing/2014/main" id="{C9456781-38CB-332E-C36A-1426C0378AEE}"/>
                </a:ext>
              </a:extLst>
            </p:cNvPr>
            <p:cNvSpPr>
              <a:spLocks noEditPoints="1"/>
            </p:cNvSpPr>
            <p:nvPr/>
          </p:nvSpPr>
          <p:spPr bwMode="auto">
            <a:xfrm>
              <a:off x="127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7" name="Freeform 45">
              <a:extLst>
                <a:ext uri="{FF2B5EF4-FFF2-40B4-BE49-F238E27FC236}">
                  <a16:creationId xmlns:a16="http://schemas.microsoft.com/office/drawing/2014/main" id="{4CA1023A-F591-FD6C-55BE-A3B804F85F4F}"/>
                </a:ext>
              </a:extLst>
            </p:cNvPr>
            <p:cNvSpPr>
              <a:spLocks noEditPoints="1"/>
            </p:cNvSpPr>
            <p:nvPr/>
          </p:nvSpPr>
          <p:spPr bwMode="auto">
            <a:xfrm>
              <a:off x="127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8" name="Freeform 46">
              <a:extLst>
                <a:ext uri="{FF2B5EF4-FFF2-40B4-BE49-F238E27FC236}">
                  <a16:creationId xmlns:a16="http://schemas.microsoft.com/office/drawing/2014/main" id="{F955A496-8244-3B80-C416-B75DB8DD91D5}"/>
                </a:ext>
              </a:extLst>
            </p:cNvPr>
            <p:cNvSpPr>
              <a:spLocks noEditPoints="1"/>
            </p:cNvSpPr>
            <p:nvPr/>
          </p:nvSpPr>
          <p:spPr bwMode="auto">
            <a:xfrm>
              <a:off x="127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49" name="Freeform 47">
              <a:extLst>
                <a:ext uri="{FF2B5EF4-FFF2-40B4-BE49-F238E27FC236}">
                  <a16:creationId xmlns:a16="http://schemas.microsoft.com/office/drawing/2014/main" id="{3353ABA0-405D-2B7A-FA7B-28007B2947DC}"/>
                </a:ext>
              </a:extLst>
            </p:cNvPr>
            <p:cNvSpPr>
              <a:spLocks noEditPoints="1"/>
            </p:cNvSpPr>
            <p:nvPr/>
          </p:nvSpPr>
          <p:spPr bwMode="auto">
            <a:xfrm>
              <a:off x="127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0" name="Freeform 48">
              <a:extLst>
                <a:ext uri="{FF2B5EF4-FFF2-40B4-BE49-F238E27FC236}">
                  <a16:creationId xmlns:a16="http://schemas.microsoft.com/office/drawing/2014/main" id="{933F6B9C-12C0-FA36-29CA-E637B0A9FE28}"/>
                </a:ext>
              </a:extLst>
            </p:cNvPr>
            <p:cNvSpPr>
              <a:spLocks noEditPoints="1"/>
            </p:cNvSpPr>
            <p:nvPr/>
          </p:nvSpPr>
          <p:spPr bwMode="auto">
            <a:xfrm>
              <a:off x="127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1" name="Freeform 49">
              <a:extLst>
                <a:ext uri="{FF2B5EF4-FFF2-40B4-BE49-F238E27FC236}">
                  <a16:creationId xmlns:a16="http://schemas.microsoft.com/office/drawing/2014/main" id="{47880FAD-77E5-85FC-050D-1AD3BB3BADB5}"/>
                </a:ext>
              </a:extLst>
            </p:cNvPr>
            <p:cNvSpPr>
              <a:spLocks noEditPoints="1"/>
            </p:cNvSpPr>
            <p:nvPr/>
          </p:nvSpPr>
          <p:spPr bwMode="auto">
            <a:xfrm>
              <a:off x="127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2" name="Freeform 50">
              <a:extLst>
                <a:ext uri="{FF2B5EF4-FFF2-40B4-BE49-F238E27FC236}">
                  <a16:creationId xmlns:a16="http://schemas.microsoft.com/office/drawing/2014/main" id="{75820F55-9C39-3920-7EEB-46FED30426B1}"/>
                </a:ext>
              </a:extLst>
            </p:cNvPr>
            <p:cNvSpPr>
              <a:spLocks noEditPoints="1"/>
            </p:cNvSpPr>
            <p:nvPr/>
          </p:nvSpPr>
          <p:spPr bwMode="auto">
            <a:xfrm>
              <a:off x="127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3" name="Freeform 51">
              <a:extLst>
                <a:ext uri="{FF2B5EF4-FFF2-40B4-BE49-F238E27FC236}">
                  <a16:creationId xmlns:a16="http://schemas.microsoft.com/office/drawing/2014/main" id="{301235FE-6B34-F583-731B-0ACCC3008D4B}"/>
                </a:ext>
              </a:extLst>
            </p:cNvPr>
            <p:cNvSpPr>
              <a:spLocks noEditPoints="1"/>
            </p:cNvSpPr>
            <p:nvPr/>
          </p:nvSpPr>
          <p:spPr bwMode="auto">
            <a:xfrm>
              <a:off x="127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4" name="Freeform 52">
              <a:extLst>
                <a:ext uri="{FF2B5EF4-FFF2-40B4-BE49-F238E27FC236}">
                  <a16:creationId xmlns:a16="http://schemas.microsoft.com/office/drawing/2014/main" id="{9F8752EE-EB66-B7CE-F59F-1D2D2B633838}"/>
                </a:ext>
              </a:extLst>
            </p:cNvPr>
            <p:cNvSpPr>
              <a:spLocks noEditPoints="1"/>
            </p:cNvSpPr>
            <p:nvPr/>
          </p:nvSpPr>
          <p:spPr bwMode="auto">
            <a:xfrm>
              <a:off x="127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5" name="Rectangle 53">
              <a:extLst>
                <a:ext uri="{FF2B5EF4-FFF2-40B4-BE49-F238E27FC236}">
                  <a16:creationId xmlns:a16="http://schemas.microsoft.com/office/drawing/2014/main" id="{2A3BCB4E-1B2C-583E-DC50-750925378061}"/>
                </a:ext>
              </a:extLst>
            </p:cNvPr>
            <p:cNvSpPr>
              <a:spLocks noChangeArrowheads="1"/>
            </p:cNvSpPr>
            <p:nvPr/>
          </p:nvSpPr>
          <p:spPr bwMode="auto">
            <a:xfrm>
              <a:off x="127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56" name="Rectangle 54">
              <a:extLst>
                <a:ext uri="{FF2B5EF4-FFF2-40B4-BE49-F238E27FC236}">
                  <a16:creationId xmlns:a16="http://schemas.microsoft.com/office/drawing/2014/main" id="{589611DA-73A8-52B6-660D-60475105AC23}"/>
                </a:ext>
              </a:extLst>
            </p:cNvPr>
            <p:cNvSpPr>
              <a:spLocks noChangeArrowheads="1"/>
            </p:cNvSpPr>
            <p:nvPr/>
          </p:nvSpPr>
          <p:spPr bwMode="auto">
            <a:xfrm>
              <a:off x="1724"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57" name="Freeform 55">
              <a:extLst>
                <a:ext uri="{FF2B5EF4-FFF2-40B4-BE49-F238E27FC236}">
                  <a16:creationId xmlns:a16="http://schemas.microsoft.com/office/drawing/2014/main" id="{47C3AA43-ECEA-F11A-CD26-30B7C16405ED}"/>
                </a:ext>
              </a:extLst>
            </p:cNvPr>
            <p:cNvSpPr>
              <a:spLocks noEditPoints="1"/>
            </p:cNvSpPr>
            <p:nvPr/>
          </p:nvSpPr>
          <p:spPr bwMode="auto">
            <a:xfrm>
              <a:off x="172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8" name="Freeform 56">
              <a:extLst>
                <a:ext uri="{FF2B5EF4-FFF2-40B4-BE49-F238E27FC236}">
                  <a16:creationId xmlns:a16="http://schemas.microsoft.com/office/drawing/2014/main" id="{8196EC9A-7600-DD47-3A7E-098C9068DFB8}"/>
                </a:ext>
              </a:extLst>
            </p:cNvPr>
            <p:cNvSpPr>
              <a:spLocks noEditPoints="1"/>
            </p:cNvSpPr>
            <p:nvPr/>
          </p:nvSpPr>
          <p:spPr bwMode="auto">
            <a:xfrm>
              <a:off x="172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 name="Freeform 57">
              <a:extLst>
                <a:ext uri="{FF2B5EF4-FFF2-40B4-BE49-F238E27FC236}">
                  <a16:creationId xmlns:a16="http://schemas.microsoft.com/office/drawing/2014/main" id="{8B439FC8-C1A4-59DE-4F40-267FAE886344}"/>
                </a:ext>
              </a:extLst>
            </p:cNvPr>
            <p:cNvSpPr>
              <a:spLocks noEditPoints="1"/>
            </p:cNvSpPr>
            <p:nvPr/>
          </p:nvSpPr>
          <p:spPr bwMode="auto">
            <a:xfrm>
              <a:off x="172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0" name="Freeform 58">
              <a:extLst>
                <a:ext uri="{FF2B5EF4-FFF2-40B4-BE49-F238E27FC236}">
                  <a16:creationId xmlns:a16="http://schemas.microsoft.com/office/drawing/2014/main" id="{332628B2-90F2-4F18-2DAE-BBDEBBC081D3}"/>
                </a:ext>
              </a:extLst>
            </p:cNvPr>
            <p:cNvSpPr>
              <a:spLocks noEditPoints="1"/>
            </p:cNvSpPr>
            <p:nvPr/>
          </p:nvSpPr>
          <p:spPr bwMode="auto">
            <a:xfrm>
              <a:off x="172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1" name="Freeform 59">
              <a:extLst>
                <a:ext uri="{FF2B5EF4-FFF2-40B4-BE49-F238E27FC236}">
                  <a16:creationId xmlns:a16="http://schemas.microsoft.com/office/drawing/2014/main" id="{68D33BFD-E107-0A2A-6EAF-40995BCD3016}"/>
                </a:ext>
              </a:extLst>
            </p:cNvPr>
            <p:cNvSpPr>
              <a:spLocks noEditPoints="1"/>
            </p:cNvSpPr>
            <p:nvPr/>
          </p:nvSpPr>
          <p:spPr bwMode="auto">
            <a:xfrm>
              <a:off x="172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2" name="Freeform 60">
              <a:extLst>
                <a:ext uri="{FF2B5EF4-FFF2-40B4-BE49-F238E27FC236}">
                  <a16:creationId xmlns:a16="http://schemas.microsoft.com/office/drawing/2014/main" id="{219E1A82-9B8D-7DBF-B128-F13864857705}"/>
                </a:ext>
              </a:extLst>
            </p:cNvPr>
            <p:cNvSpPr>
              <a:spLocks noEditPoints="1"/>
            </p:cNvSpPr>
            <p:nvPr/>
          </p:nvSpPr>
          <p:spPr bwMode="auto">
            <a:xfrm>
              <a:off x="172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3" name="Freeform 61">
              <a:extLst>
                <a:ext uri="{FF2B5EF4-FFF2-40B4-BE49-F238E27FC236}">
                  <a16:creationId xmlns:a16="http://schemas.microsoft.com/office/drawing/2014/main" id="{80072727-F890-4735-0018-410D4362BD01}"/>
                </a:ext>
              </a:extLst>
            </p:cNvPr>
            <p:cNvSpPr>
              <a:spLocks noEditPoints="1"/>
            </p:cNvSpPr>
            <p:nvPr/>
          </p:nvSpPr>
          <p:spPr bwMode="auto">
            <a:xfrm>
              <a:off x="172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4" name="Freeform 62">
              <a:extLst>
                <a:ext uri="{FF2B5EF4-FFF2-40B4-BE49-F238E27FC236}">
                  <a16:creationId xmlns:a16="http://schemas.microsoft.com/office/drawing/2014/main" id="{CF08183A-D1E0-1FE6-098F-1CB322E0B048}"/>
                </a:ext>
              </a:extLst>
            </p:cNvPr>
            <p:cNvSpPr>
              <a:spLocks noEditPoints="1"/>
            </p:cNvSpPr>
            <p:nvPr/>
          </p:nvSpPr>
          <p:spPr bwMode="auto">
            <a:xfrm>
              <a:off x="172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5" name="Freeform 63">
              <a:extLst>
                <a:ext uri="{FF2B5EF4-FFF2-40B4-BE49-F238E27FC236}">
                  <a16:creationId xmlns:a16="http://schemas.microsoft.com/office/drawing/2014/main" id="{EF68B401-3D3B-612F-2B5D-B472AF7A7BD2}"/>
                </a:ext>
              </a:extLst>
            </p:cNvPr>
            <p:cNvSpPr>
              <a:spLocks noEditPoints="1"/>
            </p:cNvSpPr>
            <p:nvPr/>
          </p:nvSpPr>
          <p:spPr bwMode="auto">
            <a:xfrm>
              <a:off x="172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6" name="Freeform 64">
              <a:extLst>
                <a:ext uri="{FF2B5EF4-FFF2-40B4-BE49-F238E27FC236}">
                  <a16:creationId xmlns:a16="http://schemas.microsoft.com/office/drawing/2014/main" id="{77CF0030-B371-76D1-1344-BC76084F1E67}"/>
                </a:ext>
              </a:extLst>
            </p:cNvPr>
            <p:cNvSpPr>
              <a:spLocks noEditPoints="1"/>
            </p:cNvSpPr>
            <p:nvPr/>
          </p:nvSpPr>
          <p:spPr bwMode="auto">
            <a:xfrm>
              <a:off x="172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67" name="Rectangle 65">
              <a:extLst>
                <a:ext uri="{FF2B5EF4-FFF2-40B4-BE49-F238E27FC236}">
                  <a16:creationId xmlns:a16="http://schemas.microsoft.com/office/drawing/2014/main" id="{7058BFB3-B2AB-A38F-8B2A-461DBB356C11}"/>
                </a:ext>
              </a:extLst>
            </p:cNvPr>
            <p:cNvSpPr>
              <a:spLocks noChangeArrowheads="1"/>
            </p:cNvSpPr>
            <p:nvPr/>
          </p:nvSpPr>
          <p:spPr bwMode="auto">
            <a:xfrm>
              <a:off x="1724"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68" name="Rectangle 66">
              <a:extLst>
                <a:ext uri="{FF2B5EF4-FFF2-40B4-BE49-F238E27FC236}">
                  <a16:creationId xmlns:a16="http://schemas.microsoft.com/office/drawing/2014/main" id="{4B4B9E1B-0BE7-CE2C-4117-AD5CB9BCD167}"/>
                </a:ext>
              </a:extLst>
            </p:cNvPr>
            <p:cNvSpPr>
              <a:spLocks noChangeArrowheads="1"/>
            </p:cNvSpPr>
            <p:nvPr/>
          </p:nvSpPr>
          <p:spPr bwMode="auto">
            <a:xfrm>
              <a:off x="2169" y="23"/>
              <a:ext cx="21"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69" name="Freeform 67">
              <a:extLst>
                <a:ext uri="{FF2B5EF4-FFF2-40B4-BE49-F238E27FC236}">
                  <a16:creationId xmlns:a16="http://schemas.microsoft.com/office/drawing/2014/main" id="{98A3945B-6C38-88D8-2570-D243144B54A2}"/>
                </a:ext>
              </a:extLst>
            </p:cNvPr>
            <p:cNvSpPr>
              <a:spLocks noEditPoints="1"/>
            </p:cNvSpPr>
            <p:nvPr/>
          </p:nvSpPr>
          <p:spPr bwMode="auto">
            <a:xfrm>
              <a:off x="216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0" name="Freeform 68">
              <a:extLst>
                <a:ext uri="{FF2B5EF4-FFF2-40B4-BE49-F238E27FC236}">
                  <a16:creationId xmlns:a16="http://schemas.microsoft.com/office/drawing/2014/main" id="{F21DC55D-16EB-1BA7-D36E-9B684D41F27C}"/>
                </a:ext>
              </a:extLst>
            </p:cNvPr>
            <p:cNvSpPr>
              <a:spLocks noEditPoints="1"/>
            </p:cNvSpPr>
            <p:nvPr/>
          </p:nvSpPr>
          <p:spPr bwMode="auto">
            <a:xfrm>
              <a:off x="216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1" name="Freeform 69">
              <a:extLst>
                <a:ext uri="{FF2B5EF4-FFF2-40B4-BE49-F238E27FC236}">
                  <a16:creationId xmlns:a16="http://schemas.microsoft.com/office/drawing/2014/main" id="{8DEB0B9A-76C3-3C80-03A0-0D190A3C31D6}"/>
                </a:ext>
              </a:extLst>
            </p:cNvPr>
            <p:cNvSpPr>
              <a:spLocks noEditPoints="1"/>
            </p:cNvSpPr>
            <p:nvPr/>
          </p:nvSpPr>
          <p:spPr bwMode="auto">
            <a:xfrm>
              <a:off x="216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2" name="Freeform 70">
              <a:extLst>
                <a:ext uri="{FF2B5EF4-FFF2-40B4-BE49-F238E27FC236}">
                  <a16:creationId xmlns:a16="http://schemas.microsoft.com/office/drawing/2014/main" id="{94530695-9A5F-7D37-9476-2F4D5F8E7768}"/>
                </a:ext>
              </a:extLst>
            </p:cNvPr>
            <p:cNvSpPr>
              <a:spLocks noEditPoints="1"/>
            </p:cNvSpPr>
            <p:nvPr/>
          </p:nvSpPr>
          <p:spPr bwMode="auto">
            <a:xfrm>
              <a:off x="216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3" name="Freeform 71">
              <a:extLst>
                <a:ext uri="{FF2B5EF4-FFF2-40B4-BE49-F238E27FC236}">
                  <a16:creationId xmlns:a16="http://schemas.microsoft.com/office/drawing/2014/main" id="{BCB3C93B-062A-0301-BE70-905009AD0392}"/>
                </a:ext>
              </a:extLst>
            </p:cNvPr>
            <p:cNvSpPr>
              <a:spLocks noEditPoints="1"/>
            </p:cNvSpPr>
            <p:nvPr/>
          </p:nvSpPr>
          <p:spPr bwMode="auto">
            <a:xfrm>
              <a:off x="216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4" name="Freeform 72">
              <a:extLst>
                <a:ext uri="{FF2B5EF4-FFF2-40B4-BE49-F238E27FC236}">
                  <a16:creationId xmlns:a16="http://schemas.microsoft.com/office/drawing/2014/main" id="{29D8C351-8F10-E623-F852-1FA9C87D945A}"/>
                </a:ext>
              </a:extLst>
            </p:cNvPr>
            <p:cNvSpPr>
              <a:spLocks noEditPoints="1"/>
            </p:cNvSpPr>
            <p:nvPr/>
          </p:nvSpPr>
          <p:spPr bwMode="auto">
            <a:xfrm>
              <a:off x="216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5" name="Freeform 73">
              <a:extLst>
                <a:ext uri="{FF2B5EF4-FFF2-40B4-BE49-F238E27FC236}">
                  <a16:creationId xmlns:a16="http://schemas.microsoft.com/office/drawing/2014/main" id="{0DCBB3FC-08CD-8C26-1AA5-CDE2519CFD73}"/>
                </a:ext>
              </a:extLst>
            </p:cNvPr>
            <p:cNvSpPr>
              <a:spLocks noEditPoints="1"/>
            </p:cNvSpPr>
            <p:nvPr/>
          </p:nvSpPr>
          <p:spPr bwMode="auto">
            <a:xfrm>
              <a:off x="216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6" name="Freeform 74">
              <a:extLst>
                <a:ext uri="{FF2B5EF4-FFF2-40B4-BE49-F238E27FC236}">
                  <a16:creationId xmlns:a16="http://schemas.microsoft.com/office/drawing/2014/main" id="{DF3DE9E3-21A6-B2A8-7270-EE2FAB882BF9}"/>
                </a:ext>
              </a:extLst>
            </p:cNvPr>
            <p:cNvSpPr>
              <a:spLocks noEditPoints="1"/>
            </p:cNvSpPr>
            <p:nvPr/>
          </p:nvSpPr>
          <p:spPr bwMode="auto">
            <a:xfrm>
              <a:off x="216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7" name="Freeform 75">
              <a:extLst>
                <a:ext uri="{FF2B5EF4-FFF2-40B4-BE49-F238E27FC236}">
                  <a16:creationId xmlns:a16="http://schemas.microsoft.com/office/drawing/2014/main" id="{155F1807-1F83-51E3-FCE0-5D0888D7E2F5}"/>
                </a:ext>
              </a:extLst>
            </p:cNvPr>
            <p:cNvSpPr>
              <a:spLocks noEditPoints="1"/>
            </p:cNvSpPr>
            <p:nvPr/>
          </p:nvSpPr>
          <p:spPr bwMode="auto">
            <a:xfrm>
              <a:off x="216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8" name="Freeform 76">
              <a:extLst>
                <a:ext uri="{FF2B5EF4-FFF2-40B4-BE49-F238E27FC236}">
                  <a16:creationId xmlns:a16="http://schemas.microsoft.com/office/drawing/2014/main" id="{6ED30BC5-2DEB-D086-E69C-A43F82F2D2CC}"/>
                </a:ext>
              </a:extLst>
            </p:cNvPr>
            <p:cNvSpPr>
              <a:spLocks noEditPoints="1"/>
            </p:cNvSpPr>
            <p:nvPr/>
          </p:nvSpPr>
          <p:spPr bwMode="auto">
            <a:xfrm>
              <a:off x="216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79" name="Rectangle 77">
              <a:extLst>
                <a:ext uri="{FF2B5EF4-FFF2-40B4-BE49-F238E27FC236}">
                  <a16:creationId xmlns:a16="http://schemas.microsoft.com/office/drawing/2014/main" id="{7747463B-FFD8-D4AD-EB91-E017CF176772}"/>
                </a:ext>
              </a:extLst>
            </p:cNvPr>
            <p:cNvSpPr>
              <a:spLocks noChangeArrowheads="1"/>
            </p:cNvSpPr>
            <p:nvPr/>
          </p:nvSpPr>
          <p:spPr bwMode="auto">
            <a:xfrm>
              <a:off x="2169" y="4269"/>
              <a:ext cx="21"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0" name="Rectangle 78">
              <a:extLst>
                <a:ext uri="{FF2B5EF4-FFF2-40B4-BE49-F238E27FC236}">
                  <a16:creationId xmlns:a16="http://schemas.microsoft.com/office/drawing/2014/main" id="{AD1F4F9F-A9B1-952A-FC05-1D7D68E1B454}"/>
                </a:ext>
              </a:extLst>
            </p:cNvPr>
            <p:cNvSpPr>
              <a:spLocks noChangeArrowheads="1"/>
            </p:cNvSpPr>
            <p:nvPr/>
          </p:nvSpPr>
          <p:spPr bwMode="auto">
            <a:xfrm>
              <a:off x="262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1" name="Freeform 79">
              <a:extLst>
                <a:ext uri="{FF2B5EF4-FFF2-40B4-BE49-F238E27FC236}">
                  <a16:creationId xmlns:a16="http://schemas.microsoft.com/office/drawing/2014/main" id="{A63BADE6-1F53-37F4-CA28-A0683CCB3658}"/>
                </a:ext>
              </a:extLst>
            </p:cNvPr>
            <p:cNvSpPr>
              <a:spLocks noEditPoints="1"/>
            </p:cNvSpPr>
            <p:nvPr/>
          </p:nvSpPr>
          <p:spPr bwMode="auto">
            <a:xfrm>
              <a:off x="262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2" name="Freeform 80">
              <a:extLst>
                <a:ext uri="{FF2B5EF4-FFF2-40B4-BE49-F238E27FC236}">
                  <a16:creationId xmlns:a16="http://schemas.microsoft.com/office/drawing/2014/main" id="{11D3007E-3461-7579-6137-F763FF0488F2}"/>
                </a:ext>
              </a:extLst>
            </p:cNvPr>
            <p:cNvSpPr>
              <a:spLocks noEditPoints="1"/>
            </p:cNvSpPr>
            <p:nvPr/>
          </p:nvSpPr>
          <p:spPr bwMode="auto">
            <a:xfrm>
              <a:off x="262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3" name="Freeform 81">
              <a:extLst>
                <a:ext uri="{FF2B5EF4-FFF2-40B4-BE49-F238E27FC236}">
                  <a16:creationId xmlns:a16="http://schemas.microsoft.com/office/drawing/2014/main" id="{20D06329-2455-CEC5-61BB-DBFEB097E1C5}"/>
                </a:ext>
              </a:extLst>
            </p:cNvPr>
            <p:cNvSpPr>
              <a:spLocks noEditPoints="1"/>
            </p:cNvSpPr>
            <p:nvPr/>
          </p:nvSpPr>
          <p:spPr bwMode="auto">
            <a:xfrm>
              <a:off x="262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4" name="Freeform 82">
              <a:extLst>
                <a:ext uri="{FF2B5EF4-FFF2-40B4-BE49-F238E27FC236}">
                  <a16:creationId xmlns:a16="http://schemas.microsoft.com/office/drawing/2014/main" id="{5305140C-F79C-D150-59FA-FFF41B6DC0DD}"/>
                </a:ext>
              </a:extLst>
            </p:cNvPr>
            <p:cNvSpPr>
              <a:spLocks noEditPoints="1"/>
            </p:cNvSpPr>
            <p:nvPr/>
          </p:nvSpPr>
          <p:spPr bwMode="auto">
            <a:xfrm>
              <a:off x="262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5" name="Freeform 83">
              <a:extLst>
                <a:ext uri="{FF2B5EF4-FFF2-40B4-BE49-F238E27FC236}">
                  <a16:creationId xmlns:a16="http://schemas.microsoft.com/office/drawing/2014/main" id="{C4F26D2B-9AD7-D0D0-940D-2D96FF961468}"/>
                </a:ext>
              </a:extLst>
            </p:cNvPr>
            <p:cNvSpPr>
              <a:spLocks noEditPoints="1"/>
            </p:cNvSpPr>
            <p:nvPr/>
          </p:nvSpPr>
          <p:spPr bwMode="auto">
            <a:xfrm>
              <a:off x="262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6" name="Freeform 84">
              <a:extLst>
                <a:ext uri="{FF2B5EF4-FFF2-40B4-BE49-F238E27FC236}">
                  <a16:creationId xmlns:a16="http://schemas.microsoft.com/office/drawing/2014/main" id="{983B4657-EBA3-8276-84E7-91A61DA0EBA7}"/>
                </a:ext>
              </a:extLst>
            </p:cNvPr>
            <p:cNvSpPr>
              <a:spLocks noEditPoints="1"/>
            </p:cNvSpPr>
            <p:nvPr/>
          </p:nvSpPr>
          <p:spPr bwMode="auto">
            <a:xfrm>
              <a:off x="262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7" name="Freeform 85">
              <a:extLst>
                <a:ext uri="{FF2B5EF4-FFF2-40B4-BE49-F238E27FC236}">
                  <a16:creationId xmlns:a16="http://schemas.microsoft.com/office/drawing/2014/main" id="{F7B24C1E-B3CD-A556-F321-50B5BC1A9C4A}"/>
                </a:ext>
              </a:extLst>
            </p:cNvPr>
            <p:cNvSpPr>
              <a:spLocks noEditPoints="1"/>
            </p:cNvSpPr>
            <p:nvPr/>
          </p:nvSpPr>
          <p:spPr bwMode="auto">
            <a:xfrm>
              <a:off x="262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8" name="Freeform 86">
              <a:extLst>
                <a:ext uri="{FF2B5EF4-FFF2-40B4-BE49-F238E27FC236}">
                  <a16:creationId xmlns:a16="http://schemas.microsoft.com/office/drawing/2014/main" id="{D12C4E6B-5C8E-036E-CE9D-9C2B5D319486}"/>
                </a:ext>
              </a:extLst>
            </p:cNvPr>
            <p:cNvSpPr>
              <a:spLocks noEditPoints="1"/>
            </p:cNvSpPr>
            <p:nvPr/>
          </p:nvSpPr>
          <p:spPr bwMode="auto">
            <a:xfrm>
              <a:off x="262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89" name="Freeform 87">
              <a:extLst>
                <a:ext uri="{FF2B5EF4-FFF2-40B4-BE49-F238E27FC236}">
                  <a16:creationId xmlns:a16="http://schemas.microsoft.com/office/drawing/2014/main" id="{FBF6648E-807D-664F-8A15-EED4FB496C2F}"/>
                </a:ext>
              </a:extLst>
            </p:cNvPr>
            <p:cNvSpPr>
              <a:spLocks noEditPoints="1"/>
            </p:cNvSpPr>
            <p:nvPr/>
          </p:nvSpPr>
          <p:spPr bwMode="auto">
            <a:xfrm>
              <a:off x="262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0" name="Freeform 88">
              <a:extLst>
                <a:ext uri="{FF2B5EF4-FFF2-40B4-BE49-F238E27FC236}">
                  <a16:creationId xmlns:a16="http://schemas.microsoft.com/office/drawing/2014/main" id="{68A29CDD-12DA-FFB7-16F7-92B2518112A9}"/>
                </a:ext>
              </a:extLst>
            </p:cNvPr>
            <p:cNvSpPr>
              <a:spLocks noEditPoints="1"/>
            </p:cNvSpPr>
            <p:nvPr/>
          </p:nvSpPr>
          <p:spPr bwMode="auto">
            <a:xfrm>
              <a:off x="262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1" name="Rectangle 89">
              <a:extLst>
                <a:ext uri="{FF2B5EF4-FFF2-40B4-BE49-F238E27FC236}">
                  <a16:creationId xmlns:a16="http://schemas.microsoft.com/office/drawing/2014/main" id="{133E5747-1989-585D-0632-C80C26515D27}"/>
                </a:ext>
              </a:extLst>
            </p:cNvPr>
            <p:cNvSpPr>
              <a:spLocks noChangeArrowheads="1"/>
            </p:cNvSpPr>
            <p:nvPr/>
          </p:nvSpPr>
          <p:spPr bwMode="auto">
            <a:xfrm>
              <a:off x="262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2" name="Rectangle 90">
              <a:extLst>
                <a:ext uri="{FF2B5EF4-FFF2-40B4-BE49-F238E27FC236}">
                  <a16:creationId xmlns:a16="http://schemas.microsoft.com/office/drawing/2014/main" id="{2C192918-3F40-C924-6552-5AE45DD5500B}"/>
                </a:ext>
              </a:extLst>
            </p:cNvPr>
            <p:cNvSpPr>
              <a:spLocks noChangeArrowheads="1"/>
            </p:cNvSpPr>
            <p:nvPr/>
          </p:nvSpPr>
          <p:spPr bwMode="auto">
            <a:xfrm>
              <a:off x="306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3" name="Freeform 91">
              <a:extLst>
                <a:ext uri="{FF2B5EF4-FFF2-40B4-BE49-F238E27FC236}">
                  <a16:creationId xmlns:a16="http://schemas.microsoft.com/office/drawing/2014/main" id="{6F05A24B-808F-CA85-435B-729B94C20B74}"/>
                </a:ext>
              </a:extLst>
            </p:cNvPr>
            <p:cNvSpPr>
              <a:spLocks noEditPoints="1"/>
            </p:cNvSpPr>
            <p:nvPr/>
          </p:nvSpPr>
          <p:spPr bwMode="auto">
            <a:xfrm>
              <a:off x="306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4" name="Freeform 92">
              <a:extLst>
                <a:ext uri="{FF2B5EF4-FFF2-40B4-BE49-F238E27FC236}">
                  <a16:creationId xmlns:a16="http://schemas.microsoft.com/office/drawing/2014/main" id="{3D39B73A-2F21-739C-89B8-F2BE1C1CEFEB}"/>
                </a:ext>
              </a:extLst>
            </p:cNvPr>
            <p:cNvSpPr>
              <a:spLocks noEditPoints="1"/>
            </p:cNvSpPr>
            <p:nvPr/>
          </p:nvSpPr>
          <p:spPr bwMode="auto">
            <a:xfrm>
              <a:off x="306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5" name="Freeform 93">
              <a:extLst>
                <a:ext uri="{FF2B5EF4-FFF2-40B4-BE49-F238E27FC236}">
                  <a16:creationId xmlns:a16="http://schemas.microsoft.com/office/drawing/2014/main" id="{30F496A6-0D36-F973-C83F-A0E71786E8AB}"/>
                </a:ext>
              </a:extLst>
            </p:cNvPr>
            <p:cNvSpPr>
              <a:spLocks noEditPoints="1"/>
            </p:cNvSpPr>
            <p:nvPr/>
          </p:nvSpPr>
          <p:spPr bwMode="auto">
            <a:xfrm>
              <a:off x="306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6" name="Freeform 94">
              <a:extLst>
                <a:ext uri="{FF2B5EF4-FFF2-40B4-BE49-F238E27FC236}">
                  <a16:creationId xmlns:a16="http://schemas.microsoft.com/office/drawing/2014/main" id="{17C9CFC1-7D7C-98BC-6C41-582DAFD4C3E8}"/>
                </a:ext>
              </a:extLst>
            </p:cNvPr>
            <p:cNvSpPr>
              <a:spLocks noEditPoints="1"/>
            </p:cNvSpPr>
            <p:nvPr/>
          </p:nvSpPr>
          <p:spPr bwMode="auto">
            <a:xfrm>
              <a:off x="306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7" name="Freeform 95">
              <a:extLst>
                <a:ext uri="{FF2B5EF4-FFF2-40B4-BE49-F238E27FC236}">
                  <a16:creationId xmlns:a16="http://schemas.microsoft.com/office/drawing/2014/main" id="{103E7843-DF86-81CD-A577-385601483079}"/>
                </a:ext>
              </a:extLst>
            </p:cNvPr>
            <p:cNvSpPr>
              <a:spLocks noEditPoints="1"/>
            </p:cNvSpPr>
            <p:nvPr/>
          </p:nvSpPr>
          <p:spPr bwMode="auto">
            <a:xfrm>
              <a:off x="306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8" name="Freeform 96">
              <a:extLst>
                <a:ext uri="{FF2B5EF4-FFF2-40B4-BE49-F238E27FC236}">
                  <a16:creationId xmlns:a16="http://schemas.microsoft.com/office/drawing/2014/main" id="{75F13004-FDC4-BCF1-BC93-CB86CEE4C6E2}"/>
                </a:ext>
              </a:extLst>
            </p:cNvPr>
            <p:cNvSpPr>
              <a:spLocks noEditPoints="1"/>
            </p:cNvSpPr>
            <p:nvPr/>
          </p:nvSpPr>
          <p:spPr bwMode="auto">
            <a:xfrm>
              <a:off x="306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99" name="Freeform 97">
              <a:extLst>
                <a:ext uri="{FF2B5EF4-FFF2-40B4-BE49-F238E27FC236}">
                  <a16:creationId xmlns:a16="http://schemas.microsoft.com/office/drawing/2014/main" id="{B78867A5-9869-6728-AB4E-5343E1082E33}"/>
                </a:ext>
              </a:extLst>
            </p:cNvPr>
            <p:cNvSpPr>
              <a:spLocks noEditPoints="1"/>
            </p:cNvSpPr>
            <p:nvPr/>
          </p:nvSpPr>
          <p:spPr bwMode="auto">
            <a:xfrm>
              <a:off x="306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0" name="Freeform 98">
              <a:extLst>
                <a:ext uri="{FF2B5EF4-FFF2-40B4-BE49-F238E27FC236}">
                  <a16:creationId xmlns:a16="http://schemas.microsoft.com/office/drawing/2014/main" id="{125E742C-D808-C35E-56D8-7EFDD85F58D0}"/>
                </a:ext>
              </a:extLst>
            </p:cNvPr>
            <p:cNvSpPr>
              <a:spLocks noEditPoints="1"/>
            </p:cNvSpPr>
            <p:nvPr/>
          </p:nvSpPr>
          <p:spPr bwMode="auto">
            <a:xfrm>
              <a:off x="306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1" name="Freeform 99">
              <a:extLst>
                <a:ext uri="{FF2B5EF4-FFF2-40B4-BE49-F238E27FC236}">
                  <a16:creationId xmlns:a16="http://schemas.microsoft.com/office/drawing/2014/main" id="{94207E56-4CFE-5A37-B2E0-02F9D23B6138}"/>
                </a:ext>
              </a:extLst>
            </p:cNvPr>
            <p:cNvSpPr>
              <a:spLocks noEditPoints="1"/>
            </p:cNvSpPr>
            <p:nvPr/>
          </p:nvSpPr>
          <p:spPr bwMode="auto">
            <a:xfrm>
              <a:off x="306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2" name="Freeform 100">
              <a:extLst>
                <a:ext uri="{FF2B5EF4-FFF2-40B4-BE49-F238E27FC236}">
                  <a16:creationId xmlns:a16="http://schemas.microsoft.com/office/drawing/2014/main" id="{F2FDE4B9-5F55-AAD6-CA2D-C41BEA85D75E}"/>
                </a:ext>
              </a:extLst>
            </p:cNvPr>
            <p:cNvSpPr>
              <a:spLocks noEditPoints="1"/>
            </p:cNvSpPr>
            <p:nvPr/>
          </p:nvSpPr>
          <p:spPr bwMode="auto">
            <a:xfrm>
              <a:off x="306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3" name="Rectangle 101">
              <a:extLst>
                <a:ext uri="{FF2B5EF4-FFF2-40B4-BE49-F238E27FC236}">
                  <a16:creationId xmlns:a16="http://schemas.microsoft.com/office/drawing/2014/main" id="{37CDF9FD-992C-4F85-8DDA-603037E7421D}"/>
                </a:ext>
              </a:extLst>
            </p:cNvPr>
            <p:cNvSpPr>
              <a:spLocks noChangeArrowheads="1"/>
            </p:cNvSpPr>
            <p:nvPr/>
          </p:nvSpPr>
          <p:spPr bwMode="auto">
            <a:xfrm>
              <a:off x="306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4" name="Rectangle 102">
              <a:extLst>
                <a:ext uri="{FF2B5EF4-FFF2-40B4-BE49-F238E27FC236}">
                  <a16:creationId xmlns:a16="http://schemas.microsoft.com/office/drawing/2014/main" id="{8F1BBE05-34A0-A5DC-B23F-33A33E4602AA}"/>
                </a:ext>
              </a:extLst>
            </p:cNvPr>
            <p:cNvSpPr>
              <a:spLocks noChangeArrowheads="1"/>
            </p:cNvSpPr>
            <p:nvPr/>
          </p:nvSpPr>
          <p:spPr bwMode="auto">
            <a:xfrm>
              <a:off x="351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5" name="Freeform 103">
              <a:extLst>
                <a:ext uri="{FF2B5EF4-FFF2-40B4-BE49-F238E27FC236}">
                  <a16:creationId xmlns:a16="http://schemas.microsoft.com/office/drawing/2014/main" id="{E2D18339-937A-F4BA-BA9F-7E39D339F5F8}"/>
                </a:ext>
              </a:extLst>
            </p:cNvPr>
            <p:cNvSpPr>
              <a:spLocks noEditPoints="1"/>
            </p:cNvSpPr>
            <p:nvPr/>
          </p:nvSpPr>
          <p:spPr bwMode="auto">
            <a:xfrm>
              <a:off x="351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6" name="Freeform 104">
              <a:extLst>
                <a:ext uri="{FF2B5EF4-FFF2-40B4-BE49-F238E27FC236}">
                  <a16:creationId xmlns:a16="http://schemas.microsoft.com/office/drawing/2014/main" id="{53618C4E-7937-4186-A8FE-FE3C91177FC3}"/>
                </a:ext>
              </a:extLst>
            </p:cNvPr>
            <p:cNvSpPr>
              <a:spLocks noEditPoints="1"/>
            </p:cNvSpPr>
            <p:nvPr/>
          </p:nvSpPr>
          <p:spPr bwMode="auto">
            <a:xfrm>
              <a:off x="351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7" name="Freeform 105">
              <a:extLst>
                <a:ext uri="{FF2B5EF4-FFF2-40B4-BE49-F238E27FC236}">
                  <a16:creationId xmlns:a16="http://schemas.microsoft.com/office/drawing/2014/main" id="{D9D0CEC4-746D-4DC4-A439-2C32AF05D679}"/>
                </a:ext>
              </a:extLst>
            </p:cNvPr>
            <p:cNvSpPr>
              <a:spLocks noEditPoints="1"/>
            </p:cNvSpPr>
            <p:nvPr/>
          </p:nvSpPr>
          <p:spPr bwMode="auto">
            <a:xfrm>
              <a:off x="351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8" name="Freeform 106">
              <a:extLst>
                <a:ext uri="{FF2B5EF4-FFF2-40B4-BE49-F238E27FC236}">
                  <a16:creationId xmlns:a16="http://schemas.microsoft.com/office/drawing/2014/main" id="{EFEE0227-D6DB-3CF4-6AEE-B95168E0FC72}"/>
                </a:ext>
              </a:extLst>
            </p:cNvPr>
            <p:cNvSpPr>
              <a:spLocks noEditPoints="1"/>
            </p:cNvSpPr>
            <p:nvPr/>
          </p:nvSpPr>
          <p:spPr bwMode="auto">
            <a:xfrm>
              <a:off x="351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09" name="Freeform 107">
              <a:extLst>
                <a:ext uri="{FF2B5EF4-FFF2-40B4-BE49-F238E27FC236}">
                  <a16:creationId xmlns:a16="http://schemas.microsoft.com/office/drawing/2014/main" id="{70674C27-ECE0-F31F-AECC-6BD28B313431}"/>
                </a:ext>
              </a:extLst>
            </p:cNvPr>
            <p:cNvSpPr>
              <a:spLocks noEditPoints="1"/>
            </p:cNvSpPr>
            <p:nvPr/>
          </p:nvSpPr>
          <p:spPr bwMode="auto">
            <a:xfrm>
              <a:off x="351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0" name="Freeform 108">
              <a:extLst>
                <a:ext uri="{FF2B5EF4-FFF2-40B4-BE49-F238E27FC236}">
                  <a16:creationId xmlns:a16="http://schemas.microsoft.com/office/drawing/2014/main" id="{0D17A31B-DCE1-0B57-D39B-AC9F66FD7E68}"/>
                </a:ext>
              </a:extLst>
            </p:cNvPr>
            <p:cNvSpPr>
              <a:spLocks noEditPoints="1"/>
            </p:cNvSpPr>
            <p:nvPr/>
          </p:nvSpPr>
          <p:spPr bwMode="auto">
            <a:xfrm>
              <a:off x="351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1" name="Freeform 109">
              <a:extLst>
                <a:ext uri="{FF2B5EF4-FFF2-40B4-BE49-F238E27FC236}">
                  <a16:creationId xmlns:a16="http://schemas.microsoft.com/office/drawing/2014/main" id="{AD468864-02B3-6F5E-B29F-1D345DFC1822}"/>
                </a:ext>
              </a:extLst>
            </p:cNvPr>
            <p:cNvSpPr>
              <a:spLocks noEditPoints="1"/>
            </p:cNvSpPr>
            <p:nvPr/>
          </p:nvSpPr>
          <p:spPr bwMode="auto">
            <a:xfrm>
              <a:off x="351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2" name="Freeform 110">
              <a:extLst>
                <a:ext uri="{FF2B5EF4-FFF2-40B4-BE49-F238E27FC236}">
                  <a16:creationId xmlns:a16="http://schemas.microsoft.com/office/drawing/2014/main" id="{EDC7E785-941C-DDD6-F498-5C89B88A3B27}"/>
                </a:ext>
              </a:extLst>
            </p:cNvPr>
            <p:cNvSpPr>
              <a:spLocks noEditPoints="1"/>
            </p:cNvSpPr>
            <p:nvPr/>
          </p:nvSpPr>
          <p:spPr bwMode="auto">
            <a:xfrm>
              <a:off x="351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3" name="Freeform 111">
              <a:extLst>
                <a:ext uri="{FF2B5EF4-FFF2-40B4-BE49-F238E27FC236}">
                  <a16:creationId xmlns:a16="http://schemas.microsoft.com/office/drawing/2014/main" id="{CD22A4FF-5E27-AA4E-E7A6-2F35C2DBA426}"/>
                </a:ext>
              </a:extLst>
            </p:cNvPr>
            <p:cNvSpPr>
              <a:spLocks noEditPoints="1"/>
            </p:cNvSpPr>
            <p:nvPr/>
          </p:nvSpPr>
          <p:spPr bwMode="auto">
            <a:xfrm>
              <a:off x="351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4" name="Freeform 112">
              <a:extLst>
                <a:ext uri="{FF2B5EF4-FFF2-40B4-BE49-F238E27FC236}">
                  <a16:creationId xmlns:a16="http://schemas.microsoft.com/office/drawing/2014/main" id="{0E123793-F5E0-5C2D-8201-A228377A69DE}"/>
                </a:ext>
              </a:extLst>
            </p:cNvPr>
            <p:cNvSpPr>
              <a:spLocks noEditPoints="1"/>
            </p:cNvSpPr>
            <p:nvPr/>
          </p:nvSpPr>
          <p:spPr bwMode="auto">
            <a:xfrm>
              <a:off x="351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5" name="Rectangle 113">
              <a:extLst>
                <a:ext uri="{FF2B5EF4-FFF2-40B4-BE49-F238E27FC236}">
                  <a16:creationId xmlns:a16="http://schemas.microsoft.com/office/drawing/2014/main" id="{EB743507-3F80-CC86-155E-3D962BD56DC9}"/>
                </a:ext>
              </a:extLst>
            </p:cNvPr>
            <p:cNvSpPr>
              <a:spLocks noChangeArrowheads="1"/>
            </p:cNvSpPr>
            <p:nvPr/>
          </p:nvSpPr>
          <p:spPr bwMode="auto">
            <a:xfrm>
              <a:off x="351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6" name="Rectangle 114">
              <a:extLst>
                <a:ext uri="{FF2B5EF4-FFF2-40B4-BE49-F238E27FC236}">
                  <a16:creationId xmlns:a16="http://schemas.microsoft.com/office/drawing/2014/main" id="{003369F8-E689-2F11-A32E-028B2722609A}"/>
                </a:ext>
              </a:extLst>
            </p:cNvPr>
            <p:cNvSpPr>
              <a:spLocks noChangeArrowheads="1"/>
            </p:cNvSpPr>
            <p:nvPr/>
          </p:nvSpPr>
          <p:spPr bwMode="auto">
            <a:xfrm>
              <a:off x="396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7" name="Freeform 115">
              <a:extLst>
                <a:ext uri="{FF2B5EF4-FFF2-40B4-BE49-F238E27FC236}">
                  <a16:creationId xmlns:a16="http://schemas.microsoft.com/office/drawing/2014/main" id="{20673BEA-4729-3DDB-DAA7-15DF254DF723}"/>
                </a:ext>
              </a:extLst>
            </p:cNvPr>
            <p:cNvSpPr>
              <a:spLocks noEditPoints="1"/>
            </p:cNvSpPr>
            <p:nvPr/>
          </p:nvSpPr>
          <p:spPr bwMode="auto">
            <a:xfrm>
              <a:off x="396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8" name="Freeform 116">
              <a:extLst>
                <a:ext uri="{FF2B5EF4-FFF2-40B4-BE49-F238E27FC236}">
                  <a16:creationId xmlns:a16="http://schemas.microsoft.com/office/drawing/2014/main" id="{CEBB3AAD-76D5-E48F-186E-05A9B7D1A2A9}"/>
                </a:ext>
              </a:extLst>
            </p:cNvPr>
            <p:cNvSpPr>
              <a:spLocks noEditPoints="1"/>
            </p:cNvSpPr>
            <p:nvPr/>
          </p:nvSpPr>
          <p:spPr bwMode="auto">
            <a:xfrm>
              <a:off x="396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19" name="Freeform 117">
              <a:extLst>
                <a:ext uri="{FF2B5EF4-FFF2-40B4-BE49-F238E27FC236}">
                  <a16:creationId xmlns:a16="http://schemas.microsoft.com/office/drawing/2014/main" id="{EFF99233-F668-5AC0-122F-ED44E59369D7}"/>
                </a:ext>
              </a:extLst>
            </p:cNvPr>
            <p:cNvSpPr>
              <a:spLocks noEditPoints="1"/>
            </p:cNvSpPr>
            <p:nvPr/>
          </p:nvSpPr>
          <p:spPr bwMode="auto">
            <a:xfrm>
              <a:off x="396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0" name="Freeform 118">
              <a:extLst>
                <a:ext uri="{FF2B5EF4-FFF2-40B4-BE49-F238E27FC236}">
                  <a16:creationId xmlns:a16="http://schemas.microsoft.com/office/drawing/2014/main" id="{6F15E470-532B-C9BE-9878-883A6B75E385}"/>
                </a:ext>
              </a:extLst>
            </p:cNvPr>
            <p:cNvSpPr>
              <a:spLocks noEditPoints="1"/>
            </p:cNvSpPr>
            <p:nvPr/>
          </p:nvSpPr>
          <p:spPr bwMode="auto">
            <a:xfrm>
              <a:off x="396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1" name="Freeform 119">
              <a:extLst>
                <a:ext uri="{FF2B5EF4-FFF2-40B4-BE49-F238E27FC236}">
                  <a16:creationId xmlns:a16="http://schemas.microsoft.com/office/drawing/2014/main" id="{9F44EBBF-B405-B396-DDA4-6B12E0E44957}"/>
                </a:ext>
              </a:extLst>
            </p:cNvPr>
            <p:cNvSpPr>
              <a:spLocks noEditPoints="1"/>
            </p:cNvSpPr>
            <p:nvPr/>
          </p:nvSpPr>
          <p:spPr bwMode="auto">
            <a:xfrm>
              <a:off x="396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2" name="Freeform 120">
              <a:extLst>
                <a:ext uri="{FF2B5EF4-FFF2-40B4-BE49-F238E27FC236}">
                  <a16:creationId xmlns:a16="http://schemas.microsoft.com/office/drawing/2014/main" id="{5E2965ED-678E-3443-C6AE-8C38950C620C}"/>
                </a:ext>
              </a:extLst>
            </p:cNvPr>
            <p:cNvSpPr>
              <a:spLocks noEditPoints="1"/>
            </p:cNvSpPr>
            <p:nvPr/>
          </p:nvSpPr>
          <p:spPr bwMode="auto">
            <a:xfrm>
              <a:off x="396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3" name="Freeform 121">
              <a:extLst>
                <a:ext uri="{FF2B5EF4-FFF2-40B4-BE49-F238E27FC236}">
                  <a16:creationId xmlns:a16="http://schemas.microsoft.com/office/drawing/2014/main" id="{9114299F-9E93-4610-5B37-2CCB8A5F274E}"/>
                </a:ext>
              </a:extLst>
            </p:cNvPr>
            <p:cNvSpPr>
              <a:spLocks noEditPoints="1"/>
            </p:cNvSpPr>
            <p:nvPr/>
          </p:nvSpPr>
          <p:spPr bwMode="auto">
            <a:xfrm>
              <a:off x="396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4" name="Freeform 122">
              <a:extLst>
                <a:ext uri="{FF2B5EF4-FFF2-40B4-BE49-F238E27FC236}">
                  <a16:creationId xmlns:a16="http://schemas.microsoft.com/office/drawing/2014/main" id="{87CCBCF0-CBEB-4AF7-67C3-419A4730119D}"/>
                </a:ext>
              </a:extLst>
            </p:cNvPr>
            <p:cNvSpPr>
              <a:spLocks noEditPoints="1"/>
            </p:cNvSpPr>
            <p:nvPr/>
          </p:nvSpPr>
          <p:spPr bwMode="auto">
            <a:xfrm>
              <a:off x="396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5" name="Freeform 123">
              <a:extLst>
                <a:ext uri="{FF2B5EF4-FFF2-40B4-BE49-F238E27FC236}">
                  <a16:creationId xmlns:a16="http://schemas.microsoft.com/office/drawing/2014/main" id="{98DB22C5-EFB7-824B-C319-EB6034188188}"/>
                </a:ext>
              </a:extLst>
            </p:cNvPr>
            <p:cNvSpPr>
              <a:spLocks noEditPoints="1"/>
            </p:cNvSpPr>
            <p:nvPr/>
          </p:nvSpPr>
          <p:spPr bwMode="auto">
            <a:xfrm>
              <a:off x="396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6" name="Freeform 124">
              <a:extLst>
                <a:ext uri="{FF2B5EF4-FFF2-40B4-BE49-F238E27FC236}">
                  <a16:creationId xmlns:a16="http://schemas.microsoft.com/office/drawing/2014/main" id="{DE567ACF-7637-BF2C-BC05-7F53D952A0B0}"/>
                </a:ext>
              </a:extLst>
            </p:cNvPr>
            <p:cNvSpPr>
              <a:spLocks noEditPoints="1"/>
            </p:cNvSpPr>
            <p:nvPr/>
          </p:nvSpPr>
          <p:spPr bwMode="auto">
            <a:xfrm>
              <a:off x="396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27" name="Rectangle 125">
              <a:extLst>
                <a:ext uri="{FF2B5EF4-FFF2-40B4-BE49-F238E27FC236}">
                  <a16:creationId xmlns:a16="http://schemas.microsoft.com/office/drawing/2014/main" id="{70C48549-CC71-C5A2-A4A9-48571B7C27E2}"/>
                </a:ext>
              </a:extLst>
            </p:cNvPr>
            <p:cNvSpPr>
              <a:spLocks noChangeArrowheads="1"/>
            </p:cNvSpPr>
            <p:nvPr/>
          </p:nvSpPr>
          <p:spPr bwMode="auto">
            <a:xfrm>
              <a:off x="396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28" name="Rectangle 126">
              <a:extLst>
                <a:ext uri="{FF2B5EF4-FFF2-40B4-BE49-F238E27FC236}">
                  <a16:creationId xmlns:a16="http://schemas.microsoft.com/office/drawing/2014/main" id="{E77BF7CD-E430-F29D-8D8A-8971F9F330EE}"/>
                </a:ext>
              </a:extLst>
            </p:cNvPr>
            <p:cNvSpPr>
              <a:spLocks noChangeArrowheads="1"/>
            </p:cNvSpPr>
            <p:nvPr/>
          </p:nvSpPr>
          <p:spPr bwMode="auto">
            <a:xfrm>
              <a:off x="4405"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29" name="Freeform 127">
              <a:extLst>
                <a:ext uri="{FF2B5EF4-FFF2-40B4-BE49-F238E27FC236}">
                  <a16:creationId xmlns:a16="http://schemas.microsoft.com/office/drawing/2014/main" id="{6E5F2F04-3FC2-0D9D-9B87-D007498B5EA2}"/>
                </a:ext>
              </a:extLst>
            </p:cNvPr>
            <p:cNvSpPr>
              <a:spLocks noEditPoints="1"/>
            </p:cNvSpPr>
            <p:nvPr/>
          </p:nvSpPr>
          <p:spPr bwMode="auto">
            <a:xfrm>
              <a:off x="440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0" name="Freeform 128">
              <a:extLst>
                <a:ext uri="{FF2B5EF4-FFF2-40B4-BE49-F238E27FC236}">
                  <a16:creationId xmlns:a16="http://schemas.microsoft.com/office/drawing/2014/main" id="{1AB3C8D9-7D6D-3DF2-AA4E-C386015F241E}"/>
                </a:ext>
              </a:extLst>
            </p:cNvPr>
            <p:cNvSpPr>
              <a:spLocks noEditPoints="1"/>
            </p:cNvSpPr>
            <p:nvPr/>
          </p:nvSpPr>
          <p:spPr bwMode="auto">
            <a:xfrm>
              <a:off x="440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1" name="Freeform 129">
              <a:extLst>
                <a:ext uri="{FF2B5EF4-FFF2-40B4-BE49-F238E27FC236}">
                  <a16:creationId xmlns:a16="http://schemas.microsoft.com/office/drawing/2014/main" id="{739F403F-1F11-15CF-A07B-A391262372C5}"/>
                </a:ext>
              </a:extLst>
            </p:cNvPr>
            <p:cNvSpPr>
              <a:spLocks noEditPoints="1"/>
            </p:cNvSpPr>
            <p:nvPr/>
          </p:nvSpPr>
          <p:spPr bwMode="auto">
            <a:xfrm>
              <a:off x="440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2" name="Freeform 130">
              <a:extLst>
                <a:ext uri="{FF2B5EF4-FFF2-40B4-BE49-F238E27FC236}">
                  <a16:creationId xmlns:a16="http://schemas.microsoft.com/office/drawing/2014/main" id="{2F7854DA-F280-41C0-CD13-7D2AAC8ED0AB}"/>
                </a:ext>
              </a:extLst>
            </p:cNvPr>
            <p:cNvSpPr>
              <a:spLocks noEditPoints="1"/>
            </p:cNvSpPr>
            <p:nvPr/>
          </p:nvSpPr>
          <p:spPr bwMode="auto">
            <a:xfrm>
              <a:off x="440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3" name="Freeform 131">
              <a:extLst>
                <a:ext uri="{FF2B5EF4-FFF2-40B4-BE49-F238E27FC236}">
                  <a16:creationId xmlns:a16="http://schemas.microsoft.com/office/drawing/2014/main" id="{19C649A9-DACA-610A-FD83-50C53A8829F7}"/>
                </a:ext>
              </a:extLst>
            </p:cNvPr>
            <p:cNvSpPr>
              <a:spLocks noEditPoints="1"/>
            </p:cNvSpPr>
            <p:nvPr/>
          </p:nvSpPr>
          <p:spPr bwMode="auto">
            <a:xfrm>
              <a:off x="440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4" name="Freeform 132">
              <a:extLst>
                <a:ext uri="{FF2B5EF4-FFF2-40B4-BE49-F238E27FC236}">
                  <a16:creationId xmlns:a16="http://schemas.microsoft.com/office/drawing/2014/main" id="{70937CE0-801B-FB35-20DA-86F7C1E5FF7E}"/>
                </a:ext>
              </a:extLst>
            </p:cNvPr>
            <p:cNvSpPr>
              <a:spLocks noEditPoints="1"/>
            </p:cNvSpPr>
            <p:nvPr/>
          </p:nvSpPr>
          <p:spPr bwMode="auto">
            <a:xfrm>
              <a:off x="440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5" name="Freeform 133">
              <a:extLst>
                <a:ext uri="{FF2B5EF4-FFF2-40B4-BE49-F238E27FC236}">
                  <a16:creationId xmlns:a16="http://schemas.microsoft.com/office/drawing/2014/main" id="{B0D3B445-4E99-A705-56C3-0106816A686D}"/>
                </a:ext>
              </a:extLst>
            </p:cNvPr>
            <p:cNvSpPr>
              <a:spLocks noEditPoints="1"/>
            </p:cNvSpPr>
            <p:nvPr/>
          </p:nvSpPr>
          <p:spPr bwMode="auto">
            <a:xfrm>
              <a:off x="440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6" name="Freeform 134">
              <a:extLst>
                <a:ext uri="{FF2B5EF4-FFF2-40B4-BE49-F238E27FC236}">
                  <a16:creationId xmlns:a16="http://schemas.microsoft.com/office/drawing/2014/main" id="{C996DAFB-CDB3-CF4F-2368-60D752F481F9}"/>
                </a:ext>
              </a:extLst>
            </p:cNvPr>
            <p:cNvSpPr>
              <a:spLocks noEditPoints="1"/>
            </p:cNvSpPr>
            <p:nvPr/>
          </p:nvSpPr>
          <p:spPr bwMode="auto">
            <a:xfrm>
              <a:off x="440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7" name="Freeform 135">
              <a:extLst>
                <a:ext uri="{FF2B5EF4-FFF2-40B4-BE49-F238E27FC236}">
                  <a16:creationId xmlns:a16="http://schemas.microsoft.com/office/drawing/2014/main" id="{1FF053E9-E6AC-3013-E845-097017FD2B2F}"/>
                </a:ext>
              </a:extLst>
            </p:cNvPr>
            <p:cNvSpPr>
              <a:spLocks noEditPoints="1"/>
            </p:cNvSpPr>
            <p:nvPr/>
          </p:nvSpPr>
          <p:spPr bwMode="auto">
            <a:xfrm>
              <a:off x="440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8" name="Freeform 136">
              <a:extLst>
                <a:ext uri="{FF2B5EF4-FFF2-40B4-BE49-F238E27FC236}">
                  <a16:creationId xmlns:a16="http://schemas.microsoft.com/office/drawing/2014/main" id="{B6C4ACFC-4E1F-DE12-C280-4059C266C940}"/>
                </a:ext>
              </a:extLst>
            </p:cNvPr>
            <p:cNvSpPr>
              <a:spLocks noEditPoints="1"/>
            </p:cNvSpPr>
            <p:nvPr/>
          </p:nvSpPr>
          <p:spPr bwMode="auto">
            <a:xfrm>
              <a:off x="440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39" name="Rectangle 137">
              <a:extLst>
                <a:ext uri="{FF2B5EF4-FFF2-40B4-BE49-F238E27FC236}">
                  <a16:creationId xmlns:a16="http://schemas.microsoft.com/office/drawing/2014/main" id="{449F9192-FB85-13A1-2E97-5C0A5F0965D4}"/>
                </a:ext>
              </a:extLst>
            </p:cNvPr>
            <p:cNvSpPr>
              <a:spLocks noChangeArrowheads="1"/>
            </p:cNvSpPr>
            <p:nvPr/>
          </p:nvSpPr>
          <p:spPr bwMode="auto">
            <a:xfrm>
              <a:off x="4405"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40" name="Rectangle 138">
              <a:extLst>
                <a:ext uri="{FF2B5EF4-FFF2-40B4-BE49-F238E27FC236}">
                  <a16:creationId xmlns:a16="http://schemas.microsoft.com/office/drawing/2014/main" id="{9B0DFA9E-9EC2-8D39-96E4-CC83516CE732}"/>
                </a:ext>
              </a:extLst>
            </p:cNvPr>
            <p:cNvSpPr>
              <a:spLocks noChangeArrowheads="1"/>
            </p:cNvSpPr>
            <p:nvPr/>
          </p:nvSpPr>
          <p:spPr bwMode="auto">
            <a:xfrm>
              <a:off x="485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41" name="Freeform 139">
              <a:extLst>
                <a:ext uri="{FF2B5EF4-FFF2-40B4-BE49-F238E27FC236}">
                  <a16:creationId xmlns:a16="http://schemas.microsoft.com/office/drawing/2014/main" id="{7BB21B81-8F32-FE18-055E-F1BC481292E8}"/>
                </a:ext>
              </a:extLst>
            </p:cNvPr>
            <p:cNvSpPr>
              <a:spLocks noEditPoints="1"/>
            </p:cNvSpPr>
            <p:nvPr/>
          </p:nvSpPr>
          <p:spPr bwMode="auto">
            <a:xfrm>
              <a:off x="485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2" name="Freeform 140">
              <a:extLst>
                <a:ext uri="{FF2B5EF4-FFF2-40B4-BE49-F238E27FC236}">
                  <a16:creationId xmlns:a16="http://schemas.microsoft.com/office/drawing/2014/main" id="{ACCD55B8-89D9-EC67-8288-23D91C95FAD2}"/>
                </a:ext>
              </a:extLst>
            </p:cNvPr>
            <p:cNvSpPr>
              <a:spLocks noEditPoints="1"/>
            </p:cNvSpPr>
            <p:nvPr/>
          </p:nvSpPr>
          <p:spPr bwMode="auto">
            <a:xfrm>
              <a:off x="485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3" name="Freeform 141">
              <a:extLst>
                <a:ext uri="{FF2B5EF4-FFF2-40B4-BE49-F238E27FC236}">
                  <a16:creationId xmlns:a16="http://schemas.microsoft.com/office/drawing/2014/main" id="{44158193-6186-B35D-C8E2-C98303AE14E7}"/>
                </a:ext>
              </a:extLst>
            </p:cNvPr>
            <p:cNvSpPr>
              <a:spLocks noEditPoints="1"/>
            </p:cNvSpPr>
            <p:nvPr/>
          </p:nvSpPr>
          <p:spPr bwMode="auto">
            <a:xfrm>
              <a:off x="485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4" name="Freeform 142">
              <a:extLst>
                <a:ext uri="{FF2B5EF4-FFF2-40B4-BE49-F238E27FC236}">
                  <a16:creationId xmlns:a16="http://schemas.microsoft.com/office/drawing/2014/main" id="{0AEB1A56-D876-F57E-02DE-BD17139D01B1}"/>
                </a:ext>
              </a:extLst>
            </p:cNvPr>
            <p:cNvSpPr>
              <a:spLocks noEditPoints="1"/>
            </p:cNvSpPr>
            <p:nvPr/>
          </p:nvSpPr>
          <p:spPr bwMode="auto">
            <a:xfrm>
              <a:off x="485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5" name="Freeform 143">
              <a:extLst>
                <a:ext uri="{FF2B5EF4-FFF2-40B4-BE49-F238E27FC236}">
                  <a16:creationId xmlns:a16="http://schemas.microsoft.com/office/drawing/2014/main" id="{A22D57B6-5A08-8396-97CE-498EA2E80018}"/>
                </a:ext>
              </a:extLst>
            </p:cNvPr>
            <p:cNvSpPr>
              <a:spLocks noEditPoints="1"/>
            </p:cNvSpPr>
            <p:nvPr/>
          </p:nvSpPr>
          <p:spPr bwMode="auto">
            <a:xfrm>
              <a:off x="485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6" name="Freeform 144">
              <a:extLst>
                <a:ext uri="{FF2B5EF4-FFF2-40B4-BE49-F238E27FC236}">
                  <a16:creationId xmlns:a16="http://schemas.microsoft.com/office/drawing/2014/main" id="{C3F7264C-01ED-5BFC-8399-B2F7023EA9B2}"/>
                </a:ext>
              </a:extLst>
            </p:cNvPr>
            <p:cNvSpPr>
              <a:spLocks noEditPoints="1"/>
            </p:cNvSpPr>
            <p:nvPr/>
          </p:nvSpPr>
          <p:spPr bwMode="auto">
            <a:xfrm>
              <a:off x="485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7" name="Freeform 145">
              <a:extLst>
                <a:ext uri="{FF2B5EF4-FFF2-40B4-BE49-F238E27FC236}">
                  <a16:creationId xmlns:a16="http://schemas.microsoft.com/office/drawing/2014/main" id="{359D84F7-DBC6-D421-79DC-1C209147C4BD}"/>
                </a:ext>
              </a:extLst>
            </p:cNvPr>
            <p:cNvSpPr>
              <a:spLocks noEditPoints="1"/>
            </p:cNvSpPr>
            <p:nvPr/>
          </p:nvSpPr>
          <p:spPr bwMode="auto">
            <a:xfrm>
              <a:off x="485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8" name="Freeform 146">
              <a:extLst>
                <a:ext uri="{FF2B5EF4-FFF2-40B4-BE49-F238E27FC236}">
                  <a16:creationId xmlns:a16="http://schemas.microsoft.com/office/drawing/2014/main" id="{0A86B0F1-1772-EE3C-6BB6-951A0D0BB4C2}"/>
                </a:ext>
              </a:extLst>
            </p:cNvPr>
            <p:cNvSpPr>
              <a:spLocks noEditPoints="1"/>
            </p:cNvSpPr>
            <p:nvPr/>
          </p:nvSpPr>
          <p:spPr bwMode="auto">
            <a:xfrm>
              <a:off x="485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49" name="Freeform 147">
              <a:extLst>
                <a:ext uri="{FF2B5EF4-FFF2-40B4-BE49-F238E27FC236}">
                  <a16:creationId xmlns:a16="http://schemas.microsoft.com/office/drawing/2014/main" id="{BC34C818-7158-4413-9CC6-EC6E4EE66C37}"/>
                </a:ext>
              </a:extLst>
            </p:cNvPr>
            <p:cNvSpPr>
              <a:spLocks noEditPoints="1"/>
            </p:cNvSpPr>
            <p:nvPr/>
          </p:nvSpPr>
          <p:spPr bwMode="auto">
            <a:xfrm>
              <a:off x="485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0" name="Freeform 148">
              <a:extLst>
                <a:ext uri="{FF2B5EF4-FFF2-40B4-BE49-F238E27FC236}">
                  <a16:creationId xmlns:a16="http://schemas.microsoft.com/office/drawing/2014/main" id="{F74CD365-C323-21F8-5B1A-3693F8540411}"/>
                </a:ext>
              </a:extLst>
            </p:cNvPr>
            <p:cNvSpPr>
              <a:spLocks noEditPoints="1"/>
            </p:cNvSpPr>
            <p:nvPr/>
          </p:nvSpPr>
          <p:spPr bwMode="auto">
            <a:xfrm>
              <a:off x="485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1" name="Rectangle 149">
              <a:extLst>
                <a:ext uri="{FF2B5EF4-FFF2-40B4-BE49-F238E27FC236}">
                  <a16:creationId xmlns:a16="http://schemas.microsoft.com/office/drawing/2014/main" id="{52158D8C-8C13-6974-A76F-07A57CD8EC76}"/>
                </a:ext>
              </a:extLst>
            </p:cNvPr>
            <p:cNvSpPr>
              <a:spLocks noChangeArrowheads="1"/>
            </p:cNvSpPr>
            <p:nvPr/>
          </p:nvSpPr>
          <p:spPr bwMode="auto">
            <a:xfrm>
              <a:off x="485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2" name="Rectangle 150">
              <a:extLst>
                <a:ext uri="{FF2B5EF4-FFF2-40B4-BE49-F238E27FC236}">
                  <a16:creationId xmlns:a16="http://schemas.microsoft.com/office/drawing/2014/main" id="{B5657F65-23F4-5482-C96F-5B5C5F10D2BB}"/>
                </a:ext>
              </a:extLst>
            </p:cNvPr>
            <p:cNvSpPr>
              <a:spLocks noChangeArrowheads="1"/>
            </p:cNvSpPr>
            <p:nvPr/>
          </p:nvSpPr>
          <p:spPr bwMode="auto">
            <a:xfrm>
              <a:off x="5300" y="23"/>
              <a:ext cx="20" cy="10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53" name="Freeform 151">
              <a:extLst>
                <a:ext uri="{FF2B5EF4-FFF2-40B4-BE49-F238E27FC236}">
                  <a16:creationId xmlns:a16="http://schemas.microsoft.com/office/drawing/2014/main" id="{A224C0DA-C69F-93D3-EF99-1A15C01426E5}"/>
                </a:ext>
              </a:extLst>
            </p:cNvPr>
            <p:cNvSpPr>
              <a:spLocks noEditPoints="1"/>
            </p:cNvSpPr>
            <p:nvPr/>
          </p:nvSpPr>
          <p:spPr bwMode="auto">
            <a:xfrm>
              <a:off x="530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4" name="Freeform 152">
              <a:extLst>
                <a:ext uri="{FF2B5EF4-FFF2-40B4-BE49-F238E27FC236}">
                  <a16:creationId xmlns:a16="http://schemas.microsoft.com/office/drawing/2014/main" id="{631A57D3-31D5-43D9-E137-4152DEBFACEE}"/>
                </a:ext>
              </a:extLst>
            </p:cNvPr>
            <p:cNvSpPr>
              <a:spLocks noEditPoints="1"/>
            </p:cNvSpPr>
            <p:nvPr/>
          </p:nvSpPr>
          <p:spPr bwMode="auto">
            <a:xfrm>
              <a:off x="530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5" name="Freeform 153">
              <a:extLst>
                <a:ext uri="{FF2B5EF4-FFF2-40B4-BE49-F238E27FC236}">
                  <a16:creationId xmlns:a16="http://schemas.microsoft.com/office/drawing/2014/main" id="{E7AC0290-C360-1292-4E39-01E64EB23601}"/>
                </a:ext>
              </a:extLst>
            </p:cNvPr>
            <p:cNvSpPr>
              <a:spLocks noEditPoints="1"/>
            </p:cNvSpPr>
            <p:nvPr/>
          </p:nvSpPr>
          <p:spPr bwMode="auto">
            <a:xfrm>
              <a:off x="530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6" name="Freeform 154">
              <a:extLst>
                <a:ext uri="{FF2B5EF4-FFF2-40B4-BE49-F238E27FC236}">
                  <a16:creationId xmlns:a16="http://schemas.microsoft.com/office/drawing/2014/main" id="{F000F518-093F-0ACB-6F92-5ECC2105DC7D}"/>
                </a:ext>
              </a:extLst>
            </p:cNvPr>
            <p:cNvSpPr>
              <a:spLocks noEditPoints="1"/>
            </p:cNvSpPr>
            <p:nvPr/>
          </p:nvSpPr>
          <p:spPr bwMode="auto">
            <a:xfrm>
              <a:off x="530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7" name="Freeform 155">
              <a:extLst>
                <a:ext uri="{FF2B5EF4-FFF2-40B4-BE49-F238E27FC236}">
                  <a16:creationId xmlns:a16="http://schemas.microsoft.com/office/drawing/2014/main" id="{6386638D-78D0-AB28-BECE-57D6DC3BB51B}"/>
                </a:ext>
              </a:extLst>
            </p:cNvPr>
            <p:cNvSpPr>
              <a:spLocks noEditPoints="1"/>
            </p:cNvSpPr>
            <p:nvPr/>
          </p:nvSpPr>
          <p:spPr bwMode="auto">
            <a:xfrm>
              <a:off x="530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8" name="Freeform 156">
              <a:extLst>
                <a:ext uri="{FF2B5EF4-FFF2-40B4-BE49-F238E27FC236}">
                  <a16:creationId xmlns:a16="http://schemas.microsoft.com/office/drawing/2014/main" id="{C2B81375-3025-CC7F-F28C-7761404D46CF}"/>
                </a:ext>
              </a:extLst>
            </p:cNvPr>
            <p:cNvSpPr>
              <a:spLocks noEditPoints="1"/>
            </p:cNvSpPr>
            <p:nvPr/>
          </p:nvSpPr>
          <p:spPr bwMode="auto">
            <a:xfrm>
              <a:off x="530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59" name="Freeform 157">
              <a:extLst>
                <a:ext uri="{FF2B5EF4-FFF2-40B4-BE49-F238E27FC236}">
                  <a16:creationId xmlns:a16="http://schemas.microsoft.com/office/drawing/2014/main" id="{BAF5D982-E293-EC92-EBD9-7578BB2E4EEF}"/>
                </a:ext>
              </a:extLst>
            </p:cNvPr>
            <p:cNvSpPr>
              <a:spLocks noEditPoints="1"/>
            </p:cNvSpPr>
            <p:nvPr/>
          </p:nvSpPr>
          <p:spPr bwMode="auto">
            <a:xfrm>
              <a:off x="530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0" name="Freeform 158">
              <a:extLst>
                <a:ext uri="{FF2B5EF4-FFF2-40B4-BE49-F238E27FC236}">
                  <a16:creationId xmlns:a16="http://schemas.microsoft.com/office/drawing/2014/main" id="{409F7537-4A9D-10D8-4F47-46827D40BBC5}"/>
                </a:ext>
              </a:extLst>
            </p:cNvPr>
            <p:cNvSpPr>
              <a:spLocks noEditPoints="1"/>
            </p:cNvSpPr>
            <p:nvPr/>
          </p:nvSpPr>
          <p:spPr bwMode="auto">
            <a:xfrm>
              <a:off x="530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1" name="Freeform 159">
              <a:extLst>
                <a:ext uri="{FF2B5EF4-FFF2-40B4-BE49-F238E27FC236}">
                  <a16:creationId xmlns:a16="http://schemas.microsoft.com/office/drawing/2014/main" id="{16172A98-B5A8-1F05-DDA0-EFE581EB6066}"/>
                </a:ext>
              </a:extLst>
            </p:cNvPr>
            <p:cNvSpPr>
              <a:spLocks noEditPoints="1"/>
            </p:cNvSpPr>
            <p:nvPr/>
          </p:nvSpPr>
          <p:spPr bwMode="auto">
            <a:xfrm>
              <a:off x="530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2" name="Freeform 160">
              <a:extLst>
                <a:ext uri="{FF2B5EF4-FFF2-40B4-BE49-F238E27FC236}">
                  <a16:creationId xmlns:a16="http://schemas.microsoft.com/office/drawing/2014/main" id="{75F82060-C07A-98E4-5A10-37F2749AB8B3}"/>
                </a:ext>
              </a:extLst>
            </p:cNvPr>
            <p:cNvSpPr>
              <a:spLocks noEditPoints="1"/>
            </p:cNvSpPr>
            <p:nvPr/>
          </p:nvSpPr>
          <p:spPr bwMode="auto">
            <a:xfrm>
              <a:off x="530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3" name="Rectangle 161">
              <a:extLst>
                <a:ext uri="{FF2B5EF4-FFF2-40B4-BE49-F238E27FC236}">
                  <a16:creationId xmlns:a16="http://schemas.microsoft.com/office/drawing/2014/main" id="{7C1C29CC-2D0F-1E33-72C5-F303D01C0E99}"/>
                </a:ext>
              </a:extLst>
            </p:cNvPr>
            <p:cNvSpPr>
              <a:spLocks noChangeArrowheads="1"/>
            </p:cNvSpPr>
            <p:nvPr/>
          </p:nvSpPr>
          <p:spPr bwMode="auto">
            <a:xfrm>
              <a:off x="5300" y="4269"/>
              <a:ext cx="20" cy="51"/>
            </a:xfrm>
            <a:prstGeom prst="rect">
              <a:avLst/>
            </a:prstGeom>
            <a:solidFill>
              <a:schemeClr val="bg2">
                <a:alpha val="50195"/>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64" name="Freeform 162">
              <a:extLst>
                <a:ext uri="{FF2B5EF4-FFF2-40B4-BE49-F238E27FC236}">
                  <a16:creationId xmlns:a16="http://schemas.microsoft.com/office/drawing/2014/main" id="{FABA57A0-F7D1-9775-561D-63D62016D251}"/>
                </a:ext>
              </a:extLst>
            </p:cNvPr>
            <p:cNvSpPr>
              <a:spLocks/>
            </p:cNvSpPr>
            <p:nvPr/>
          </p:nvSpPr>
          <p:spPr bwMode="auto">
            <a:xfrm>
              <a:off x="349" y="3304"/>
              <a:ext cx="20" cy="10"/>
            </a:xfrm>
            <a:custGeom>
              <a:avLst/>
              <a:gdLst>
                <a:gd name="T0" fmla="*/ 0 w 4"/>
                <a:gd name="T1" fmla="*/ 25 h 2"/>
                <a:gd name="T2" fmla="*/ 0 w 4"/>
                <a:gd name="T3" fmla="*/ 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0195"/>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65" name="Group 168">
            <a:extLst>
              <a:ext uri="{FF2B5EF4-FFF2-40B4-BE49-F238E27FC236}">
                <a16:creationId xmlns:a16="http://schemas.microsoft.com/office/drawing/2014/main" id="{5A6911D9-3621-C4EB-CA0A-73AFC0A5FE1B}"/>
              </a:ext>
            </a:extLst>
          </p:cNvPr>
          <p:cNvGrpSpPr>
            <a:grpSpLocks/>
          </p:cNvGrpSpPr>
          <p:nvPr/>
        </p:nvGrpSpPr>
        <p:grpSpPr bwMode="auto">
          <a:xfrm>
            <a:off x="152400" y="4724400"/>
            <a:ext cx="1685925" cy="1557338"/>
            <a:chOff x="96" y="2784"/>
            <a:chExt cx="1062" cy="981"/>
          </a:xfrm>
        </p:grpSpPr>
        <p:sp>
          <p:nvSpPr>
            <p:cNvPr id="166" name="Freeform 169">
              <a:extLst>
                <a:ext uri="{FF2B5EF4-FFF2-40B4-BE49-F238E27FC236}">
                  <a16:creationId xmlns:a16="http://schemas.microsoft.com/office/drawing/2014/main" id="{F3D36866-C9D6-F527-1CDE-B40FDD044DC4}"/>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7" name="Freeform 170">
              <a:extLst>
                <a:ext uri="{FF2B5EF4-FFF2-40B4-BE49-F238E27FC236}">
                  <a16:creationId xmlns:a16="http://schemas.microsoft.com/office/drawing/2014/main" id="{75EDBF00-B490-369A-B072-A2272BC4F1FE}"/>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8" name="Freeform 171">
              <a:extLst>
                <a:ext uri="{FF2B5EF4-FFF2-40B4-BE49-F238E27FC236}">
                  <a16:creationId xmlns:a16="http://schemas.microsoft.com/office/drawing/2014/main" id="{21636C24-AA75-BDDD-B0BD-F025B0F1F8F3}"/>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9" name="Freeform 172">
              <a:extLst>
                <a:ext uri="{FF2B5EF4-FFF2-40B4-BE49-F238E27FC236}">
                  <a16:creationId xmlns:a16="http://schemas.microsoft.com/office/drawing/2014/main" id="{756AFFC4-7D07-3ABF-44BD-5FB708795C8C}"/>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0" name="Freeform 173">
              <a:extLst>
                <a:ext uri="{FF2B5EF4-FFF2-40B4-BE49-F238E27FC236}">
                  <a16:creationId xmlns:a16="http://schemas.microsoft.com/office/drawing/2014/main" id="{C0D83B40-CE0C-7857-EE09-E6D9942A1448}"/>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1" name="Freeform 174">
              <a:extLst>
                <a:ext uri="{FF2B5EF4-FFF2-40B4-BE49-F238E27FC236}">
                  <a16:creationId xmlns:a16="http://schemas.microsoft.com/office/drawing/2014/main" id="{D67248C3-1847-48A0-B660-0EB3B663A2C5}"/>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2" name="Freeform 175">
              <a:extLst>
                <a:ext uri="{FF2B5EF4-FFF2-40B4-BE49-F238E27FC236}">
                  <a16:creationId xmlns:a16="http://schemas.microsoft.com/office/drawing/2014/main" id="{FC3300D8-8C5D-9C54-F5C8-2B9DD5538E11}"/>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3" name="Freeform 176">
              <a:extLst>
                <a:ext uri="{FF2B5EF4-FFF2-40B4-BE49-F238E27FC236}">
                  <a16:creationId xmlns:a16="http://schemas.microsoft.com/office/drawing/2014/main" id="{7097E6D8-10B3-CD26-014B-A0FC0FF344D1}"/>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4" name="Freeform 177">
              <a:extLst>
                <a:ext uri="{FF2B5EF4-FFF2-40B4-BE49-F238E27FC236}">
                  <a16:creationId xmlns:a16="http://schemas.microsoft.com/office/drawing/2014/main" id="{8CE6F7BC-5068-BB46-DF2E-0FC28E065377}"/>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 name="Freeform 178">
              <a:extLst>
                <a:ext uri="{FF2B5EF4-FFF2-40B4-BE49-F238E27FC236}">
                  <a16:creationId xmlns:a16="http://schemas.microsoft.com/office/drawing/2014/main" id="{F68A389B-67D2-D2BD-D916-15513B5F9079}"/>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 name="Freeform 179">
              <a:extLst>
                <a:ext uri="{FF2B5EF4-FFF2-40B4-BE49-F238E27FC236}">
                  <a16:creationId xmlns:a16="http://schemas.microsoft.com/office/drawing/2014/main" id="{0592BD26-CB32-5718-C063-9022AB7EFFF4}"/>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7" name="Freeform 180">
              <a:extLst>
                <a:ext uri="{FF2B5EF4-FFF2-40B4-BE49-F238E27FC236}">
                  <a16:creationId xmlns:a16="http://schemas.microsoft.com/office/drawing/2014/main" id="{E2FF2E0C-9438-9530-3291-67668469F49F}"/>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8" name="Freeform 181">
              <a:extLst>
                <a:ext uri="{FF2B5EF4-FFF2-40B4-BE49-F238E27FC236}">
                  <a16:creationId xmlns:a16="http://schemas.microsoft.com/office/drawing/2014/main" id="{1DC8F62D-0DCC-DD99-3317-9C5113B01737}"/>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
        <p:nvSpPr>
          <p:cNvPr id="179" name="WordArt 182">
            <a:extLst>
              <a:ext uri="{FF2B5EF4-FFF2-40B4-BE49-F238E27FC236}">
                <a16:creationId xmlns:a16="http://schemas.microsoft.com/office/drawing/2014/main" id="{988172E2-60B4-BFFE-02B7-6468B81291F5}"/>
              </a:ext>
            </a:extLst>
          </p:cNvPr>
          <p:cNvSpPr>
            <a:spLocks noChangeArrowheads="1" noChangeShapeType="1" noTextEdit="1"/>
          </p:cNvSpPr>
          <p:nvPr userDrawn="1"/>
        </p:nvSpPr>
        <p:spPr bwMode="auto">
          <a:xfrm>
            <a:off x="250825" y="1371600"/>
            <a:ext cx="8642350" cy="328613"/>
          </a:xfrm>
          <a:prstGeom prst="rect">
            <a:avLst/>
          </a:prstGeom>
        </p:spPr>
        <p:txBody>
          <a:bodyPr wrap="none" fromWordArt="1">
            <a:prstTxWarp prst="textWave4">
              <a:avLst>
                <a:gd name="adj1" fmla="val 6500"/>
                <a:gd name="adj2" fmla="val 0"/>
              </a:avLst>
            </a:prstTxWarp>
            <a:scene3d>
              <a:camera prst="legacyObliqueRight"/>
              <a:lightRig rig="legacyHarsh3" dir="t"/>
            </a:scene3d>
            <a:sp3d extrusionH="100000" prstMaterial="legacyMatte">
              <a:extrusionClr>
                <a:srgbClr val="663300"/>
              </a:extrusionClr>
              <a:contourClr>
                <a:srgbClr val="FF3399"/>
              </a:contourClr>
            </a:sp3d>
          </a:bodyPr>
          <a:lstStyle/>
          <a:p>
            <a:pPr algn="ctr"/>
            <a:r>
              <a:rPr lang="en" altLang="zh-CN" sz="3600" kern="10">
                <a:ln w="9525">
                  <a:round/>
                  <a:headEnd/>
                  <a:tailEnd/>
                </a:ln>
                <a:gradFill rotWithShape="1">
                  <a:gsLst>
                    <a:gs pos="0">
                      <a:srgbClr val="FF3399"/>
                    </a:gs>
                    <a:gs pos="25000">
                      <a:srgbClr val="FF6633"/>
                    </a:gs>
                    <a:gs pos="50000">
                      <a:srgbClr val="FFFF00"/>
                    </a:gs>
                    <a:gs pos="75000">
                      <a:srgbClr val="01A78F"/>
                    </a:gs>
                    <a:gs pos="100000">
                      <a:srgbClr val="3366FF"/>
                    </a:gs>
                  </a:gsLst>
                  <a:lin ang="5400000" scaled="1"/>
                </a:gradFill>
                <a:latin typeface="Monotype Corsiva" panose="03010101010201010101" pitchFamily="66" charset="0"/>
              </a:rPr>
              <a:t>School of Software,Yunnan University</a:t>
            </a:r>
            <a:endParaRPr lang="zh-CN" altLang="en-US" sz="3600" kern="10">
              <a:ln w="9525">
                <a:round/>
                <a:headEnd/>
                <a:tailEnd/>
              </a:ln>
              <a:gradFill rotWithShape="1">
                <a:gsLst>
                  <a:gs pos="0">
                    <a:srgbClr val="FF3399"/>
                  </a:gs>
                  <a:gs pos="25000">
                    <a:srgbClr val="FF6633"/>
                  </a:gs>
                  <a:gs pos="50000">
                    <a:srgbClr val="FFFF00"/>
                  </a:gs>
                  <a:gs pos="75000">
                    <a:srgbClr val="01A78F"/>
                  </a:gs>
                  <a:gs pos="100000">
                    <a:srgbClr val="3366FF"/>
                  </a:gs>
                </a:gsLst>
                <a:lin ang="5400000" scaled="1"/>
              </a:gradFill>
              <a:latin typeface="Monotype Corsiva" panose="03010101010201010101" pitchFamily="66" charset="0"/>
            </a:endParaRPr>
          </a:p>
        </p:txBody>
      </p:sp>
      <p:sp>
        <p:nvSpPr>
          <p:cNvPr id="188579" name="Rectangle 163"/>
          <p:cNvSpPr>
            <a:spLocks noGrp="1" noRot="1" noChangeArrowheads="1"/>
          </p:cNvSpPr>
          <p:nvPr>
            <p:ph type="ctrTitle"/>
          </p:nvPr>
        </p:nvSpPr>
        <p:spPr>
          <a:xfrm>
            <a:off x="685800" y="2057400"/>
            <a:ext cx="7772400" cy="1143000"/>
          </a:xfrm>
          <a:noFill/>
          <a:extLst>
            <a:ext uri="{909E8E84-426E-40DD-AFC4-6F175D3DCCD1}">
              <a14:hiddenFill xmlns:a14="http://schemas.microsoft.com/office/drawing/2010/main">
                <a:solidFill>
                  <a:schemeClr val="accent1"/>
                </a:solidFill>
              </a14:hiddenFill>
            </a:ext>
          </a:extLst>
        </p:spPr>
        <p:txBody>
          <a:bodyPr/>
          <a:lstStyle>
            <a:lvl1pPr>
              <a:defRPr/>
            </a:lvl1pPr>
          </a:lstStyle>
          <a:p>
            <a:pPr lvl="0"/>
            <a:r>
              <a:rPr lang="zh-CN" altLang="en-US" noProof="0"/>
              <a:t>单击此处编辑母版标题样式</a:t>
            </a:r>
          </a:p>
        </p:txBody>
      </p:sp>
      <p:sp>
        <p:nvSpPr>
          <p:cNvPr id="188583" name="Rectangle 167"/>
          <p:cNvSpPr>
            <a:spLocks noGrp="1" noRot="1" noChangeArrowheads="1"/>
          </p:cNvSpPr>
          <p:nvPr>
            <p:ph type="subTitle" idx="1"/>
          </p:nvPr>
        </p:nvSpPr>
        <p:spPr>
          <a:xfrm>
            <a:off x="1371600" y="3505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80" name="Rectangle 164">
            <a:extLst>
              <a:ext uri="{FF2B5EF4-FFF2-40B4-BE49-F238E27FC236}">
                <a16:creationId xmlns:a16="http://schemas.microsoft.com/office/drawing/2014/main" id="{73EB47CC-385A-6DFC-B792-E2384E1753D5}"/>
              </a:ext>
            </a:extLst>
          </p:cNvPr>
          <p:cNvSpPr>
            <a:spLocks noGrp="1" noChangeArrowheads="1"/>
          </p:cNvSpPr>
          <p:nvPr>
            <p:ph type="dt" sz="half" idx="10"/>
          </p:nvPr>
        </p:nvSpPr>
        <p:spPr>
          <a:xfrm>
            <a:off x="301625" y="6248400"/>
            <a:ext cx="2289175" cy="476250"/>
          </a:xfrm>
        </p:spPr>
        <p:txBody>
          <a:bodyPr/>
          <a:lstStyle>
            <a:lvl1pPr>
              <a:defRPr/>
            </a:lvl1pPr>
          </a:lstStyle>
          <a:p>
            <a:pPr>
              <a:defRPr/>
            </a:pPr>
            <a:r>
              <a:rPr lang="zh-CN" altLang="en-US"/>
              <a:t>2003年9月28日</a:t>
            </a:r>
            <a:endParaRPr lang="en-US" altLang="zh-CN"/>
          </a:p>
        </p:txBody>
      </p:sp>
      <p:sp>
        <p:nvSpPr>
          <p:cNvPr id="181" name="Rectangle 165">
            <a:extLst>
              <a:ext uri="{FF2B5EF4-FFF2-40B4-BE49-F238E27FC236}">
                <a16:creationId xmlns:a16="http://schemas.microsoft.com/office/drawing/2014/main" id="{23EB3228-96A4-13CC-641D-AB3B0EBDF7B5}"/>
              </a:ext>
            </a:extLst>
          </p:cNvPr>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p>
        </p:txBody>
      </p:sp>
      <p:sp>
        <p:nvSpPr>
          <p:cNvPr id="182" name="Rectangle 166">
            <a:extLst>
              <a:ext uri="{FF2B5EF4-FFF2-40B4-BE49-F238E27FC236}">
                <a16:creationId xmlns:a16="http://schemas.microsoft.com/office/drawing/2014/main" id="{F9CB9549-373B-574F-0F34-49CD2E84CA4B}"/>
              </a:ext>
            </a:extLst>
          </p:cNvPr>
          <p:cNvSpPr>
            <a:spLocks noGrp="1" noChangeArrowheads="1"/>
          </p:cNvSpPr>
          <p:nvPr>
            <p:ph type="sldNum" sz="quarter" idx="12"/>
          </p:nvPr>
        </p:nvSpPr>
        <p:spPr>
          <a:xfrm>
            <a:off x="6553200" y="6248400"/>
            <a:ext cx="2289175" cy="476250"/>
          </a:xfrm>
        </p:spPr>
        <p:txBody>
          <a:bodyPr/>
          <a:lstStyle>
            <a:lvl1pPr>
              <a:defRPr/>
            </a:lvl1pPr>
          </a:lstStyle>
          <a:p>
            <a:fld id="{49AC78DD-C9A1-4447-B766-93C4EFC2C700}" type="slidenum">
              <a:rPr lang="en-US" altLang="zh-CN"/>
              <a:pPr/>
              <a:t>‹#›</a:t>
            </a:fld>
            <a:endParaRPr lang="en-US" altLang="zh-CN"/>
          </a:p>
        </p:txBody>
      </p:sp>
    </p:spTree>
    <p:extLst>
      <p:ext uri="{BB962C8B-B14F-4D97-AF65-F5344CB8AC3E}">
        <p14:creationId xmlns:p14="http://schemas.microsoft.com/office/powerpoint/2010/main" val="51240738"/>
      </p:ext>
    </p:extLst>
  </p:cSld>
  <p:clrMapOvr>
    <a:masterClrMapping/>
  </p:clrMapOvr>
  <p:transition spd="med">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B629E9A0-C336-7175-0F82-C7209117E0CB}"/>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D07F0B27-2A35-B423-1895-14B0ED6217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E9C5346E-A594-DDF0-B4BC-24145410AAE2}"/>
              </a:ext>
            </a:extLst>
          </p:cNvPr>
          <p:cNvSpPr>
            <a:spLocks noGrp="1" noChangeArrowheads="1"/>
          </p:cNvSpPr>
          <p:nvPr>
            <p:ph type="sldNum" sz="quarter" idx="12"/>
          </p:nvPr>
        </p:nvSpPr>
        <p:spPr>
          <a:ln/>
        </p:spPr>
        <p:txBody>
          <a:bodyPr/>
          <a:lstStyle>
            <a:lvl1pPr>
              <a:defRPr/>
            </a:lvl1pPr>
          </a:lstStyle>
          <a:p>
            <a:fld id="{865BB775-1CC2-534A-A472-AC26FEE132BF}" type="slidenum">
              <a:rPr lang="en-US" altLang="zh-CN"/>
              <a:pPr/>
              <a:t>‹#›</a:t>
            </a:fld>
            <a:endParaRPr lang="en-US" altLang="zh-CN"/>
          </a:p>
        </p:txBody>
      </p:sp>
    </p:spTree>
    <p:extLst>
      <p:ext uri="{BB962C8B-B14F-4D97-AF65-F5344CB8AC3E}">
        <p14:creationId xmlns:p14="http://schemas.microsoft.com/office/powerpoint/2010/main" val="176236423"/>
      </p:ext>
    </p:extLst>
  </p:cSld>
  <p:clrMapOvr>
    <a:masterClrMapping/>
  </p:clrMapOvr>
  <p:transition spd="med">
    <p:random/>
    <p:sndAc>
      <p:stSnd>
        <p:snd r:embed="rId1"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250">
            <a:extLst>
              <a:ext uri="{FF2B5EF4-FFF2-40B4-BE49-F238E27FC236}">
                <a16:creationId xmlns:a16="http://schemas.microsoft.com/office/drawing/2014/main" id="{3DB564ED-358A-DE05-4E98-3ED3904CCA80}"/>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9E3E29D8-8954-0D5E-A9D2-781B45792A4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0D93F944-B4C9-EDC7-0C09-C4D9118F4F21}"/>
              </a:ext>
            </a:extLst>
          </p:cNvPr>
          <p:cNvSpPr>
            <a:spLocks noGrp="1" noChangeArrowheads="1"/>
          </p:cNvSpPr>
          <p:nvPr>
            <p:ph type="sldNum" sz="quarter" idx="12"/>
          </p:nvPr>
        </p:nvSpPr>
        <p:spPr>
          <a:ln/>
        </p:spPr>
        <p:txBody>
          <a:bodyPr/>
          <a:lstStyle>
            <a:lvl1pPr>
              <a:defRPr/>
            </a:lvl1pPr>
          </a:lstStyle>
          <a:p>
            <a:fld id="{FCDA8E55-11DF-2148-8AEE-A3230F9D7EE4}" type="slidenum">
              <a:rPr lang="en-US" altLang="zh-CN"/>
              <a:pPr/>
              <a:t>‹#›</a:t>
            </a:fld>
            <a:endParaRPr lang="en-US" altLang="zh-CN"/>
          </a:p>
        </p:txBody>
      </p:sp>
    </p:spTree>
    <p:extLst>
      <p:ext uri="{BB962C8B-B14F-4D97-AF65-F5344CB8AC3E}">
        <p14:creationId xmlns:p14="http://schemas.microsoft.com/office/powerpoint/2010/main" val="4094664694"/>
      </p:ext>
    </p:extLst>
  </p:cSld>
  <p:clrMapOvr>
    <a:masterClrMapping/>
  </p:clrMapOvr>
  <p:transition spd="med">
    <p:random/>
    <p:sndAc>
      <p:stSnd>
        <p:snd r:embed="rId1" name="camera.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773238"/>
            <a:ext cx="4000500" cy="43259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0">
            <a:extLst>
              <a:ext uri="{FF2B5EF4-FFF2-40B4-BE49-F238E27FC236}">
                <a16:creationId xmlns:a16="http://schemas.microsoft.com/office/drawing/2014/main" id="{C9E0154E-83F8-FF43-D4C7-D27820747185}"/>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31A2E4CD-10F8-B847-A379-B93E9A98A2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DA249EDD-94EF-8A3F-1D43-9243B87E92E0}"/>
              </a:ext>
            </a:extLst>
          </p:cNvPr>
          <p:cNvSpPr>
            <a:spLocks noGrp="1" noChangeArrowheads="1"/>
          </p:cNvSpPr>
          <p:nvPr>
            <p:ph type="sldNum" sz="quarter" idx="12"/>
          </p:nvPr>
        </p:nvSpPr>
        <p:spPr>
          <a:ln/>
        </p:spPr>
        <p:txBody>
          <a:bodyPr/>
          <a:lstStyle>
            <a:lvl1pPr>
              <a:defRPr/>
            </a:lvl1pPr>
          </a:lstStyle>
          <a:p>
            <a:fld id="{59CC03A7-001F-9145-8A07-26A9AAEE89B3}" type="slidenum">
              <a:rPr lang="en-US" altLang="zh-CN"/>
              <a:pPr/>
              <a:t>‹#›</a:t>
            </a:fld>
            <a:endParaRPr lang="en-US" altLang="zh-CN"/>
          </a:p>
        </p:txBody>
      </p:sp>
    </p:spTree>
    <p:extLst>
      <p:ext uri="{BB962C8B-B14F-4D97-AF65-F5344CB8AC3E}">
        <p14:creationId xmlns:p14="http://schemas.microsoft.com/office/powerpoint/2010/main" val="3054063971"/>
      </p:ext>
    </p:extLst>
  </p:cSld>
  <p:clrMapOvr>
    <a:masterClrMapping/>
  </p:clrMapOvr>
  <p:transition spd="med">
    <p:random/>
    <p:sndAc>
      <p:stSnd>
        <p:snd r:embed="rId1" name="camera.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0">
            <a:extLst>
              <a:ext uri="{FF2B5EF4-FFF2-40B4-BE49-F238E27FC236}">
                <a16:creationId xmlns:a16="http://schemas.microsoft.com/office/drawing/2014/main" id="{B092B76D-7CD7-B6F7-8E4E-75578C033B06}"/>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8" name="Rectangle 251">
            <a:extLst>
              <a:ext uri="{FF2B5EF4-FFF2-40B4-BE49-F238E27FC236}">
                <a16:creationId xmlns:a16="http://schemas.microsoft.com/office/drawing/2014/main" id="{B0F9C236-3F2D-65DA-598D-FBA27C8BB2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252">
            <a:extLst>
              <a:ext uri="{FF2B5EF4-FFF2-40B4-BE49-F238E27FC236}">
                <a16:creationId xmlns:a16="http://schemas.microsoft.com/office/drawing/2014/main" id="{CDC8E215-4011-7BD4-5021-0486A2B7B8CE}"/>
              </a:ext>
            </a:extLst>
          </p:cNvPr>
          <p:cNvSpPr>
            <a:spLocks noGrp="1" noChangeArrowheads="1"/>
          </p:cNvSpPr>
          <p:nvPr>
            <p:ph type="sldNum" sz="quarter" idx="12"/>
          </p:nvPr>
        </p:nvSpPr>
        <p:spPr>
          <a:ln/>
        </p:spPr>
        <p:txBody>
          <a:bodyPr/>
          <a:lstStyle>
            <a:lvl1pPr>
              <a:defRPr/>
            </a:lvl1pPr>
          </a:lstStyle>
          <a:p>
            <a:fld id="{8377B9E0-41A8-8243-8C36-978D7E3EE870}" type="slidenum">
              <a:rPr lang="en-US" altLang="zh-CN"/>
              <a:pPr/>
              <a:t>‹#›</a:t>
            </a:fld>
            <a:endParaRPr lang="en-US" altLang="zh-CN"/>
          </a:p>
        </p:txBody>
      </p:sp>
    </p:spTree>
    <p:extLst>
      <p:ext uri="{BB962C8B-B14F-4D97-AF65-F5344CB8AC3E}">
        <p14:creationId xmlns:p14="http://schemas.microsoft.com/office/powerpoint/2010/main" val="114396936"/>
      </p:ext>
    </p:extLst>
  </p:cSld>
  <p:clrMapOvr>
    <a:masterClrMapping/>
  </p:clrMapOvr>
  <p:transition spd="med">
    <p:random/>
    <p:sndAc>
      <p:stSnd>
        <p:snd r:embed="rId1" name="camera.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50">
            <a:extLst>
              <a:ext uri="{FF2B5EF4-FFF2-40B4-BE49-F238E27FC236}">
                <a16:creationId xmlns:a16="http://schemas.microsoft.com/office/drawing/2014/main" id="{C58AEF41-11F9-5B81-76C5-845F8FEE2B86}"/>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4" name="Rectangle 251">
            <a:extLst>
              <a:ext uri="{FF2B5EF4-FFF2-40B4-BE49-F238E27FC236}">
                <a16:creationId xmlns:a16="http://schemas.microsoft.com/office/drawing/2014/main" id="{FB96DD88-0909-CA9B-883B-91B9CE5238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252">
            <a:extLst>
              <a:ext uri="{FF2B5EF4-FFF2-40B4-BE49-F238E27FC236}">
                <a16:creationId xmlns:a16="http://schemas.microsoft.com/office/drawing/2014/main" id="{C22AA9F1-23D0-DF20-550F-434A6CD95EAB}"/>
              </a:ext>
            </a:extLst>
          </p:cNvPr>
          <p:cNvSpPr>
            <a:spLocks noGrp="1" noChangeArrowheads="1"/>
          </p:cNvSpPr>
          <p:nvPr>
            <p:ph type="sldNum" sz="quarter" idx="12"/>
          </p:nvPr>
        </p:nvSpPr>
        <p:spPr>
          <a:ln/>
        </p:spPr>
        <p:txBody>
          <a:bodyPr/>
          <a:lstStyle>
            <a:lvl1pPr>
              <a:defRPr/>
            </a:lvl1pPr>
          </a:lstStyle>
          <a:p>
            <a:fld id="{CBE308FB-58E1-D443-8346-CBB45958066D}" type="slidenum">
              <a:rPr lang="en-US" altLang="zh-CN"/>
              <a:pPr/>
              <a:t>‹#›</a:t>
            </a:fld>
            <a:endParaRPr lang="en-US" altLang="zh-CN"/>
          </a:p>
        </p:txBody>
      </p:sp>
    </p:spTree>
    <p:extLst>
      <p:ext uri="{BB962C8B-B14F-4D97-AF65-F5344CB8AC3E}">
        <p14:creationId xmlns:p14="http://schemas.microsoft.com/office/powerpoint/2010/main" val="2030338771"/>
      </p:ext>
    </p:extLst>
  </p:cSld>
  <p:clrMapOvr>
    <a:masterClrMapping/>
  </p:clrMapOvr>
  <p:transition spd="med">
    <p:random/>
    <p:sndAc>
      <p:stSnd>
        <p:snd r:embed="rId1" name="camera.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a:extLst>
              <a:ext uri="{FF2B5EF4-FFF2-40B4-BE49-F238E27FC236}">
                <a16:creationId xmlns:a16="http://schemas.microsoft.com/office/drawing/2014/main" id="{F896E0C5-2507-CF83-B321-1065E12DBB4D}"/>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3" name="Rectangle 251">
            <a:extLst>
              <a:ext uri="{FF2B5EF4-FFF2-40B4-BE49-F238E27FC236}">
                <a16:creationId xmlns:a16="http://schemas.microsoft.com/office/drawing/2014/main" id="{1756BF9E-E3D5-FEC5-D952-5DD5DE7DA9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252">
            <a:extLst>
              <a:ext uri="{FF2B5EF4-FFF2-40B4-BE49-F238E27FC236}">
                <a16:creationId xmlns:a16="http://schemas.microsoft.com/office/drawing/2014/main" id="{20045AB8-2AC6-6E7E-F76D-FD0219FA6C50}"/>
              </a:ext>
            </a:extLst>
          </p:cNvPr>
          <p:cNvSpPr>
            <a:spLocks noGrp="1" noChangeArrowheads="1"/>
          </p:cNvSpPr>
          <p:nvPr>
            <p:ph type="sldNum" sz="quarter" idx="12"/>
          </p:nvPr>
        </p:nvSpPr>
        <p:spPr>
          <a:ln/>
        </p:spPr>
        <p:txBody>
          <a:bodyPr/>
          <a:lstStyle>
            <a:lvl1pPr>
              <a:defRPr/>
            </a:lvl1pPr>
          </a:lstStyle>
          <a:p>
            <a:fld id="{F7467857-9D5D-2743-8C33-869B02D0EC58}" type="slidenum">
              <a:rPr lang="en-US" altLang="zh-CN"/>
              <a:pPr/>
              <a:t>‹#›</a:t>
            </a:fld>
            <a:endParaRPr lang="en-US" altLang="zh-CN"/>
          </a:p>
        </p:txBody>
      </p:sp>
    </p:spTree>
    <p:extLst>
      <p:ext uri="{BB962C8B-B14F-4D97-AF65-F5344CB8AC3E}">
        <p14:creationId xmlns:p14="http://schemas.microsoft.com/office/powerpoint/2010/main" val="3849233310"/>
      </p:ext>
    </p:extLst>
  </p:cSld>
  <p:clrMapOvr>
    <a:masterClrMapping/>
  </p:clrMapOvr>
  <p:transition spd="med">
    <p:random/>
    <p:sndAc>
      <p:stSnd>
        <p:snd r:embed="rId1" name="camera.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50">
            <a:extLst>
              <a:ext uri="{FF2B5EF4-FFF2-40B4-BE49-F238E27FC236}">
                <a16:creationId xmlns:a16="http://schemas.microsoft.com/office/drawing/2014/main" id="{EB6C2841-56A4-4E3B-28AE-578D45F7EA6E}"/>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C18BE973-523C-5614-28E8-81DD6B3E68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CF827330-E168-8244-A618-14F774D11831}"/>
              </a:ext>
            </a:extLst>
          </p:cNvPr>
          <p:cNvSpPr>
            <a:spLocks noGrp="1" noChangeArrowheads="1"/>
          </p:cNvSpPr>
          <p:nvPr>
            <p:ph type="sldNum" sz="quarter" idx="12"/>
          </p:nvPr>
        </p:nvSpPr>
        <p:spPr>
          <a:ln/>
        </p:spPr>
        <p:txBody>
          <a:bodyPr/>
          <a:lstStyle>
            <a:lvl1pPr>
              <a:defRPr/>
            </a:lvl1pPr>
          </a:lstStyle>
          <a:p>
            <a:fld id="{D43F3A0E-CBA4-6F44-B56C-AA2C25E5263E}" type="slidenum">
              <a:rPr lang="en-US" altLang="zh-CN"/>
              <a:pPr/>
              <a:t>‹#›</a:t>
            </a:fld>
            <a:endParaRPr lang="en-US" altLang="zh-CN"/>
          </a:p>
        </p:txBody>
      </p:sp>
    </p:spTree>
    <p:extLst>
      <p:ext uri="{BB962C8B-B14F-4D97-AF65-F5344CB8AC3E}">
        <p14:creationId xmlns:p14="http://schemas.microsoft.com/office/powerpoint/2010/main" val="3698112783"/>
      </p:ext>
    </p:extLst>
  </p:cSld>
  <p:clrMapOvr>
    <a:masterClrMapping/>
  </p:clrMapOvr>
  <p:transition spd="med">
    <p:random/>
    <p:sndAc>
      <p:stSnd>
        <p:snd r:embed="rId1" name="camera.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50">
            <a:extLst>
              <a:ext uri="{FF2B5EF4-FFF2-40B4-BE49-F238E27FC236}">
                <a16:creationId xmlns:a16="http://schemas.microsoft.com/office/drawing/2014/main" id="{4C121F3B-3AC7-19F3-64BF-99E61692BAE9}"/>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6" name="Rectangle 251">
            <a:extLst>
              <a:ext uri="{FF2B5EF4-FFF2-40B4-BE49-F238E27FC236}">
                <a16:creationId xmlns:a16="http://schemas.microsoft.com/office/drawing/2014/main" id="{6A1184CA-B2B2-DAE8-DE02-585F8D028F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a:extLst>
              <a:ext uri="{FF2B5EF4-FFF2-40B4-BE49-F238E27FC236}">
                <a16:creationId xmlns:a16="http://schemas.microsoft.com/office/drawing/2014/main" id="{47BE4FB9-6DC4-764A-42D8-FD75656806A3}"/>
              </a:ext>
            </a:extLst>
          </p:cNvPr>
          <p:cNvSpPr>
            <a:spLocks noGrp="1" noChangeArrowheads="1"/>
          </p:cNvSpPr>
          <p:nvPr>
            <p:ph type="sldNum" sz="quarter" idx="12"/>
          </p:nvPr>
        </p:nvSpPr>
        <p:spPr>
          <a:ln/>
        </p:spPr>
        <p:txBody>
          <a:bodyPr/>
          <a:lstStyle>
            <a:lvl1pPr>
              <a:defRPr/>
            </a:lvl1pPr>
          </a:lstStyle>
          <a:p>
            <a:fld id="{49A2C577-4A3E-784A-994C-29F70F9893C6}" type="slidenum">
              <a:rPr lang="en-US" altLang="zh-CN"/>
              <a:pPr/>
              <a:t>‹#›</a:t>
            </a:fld>
            <a:endParaRPr lang="en-US" altLang="zh-CN"/>
          </a:p>
        </p:txBody>
      </p:sp>
    </p:spTree>
    <p:extLst>
      <p:ext uri="{BB962C8B-B14F-4D97-AF65-F5344CB8AC3E}">
        <p14:creationId xmlns:p14="http://schemas.microsoft.com/office/powerpoint/2010/main" val="48702279"/>
      </p:ext>
    </p:extLst>
  </p:cSld>
  <p:clrMapOvr>
    <a:masterClrMapping/>
  </p:clrMapOvr>
  <p:transition spd="med">
    <p:random/>
    <p:sndAc>
      <p:stSnd>
        <p:snd r:embed="rId1" name="camera.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FE28DD9C-E8AE-77E1-0D2B-3B55D3378506}"/>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B742B3B4-C06F-3A52-DA13-53B365D60A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98B53237-0957-2487-7F59-34544342F5A1}"/>
              </a:ext>
            </a:extLst>
          </p:cNvPr>
          <p:cNvSpPr>
            <a:spLocks noGrp="1" noChangeArrowheads="1"/>
          </p:cNvSpPr>
          <p:nvPr>
            <p:ph type="sldNum" sz="quarter" idx="12"/>
          </p:nvPr>
        </p:nvSpPr>
        <p:spPr>
          <a:ln/>
        </p:spPr>
        <p:txBody>
          <a:bodyPr/>
          <a:lstStyle>
            <a:lvl1pPr>
              <a:defRPr/>
            </a:lvl1pPr>
          </a:lstStyle>
          <a:p>
            <a:fld id="{09C830C2-07C9-534E-9BB7-D4C1CD31D762}" type="slidenum">
              <a:rPr lang="en-US" altLang="zh-CN"/>
              <a:pPr/>
              <a:t>‹#›</a:t>
            </a:fld>
            <a:endParaRPr lang="en-US" altLang="zh-CN"/>
          </a:p>
        </p:txBody>
      </p:sp>
    </p:spTree>
    <p:extLst>
      <p:ext uri="{BB962C8B-B14F-4D97-AF65-F5344CB8AC3E}">
        <p14:creationId xmlns:p14="http://schemas.microsoft.com/office/powerpoint/2010/main" val="2075406292"/>
      </p:ext>
    </p:extLst>
  </p:cSld>
  <p:clrMapOvr>
    <a:masterClrMapping/>
  </p:clrMapOvr>
  <p:transition spd="med">
    <p:random/>
    <p:sndAc>
      <p:stSnd>
        <p:snd r:embed="rId1" name="camera.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73025"/>
            <a:ext cx="2038350" cy="60261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73025"/>
            <a:ext cx="5962650" cy="60261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50">
            <a:extLst>
              <a:ext uri="{FF2B5EF4-FFF2-40B4-BE49-F238E27FC236}">
                <a16:creationId xmlns:a16="http://schemas.microsoft.com/office/drawing/2014/main" id="{52712F65-777A-68C4-A8D9-F3AA65FFA2A0}"/>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04A75282-C35E-B10F-D7FB-301B3C3E8C5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F4D6AC59-B93C-ED0E-3DBE-5B3D5827E3E3}"/>
              </a:ext>
            </a:extLst>
          </p:cNvPr>
          <p:cNvSpPr>
            <a:spLocks noGrp="1" noChangeArrowheads="1"/>
          </p:cNvSpPr>
          <p:nvPr>
            <p:ph type="sldNum" sz="quarter" idx="12"/>
          </p:nvPr>
        </p:nvSpPr>
        <p:spPr>
          <a:ln/>
        </p:spPr>
        <p:txBody>
          <a:bodyPr/>
          <a:lstStyle>
            <a:lvl1pPr>
              <a:defRPr/>
            </a:lvl1pPr>
          </a:lstStyle>
          <a:p>
            <a:fld id="{D3B6842B-8602-0243-B4F3-0F555627F13D}" type="slidenum">
              <a:rPr lang="en-US" altLang="zh-CN"/>
              <a:pPr/>
              <a:t>‹#›</a:t>
            </a:fld>
            <a:endParaRPr lang="en-US" altLang="zh-CN"/>
          </a:p>
        </p:txBody>
      </p:sp>
    </p:spTree>
    <p:extLst>
      <p:ext uri="{BB962C8B-B14F-4D97-AF65-F5344CB8AC3E}">
        <p14:creationId xmlns:p14="http://schemas.microsoft.com/office/powerpoint/2010/main" val="2789265297"/>
      </p:ext>
    </p:extLst>
  </p:cSld>
  <p:clrMapOvr>
    <a:masterClrMapping/>
  </p:clrMapOvr>
  <p:transition spd="med">
    <p:random/>
    <p:sndAc>
      <p:stSnd>
        <p:snd r:embed="rId1" name="camera.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76375" y="73025"/>
            <a:ext cx="7056438"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773238"/>
            <a:ext cx="8153400" cy="4325937"/>
          </a:xfrm>
        </p:spPr>
        <p:txBody>
          <a:bodyPr/>
          <a:lstStyle/>
          <a:p>
            <a:pPr lvl="0"/>
            <a:endParaRPr lang="zh-CN" altLang="en-US" noProof="0"/>
          </a:p>
        </p:txBody>
      </p:sp>
      <p:sp>
        <p:nvSpPr>
          <p:cNvPr id="4" name="Rectangle 250">
            <a:extLst>
              <a:ext uri="{FF2B5EF4-FFF2-40B4-BE49-F238E27FC236}">
                <a16:creationId xmlns:a16="http://schemas.microsoft.com/office/drawing/2014/main" id="{199EBC66-9E66-8CD7-CAE4-E80C8FA48CA2}"/>
              </a:ext>
            </a:extLst>
          </p:cNvPr>
          <p:cNvSpPr>
            <a:spLocks noGrp="1" noChangeArrowheads="1"/>
          </p:cNvSpPr>
          <p:nvPr>
            <p:ph type="dt" sz="half" idx="10"/>
          </p:nvPr>
        </p:nvSpPr>
        <p:spPr>
          <a:ln/>
        </p:spPr>
        <p:txBody>
          <a:bodyPr/>
          <a:lstStyle>
            <a:lvl1pPr>
              <a:defRPr/>
            </a:lvl1pPr>
          </a:lstStyle>
          <a:p>
            <a:pPr>
              <a:defRPr/>
            </a:pPr>
            <a:r>
              <a:rPr lang="zh-CN" altLang="zh-CN"/>
              <a:t>2009-4-7</a:t>
            </a:r>
          </a:p>
        </p:txBody>
      </p:sp>
      <p:sp>
        <p:nvSpPr>
          <p:cNvPr id="5" name="Rectangle 251">
            <a:extLst>
              <a:ext uri="{FF2B5EF4-FFF2-40B4-BE49-F238E27FC236}">
                <a16:creationId xmlns:a16="http://schemas.microsoft.com/office/drawing/2014/main" id="{5478EFBF-33F3-DBCA-8542-D7468FA4C00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a:extLst>
              <a:ext uri="{FF2B5EF4-FFF2-40B4-BE49-F238E27FC236}">
                <a16:creationId xmlns:a16="http://schemas.microsoft.com/office/drawing/2014/main" id="{900D1B44-F36A-92A4-2DC2-08F4AA528504}"/>
              </a:ext>
            </a:extLst>
          </p:cNvPr>
          <p:cNvSpPr>
            <a:spLocks noGrp="1" noChangeArrowheads="1"/>
          </p:cNvSpPr>
          <p:nvPr>
            <p:ph type="sldNum" sz="quarter" idx="12"/>
          </p:nvPr>
        </p:nvSpPr>
        <p:spPr>
          <a:ln/>
        </p:spPr>
        <p:txBody>
          <a:bodyPr/>
          <a:lstStyle>
            <a:lvl1pPr>
              <a:defRPr/>
            </a:lvl1pPr>
          </a:lstStyle>
          <a:p>
            <a:fld id="{FCF4C042-6318-504A-ADDE-713784D02F1D}" type="slidenum">
              <a:rPr lang="en-US" altLang="zh-CN"/>
              <a:pPr/>
              <a:t>‹#›</a:t>
            </a:fld>
            <a:endParaRPr lang="en-US" altLang="zh-CN"/>
          </a:p>
        </p:txBody>
      </p:sp>
    </p:spTree>
    <p:extLst>
      <p:ext uri="{BB962C8B-B14F-4D97-AF65-F5344CB8AC3E}">
        <p14:creationId xmlns:p14="http://schemas.microsoft.com/office/powerpoint/2010/main" val="2457184586"/>
      </p:ext>
    </p:extLst>
  </p:cSld>
  <p:clrMapOvr>
    <a:masterClrMapping/>
  </p:clrMapOvr>
  <p:transition spd="med">
    <p:random/>
    <p:sndAc>
      <p:stSnd>
        <p:snd r:embed="rId1" name="camera.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D1A170C9-94FD-9655-8F73-822380CCB06B}"/>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7C72C81E-5151-683A-8623-35B681AE9F1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D584E3F-1359-D148-FCD9-7917CF3E7C7D}"/>
              </a:ext>
            </a:extLst>
          </p:cNvPr>
          <p:cNvSpPr>
            <a:spLocks noGrp="1" noChangeArrowheads="1"/>
          </p:cNvSpPr>
          <p:nvPr>
            <p:ph type="sldNum" sz="quarter" idx="12"/>
          </p:nvPr>
        </p:nvSpPr>
        <p:spPr>
          <a:ln/>
        </p:spPr>
        <p:txBody>
          <a:bodyPr/>
          <a:lstStyle>
            <a:lvl1pPr>
              <a:defRPr/>
            </a:lvl1pPr>
          </a:lstStyle>
          <a:p>
            <a:fld id="{3B371FB6-0EAE-0B4E-AFA6-B144AFC1F445}" type="slidenum">
              <a:rPr lang="en-US" altLang="zh-CN"/>
              <a:pPr/>
              <a:t>‹#›</a:t>
            </a:fld>
            <a:endParaRPr lang="en-US" altLang="zh-CN"/>
          </a:p>
        </p:txBody>
      </p:sp>
    </p:spTree>
    <p:extLst>
      <p:ext uri="{BB962C8B-B14F-4D97-AF65-F5344CB8AC3E}">
        <p14:creationId xmlns:p14="http://schemas.microsoft.com/office/powerpoint/2010/main" val="865728057"/>
      </p:ext>
    </p:extLst>
  </p:cSld>
  <p:clrMapOvr>
    <a:masterClrMapping/>
  </p:clrMapOvr>
  <p:transition spd="med">
    <p:random/>
    <p:sndAc>
      <p:stSnd>
        <p:snd r:embed="rId1" name="camera.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25E3265-0C35-D173-2ADA-8F719C1300CF}"/>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2194DE4F-8038-5208-B388-A6E561AC5C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00139B-3670-6D24-7868-43DCFEEC6961}"/>
              </a:ext>
            </a:extLst>
          </p:cNvPr>
          <p:cNvSpPr>
            <a:spLocks noGrp="1" noChangeArrowheads="1"/>
          </p:cNvSpPr>
          <p:nvPr>
            <p:ph type="sldNum" sz="quarter" idx="12"/>
          </p:nvPr>
        </p:nvSpPr>
        <p:spPr>
          <a:ln/>
        </p:spPr>
        <p:txBody>
          <a:bodyPr/>
          <a:lstStyle>
            <a:lvl1pPr>
              <a:defRPr/>
            </a:lvl1pPr>
          </a:lstStyle>
          <a:p>
            <a:fld id="{DAABB14B-4204-0644-B1C2-FFD76A4DCD5D}" type="slidenum">
              <a:rPr lang="en-US" altLang="zh-CN"/>
              <a:pPr/>
              <a:t>‹#›</a:t>
            </a:fld>
            <a:endParaRPr lang="en-US" altLang="zh-CN"/>
          </a:p>
        </p:txBody>
      </p:sp>
    </p:spTree>
    <p:extLst>
      <p:ext uri="{BB962C8B-B14F-4D97-AF65-F5344CB8AC3E}">
        <p14:creationId xmlns:p14="http://schemas.microsoft.com/office/powerpoint/2010/main" val="347176382"/>
      </p:ext>
    </p:extLst>
  </p:cSld>
  <p:clrMapOvr>
    <a:masterClrMapping/>
  </p:clrMapOvr>
  <p:transition spd="med">
    <p:random/>
    <p:sndAc>
      <p:stSnd>
        <p:snd r:embed="rId1" name="camera.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A19B619E-F219-FB65-FF22-FF26A47E944A}"/>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A9D6F1EB-7FCD-4BB8-9522-31D4A61617C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739CF15-A800-D624-E438-D2EC88804042}"/>
              </a:ext>
            </a:extLst>
          </p:cNvPr>
          <p:cNvSpPr>
            <a:spLocks noGrp="1" noChangeArrowheads="1"/>
          </p:cNvSpPr>
          <p:nvPr>
            <p:ph type="sldNum" sz="quarter" idx="12"/>
          </p:nvPr>
        </p:nvSpPr>
        <p:spPr>
          <a:ln/>
        </p:spPr>
        <p:txBody>
          <a:bodyPr/>
          <a:lstStyle>
            <a:lvl1pPr>
              <a:defRPr/>
            </a:lvl1pPr>
          </a:lstStyle>
          <a:p>
            <a:fld id="{D9141AF7-1137-BB4C-AE24-A83C78C72A0C}" type="slidenum">
              <a:rPr lang="en-US" altLang="zh-CN"/>
              <a:pPr/>
              <a:t>‹#›</a:t>
            </a:fld>
            <a:endParaRPr lang="en-US" altLang="zh-CN"/>
          </a:p>
        </p:txBody>
      </p:sp>
    </p:spTree>
    <p:extLst>
      <p:ext uri="{BB962C8B-B14F-4D97-AF65-F5344CB8AC3E}">
        <p14:creationId xmlns:p14="http://schemas.microsoft.com/office/powerpoint/2010/main" val="2492842658"/>
      </p:ext>
    </p:extLst>
  </p:cSld>
  <p:clrMapOvr>
    <a:masterClrMapping/>
  </p:clrMapOvr>
  <p:transition spd="med">
    <p:random/>
    <p:sndAc>
      <p:stSnd>
        <p:snd r:embed="rId1" name="camera.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C5C3641-33FC-8525-2619-800968D58523}"/>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29F018CE-6727-3BF3-9D30-8A3BD5D087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B3CF0B3-A619-7AAD-6EF9-C035B77F2A75}"/>
              </a:ext>
            </a:extLst>
          </p:cNvPr>
          <p:cNvSpPr>
            <a:spLocks noGrp="1" noChangeArrowheads="1"/>
          </p:cNvSpPr>
          <p:nvPr>
            <p:ph type="sldNum" sz="quarter" idx="12"/>
          </p:nvPr>
        </p:nvSpPr>
        <p:spPr>
          <a:ln/>
        </p:spPr>
        <p:txBody>
          <a:bodyPr/>
          <a:lstStyle>
            <a:lvl1pPr>
              <a:defRPr/>
            </a:lvl1pPr>
          </a:lstStyle>
          <a:p>
            <a:fld id="{4DFF508C-66D2-F648-AA8D-0CF958751A27}" type="slidenum">
              <a:rPr lang="en-US" altLang="zh-CN"/>
              <a:pPr/>
              <a:t>‹#›</a:t>
            </a:fld>
            <a:endParaRPr lang="en-US" altLang="zh-CN"/>
          </a:p>
        </p:txBody>
      </p:sp>
    </p:spTree>
    <p:extLst>
      <p:ext uri="{BB962C8B-B14F-4D97-AF65-F5344CB8AC3E}">
        <p14:creationId xmlns:p14="http://schemas.microsoft.com/office/powerpoint/2010/main" val="2126376706"/>
      </p:ext>
    </p:extLst>
  </p:cSld>
  <p:clrMapOvr>
    <a:masterClrMapping/>
  </p:clrMapOvr>
  <p:transition spd="med">
    <p:random/>
    <p:sndAc>
      <p:stSnd>
        <p:snd r:embed="rId1" name="camera.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38E4A4F-21A0-DFFE-1510-7F0E3F55E831}"/>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8" name="Rectangle 5">
            <a:extLst>
              <a:ext uri="{FF2B5EF4-FFF2-40B4-BE49-F238E27FC236}">
                <a16:creationId xmlns:a16="http://schemas.microsoft.com/office/drawing/2014/main" id="{A2D2AD30-5500-490B-6883-7AB4FC9C649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4967B2C-A105-FB47-125E-FD3B51D8A29A}"/>
              </a:ext>
            </a:extLst>
          </p:cNvPr>
          <p:cNvSpPr>
            <a:spLocks noGrp="1" noChangeArrowheads="1"/>
          </p:cNvSpPr>
          <p:nvPr>
            <p:ph type="sldNum" sz="quarter" idx="12"/>
          </p:nvPr>
        </p:nvSpPr>
        <p:spPr>
          <a:ln/>
        </p:spPr>
        <p:txBody>
          <a:bodyPr/>
          <a:lstStyle>
            <a:lvl1pPr>
              <a:defRPr/>
            </a:lvl1pPr>
          </a:lstStyle>
          <a:p>
            <a:fld id="{FD86958A-BF3D-2A49-B2C2-15E939B4A35F}" type="slidenum">
              <a:rPr lang="en-US" altLang="zh-CN"/>
              <a:pPr/>
              <a:t>‹#›</a:t>
            </a:fld>
            <a:endParaRPr lang="en-US" altLang="zh-CN"/>
          </a:p>
        </p:txBody>
      </p:sp>
    </p:spTree>
    <p:extLst>
      <p:ext uri="{BB962C8B-B14F-4D97-AF65-F5344CB8AC3E}">
        <p14:creationId xmlns:p14="http://schemas.microsoft.com/office/powerpoint/2010/main" val="1475656560"/>
      </p:ext>
    </p:extLst>
  </p:cSld>
  <p:clrMapOvr>
    <a:masterClrMapping/>
  </p:clrMapOvr>
  <p:transition spd="med">
    <p:random/>
    <p:sndAc>
      <p:stSnd>
        <p:snd r:embed="rId1" name="camera.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D572C3B-90DE-9A4A-ECC9-AD4DE6069179}"/>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4" name="Rectangle 5">
            <a:extLst>
              <a:ext uri="{FF2B5EF4-FFF2-40B4-BE49-F238E27FC236}">
                <a16:creationId xmlns:a16="http://schemas.microsoft.com/office/drawing/2014/main" id="{B9E588AD-D4BF-A5A1-98A1-526AD3C66F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156965C-F19E-D297-D633-87F5DD8E2E8A}"/>
              </a:ext>
            </a:extLst>
          </p:cNvPr>
          <p:cNvSpPr>
            <a:spLocks noGrp="1" noChangeArrowheads="1"/>
          </p:cNvSpPr>
          <p:nvPr>
            <p:ph type="sldNum" sz="quarter" idx="12"/>
          </p:nvPr>
        </p:nvSpPr>
        <p:spPr>
          <a:ln/>
        </p:spPr>
        <p:txBody>
          <a:bodyPr/>
          <a:lstStyle>
            <a:lvl1pPr>
              <a:defRPr/>
            </a:lvl1pPr>
          </a:lstStyle>
          <a:p>
            <a:fld id="{030B8B6D-E5CF-694B-B74E-55ECBABAA700}" type="slidenum">
              <a:rPr lang="en-US" altLang="zh-CN"/>
              <a:pPr/>
              <a:t>‹#›</a:t>
            </a:fld>
            <a:endParaRPr lang="en-US" altLang="zh-CN"/>
          </a:p>
        </p:txBody>
      </p:sp>
    </p:spTree>
    <p:extLst>
      <p:ext uri="{BB962C8B-B14F-4D97-AF65-F5344CB8AC3E}">
        <p14:creationId xmlns:p14="http://schemas.microsoft.com/office/powerpoint/2010/main" val="973606991"/>
      </p:ext>
    </p:extLst>
  </p:cSld>
  <p:clrMapOvr>
    <a:masterClrMapping/>
  </p:clrMapOvr>
  <p:transition spd="med">
    <p:random/>
    <p:sndAc>
      <p:stSnd>
        <p:snd r:embed="rId1" name="camera.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615B271-FA25-AE5D-FEE3-09A24629B305}"/>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3" name="Rectangle 5">
            <a:extLst>
              <a:ext uri="{FF2B5EF4-FFF2-40B4-BE49-F238E27FC236}">
                <a16:creationId xmlns:a16="http://schemas.microsoft.com/office/drawing/2014/main" id="{B843FF82-B2CA-B6C8-B4B7-24C7082287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3776C42-B174-0AD9-366C-8CB35160726F}"/>
              </a:ext>
            </a:extLst>
          </p:cNvPr>
          <p:cNvSpPr>
            <a:spLocks noGrp="1" noChangeArrowheads="1"/>
          </p:cNvSpPr>
          <p:nvPr>
            <p:ph type="sldNum" sz="quarter" idx="12"/>
          </p:nvPr>
        </p:nvSpPr>
        <p:spPr>
          <a:ln/>
        </p:spPr>
        <p:txBody>
          <a:bodyPr/>
          <a:lstStyle>
            <a:lvl1pPr>
              <a:defRPr/>
            </a:lvl1pPr>
          </a:lstStyle>
          <a:p>
            <a:fld id="{B192C77C-3DF8-8948-BFF0-050941ECC024}" type="slidenum">
              <a:rPr lang="en-US" altLang="zh-CN"/>
              <a:pPr/>
              <a:t>‹#›</a:t>
            </a:fld>
            <a:endParaRPr lang="en-US" altLang="zh-CN"/>
          </a:p>
        </p:txBody>
      </p:sp>
    </p:spTree>
    <p:extLst>
      <p:ext uri="{BB962C8B-B14F-4D97-AF65-F5344CB8AC3E}">
        <p14:creationId xmlns:p14="http://schemas.microsoft.com/office/powerpoint/2010/main" val="2149802531"/>
      </p:ext>
    </p:extLst>
  </p:cSld>
  <p:clrMapOvr>
    <a:masterClrMapping/>
  </p:clrMapOvr>
  <p:transition spd="med">
    <p:random/>
    <p:sndAc>
      <p:stSnd>
        <p:snd r:embed="rId1" name="camera.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F0D7A98-5E0A-2EC9-A7AB-E2E722B75FC3}"/>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3E8A3CB7-CA49-0ED1-7202-C905662998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6604C78-3025-08E0-BDAF-06CE9CFEB516}"/>
              </a:ext>
            </a:extLst>
          </p:cNvPr>
          <p:cNvSpPr>
            <a:spLocks noGrp="1" noChangeArrowheads="1"/>
          </p:cNvSpPr>
          <p:nvPr>
            <p:ph type="sldNum" sz="quarter" idx="12"/>
          </p:nvPr>
        </p:nvSpPr>
        <p:spPr>
          <a:ln/>
        </p:spPr>
        <p:txBody>
          <a:bodyPr/>
          <a:lstStyle>
            <a:lvl1pPr>
              <a:defRPr/>
            </a:lvl1pPr>
          </a:lstStyle>
          <a:p>
            <a:fld id="{6143A03F-A6A5-6046-968B-32F8D27C761B}" type="slidenum">
              <a:rPr lang="en-US" altLang="zh-CN"/>
              <a:pPr/>
              <a:t>‹#›</a:t>
            </a:fld>
            <a:endParaRPr lang="en-US" altLang="zh-CN"/>
          </a:p>
        </p:txBody>
      </p:sp>
    </p:spTree>
    <p:extLst>
      <p:ext uri="{BB962C8B-B14F-4D97-AF65-F5344CB8AC3E}">
        <p14:creationId xmlns:p14="http://schemas.microsoft.com/office/powerpoint/2010/main" val="2623120929"/>
      </p:ext>
    </p:extLst>
  </p:cSld>
  <p:clrMapOvr>
    <a:masterClrMapping/>
  </p:clrMapOvr>
  <p:transition spd="med">
    <p:random/>
    <p:sndAc>
      <p:stSnd>
        <p:snd r:embed="rId1" name="camera.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01A0550-828C-CA97-7A4B-A71E329360FE}"/>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6" name="Rectangle 5">
            <a:extLst>
              <a:ext uri="{FF2B5EF4-FFF2-40B4-BE49-F238E27FC236}">
                <a16:creationId xmlns:a16="http://schemas.microsoft.com/office/drawing/2014/main" id="{BCFC7AD6-879D-BB3B-3061-A28E89FE154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43601D2-2F22-6AC1-04A3-CA96DC204151}"/>
              </a:ext>
            </a:extLst>
          </p:cNvPr>
          <p:cNvSpPr>
            <a:spLocks noGrp="1" noChangeArrowheads="1"/>
          </p:cNvSpPr>
          <p:nvPr>
            <p:ph type="sldNum" sz="quarter" idx="12"/>
          </p:nvPr>
        </p:nvSpPr>
        <p:spPr>
          <a:ln/>
        </p:spPr>
        <p:txBody>
          <a:bodyPr/>
          <a:lstStyle>
            <a:lvl1pPr>
              <a:defRPr/>
            </a:lvl1pPr>
          </a:lstStyle>
          <a:p>
            <a:fld id="{659A32C5-1AE9-AD44-B27F-4CDB4C5A408C}" type="slidenum">
              <a:rPr lang="en-US" altLang="zh-CN"/>
              <a:pPr/>
              <a:t>‹#›</a:t>
            </a:fld>
            <a:endParaRPr lang="en-US" altLang="zh-CN"/>
          </a:p>
        </p:txBody>
      </p:sp>
    </p:spTree>
    <p:extLst>
      <p:ext uri="{BB962C8B-B14F-4D97-AF65-F5344CB8AC3E}">
        <p14:creationId xmlns:p14="http://schemas.microsoft.com/office/powerpoint/2010/main" val="1796992232"/>
      </p:ext>
    </p:extLst>
  </p:cSld>
  <p:clrMapOvr>
    <a:masterClrMapping/>
  </p:clrMapOvr>
  <p:transition spd="med">
    <p:random/>
    <p:sndAc>
      <p:stSnd>
        <p:snd r:embed="rId1" name="camera.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094E767-59D7-D251-6C66-A704A12A763D}"/>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920F5142-D79F-AE46-6991-FDE16E6C167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E3D4E1B-169C-2F31-614B-88FFAFB456F7}"/>
              </a:ext>
            </a:extLst>
          </p:cNvPr>
          <p:cNvSpPr>
            <a:spLocks noGrp="1" noChangeArrowheads="1"/>
          </p:cNvSpPr>
          <p:nvPr>
            <p:ph type="sldNum" sz="quarter" idx="12"/>
          </p:nvPr>
        </p:nvSpPr>
        <p:spPr>
          <a:ln/>
        </p:spPr>
        <p:txBody>
          <a:bodyPr/>
          <a:lstStyle>
            <a:lvl1pPr>
              <a:defRPr/>
            </a:lvl1pPr>
          </a:lstStyle>
          <a:p>
            <a:fld id="{EB3B2381-AC96-4345-B442-7986422E4135}" type="slidenum">
              <a:rPr lang="en-US" altLang="zh-CN"/>
              <a:pPr/>
              <a:t>‹#›</a:t>
            </a:fld>
            <a:endParaRPr lang="en-US" altLang="zh-CN"/>
          </a:p>
        </p:txBody>
      </p:sp>
    </p:spTree>
    <p:extLst>
      <p:ext uri="{BB962C8B-B14F-4D97-AF65-F5344CB8AC3E}">
        <p14:creationId xmlns:p14="http://schemas.microsoft.com/office/powerpoint/2010/main" val="4019101403"/>
      </p:ext>
    </p:extLst>
  </p:cSld>
  <p:clrMapOvr>
    <a:masterClrMapping/>
  </p:clrMapOvr>
  <p:transition spd="med">
    <p:random/>
    <p:sndAc>
      <p:stSnd>
        <p:snd r:embed="rId1" name="camera.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3240F97-9885-3893-FBEC-E058BFB0F3C0}"/>
              </a:ext>
            </a:extLst>
          </p:cNvPr>
          <p:cNvSpPr>
            <a:spLocks noGrp="1" noChangeArrowheads="1"/>
          </p:cNvSpPr>
          <p:nvPr>
            <p:ph type="dt" sz="half" idx="10"/>
          </p:nvPr>
        </p:nvSpPr>
        <p:spPr>
          <a:ln/>
        </p:spPr>
        <p:txBody>
          <a:bodyPr/>
          <a:lstStyle>
            <a:lvl1pPr>
              <a:defRPr/>
            </a:lvl1pPr>
          </a:lstStyle>
          <a:p>
            <a:pPr>
              <a:defRPr/>
            </a:pPr>
            <a:r>
              <a:rPr lang="zh-CN" altLang="en-US"/>
              <a:t>2003年9月28日</a:t>
            </a:r>
            <a:endParaRPr lang="en-US" altLang="zh-CN"/>
          </a:p>
        </p:txBody>
      </p:sp>
      <p:sp>
        <p:nvSpPr>
          <p:cNvPr id="5" name="Rectangle 5">
            <a:extLst>
              <a:ext uri="{FF2B5EF4-FFF2-40B4-BE49-F238E27FC236}">
                <a16:creationId xmlns:a16="http://schemas.microsoft.com/office/drawing/2014/main" id="{29706C9B-8C5F-B627-12C0-C476EA984D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03E4AEC-5894-4C1E-B103-7CFF4375C2D3}"/>
              </a:ext>
            </a:extLst>
          </p:cNvPr>
          <p:cNvSpPr>
            <a:spLocks noGrp="1" noChangeArrowheads="1"/>
          </p:cNvSpPr>
          <p:nvPr>
            <p:ph type="sldNum" sz="quarter" idx="12"/>
          </p:nvPr>
        </p:nvSpPr>
        <p:spPr>
          <a:ln/>
        </p:spPr>
        <p:txBody>
          <a:bodyPr/>
          <a:lstStyle>
            <a:lvl1pPr>
              <a:defRPr/>
            </a:lvl1pPr>
          </a:lstStyle>
          <a:p>
            <a:fld id="{E4130FA3-441D-4A46-9824-BBC46940B0B4}" type="slidenum">
              <a:rPr lang="en-US" altLang="zh-CN"/>
              <a:pPr/>
              <a:t>‹#›</a:t>
            </a:fld>
            <a:endParaRPr lang="en-US" altLang="zh-CN"/>
          </a:p>
        </p:txBody>
      </p:sp>
    </p:spTree>
    <p:extLst>
      <p:ext uri="{BB962C8B-B14F-4D97-AF65-F5344CB8AC3E}">
        <p14:creationId xmlns:p14="http://schemas.microsoft.com/office/powerpoint/2010/main" val="501543886"/>
      </p:ext>
    </p:extLst>
  </p:cSld>
  <p:clrMapOvr>
    <a:masterClrMapping/>
  </p:clrMapOvr>
  <p:transition spd="med">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2.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audio" Target="../media/audio1.wav"/></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audio" Target="../media/audio1.wav"/><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BEB2B9A3-6D7B-C5DE-8644-86AB33F610F3}"/>
              </a:ext>
            </a:extLst>
          </p:cNvPr>
          <p:cNvSpPr>
            <a:spLocks noGrp="1" noChangeArrowheads="1"/>
          </p:cNvSpPr>
          <p:nvPr>
            <p:ph type="body" idx="1"/>
          </p:nvPr>
        </p:nvSpPr>
        <p:spPr bwMode="auto">
          <a:xfrm>
            <a:off x="457200" y="163988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556" name="Rectangle 4">
            <a:extLst>
              <a:ext uri="{FF2B5EF4-FFF2-40B4-BE49-F238E27FC236}">
                <a16:creationId xmlns:a16="http://schemas.microsoft.com/office/drawing/2014/main" id="{9B8F3FD7-AD54-8C92-C97D-31087A13118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en-US"/>
              <a:t>2003年9月28日</a:t>
            </a:r>
            <a:endParaRPr lang="en-US" altLang="zh-CN"/>
          </a:p>
        </p:txBody>
      </p:sp>
      <p:sp>
        <p:nvSpPr>
          <p:cNvPr id="23557" name="Rectangle 5">
            <a:extLst>
              <a:ext uri="{FF2B5EF4-FFF2-40B4-BE49-F238E27FC236}">
                <a16:creationId xmlns:a16="http://schemas.microsoft.com/office/drawing/2014/main" id="{66A2BC7B-4AF8-9B69-4E74-76DB361C304B}"/>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23558" name="Rectangle 6">
            <a:extLst>
              <a:ext uri="{FF2B5EF4-FFF2-40B4-BE49-F238E27FC236}">
                <a16:creationId xmlns:a16="http://schemas.microsoft.com/office/drawing/2014/main" id="{5130BEF2-166B-2819-052F-614E61AB6F6E}"/>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0C9578B9-0650-2A42-93E0-1B4583A44CBC}" type="slidenum">
              <a:rPr lang="en-US" altLang="zh-CN"/>
              <a:pPr/>
              <a:t>‹#›</a:t>
            </a:fld>
            <a:endParaRPr lang="en-US" altLang="zh-CN"/>
          </a:p>
        </p:txBody>
      </p:sp>
      <p:sp>
        <p:nvSpPr>
          <p:cNvPr id="23560" name="Rectangle 8">
            <a:extLst>
              <a:ext uri="{FF2B5EF4-FFF2-40B4-BE49-F238E27FC236}">
                <a16:creationId xmlns:a16="http://schemas.microsoft.com/office/drawing/2014/main" id="{521F8ADD-87C0-C9D0-C94D-9E15D3CBDB84}"/>
              </a:ext>
            </a:extLst>
          </p:cNvPr>
          <p:cNvSpPr>
            <a:spLocks noGrp="1" noRot="1" noChangeArrowheads="1"/>
          </p:cNvSpPr>
          <p:nvPr>
            <p:ph type="title"/>
          </p:nvPr>
        </p:nvSpPr>
        <p:spPr bwMode="auto">
          <a:xfrm>
            <a:off x="1692275" y="188913"/>
            <a:ext cx="7200900" cy="9271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aphicFrame>
        <p:nvGraphicFramePr>
          <p:cNvPr id="1031" name="Object 9">
            <a:extLst>
              <a:ext uri="{FF2B5EF4-FFF2-40B4-BE49-F238E27FC236}">
                <a16:creationId xmlns:a16="http://schemas.microsoft.com/office/drawing/2014/main" id="{CCAA14FB-1968-F3B5-44D4-4C5AE90269A3}"/>
              </a:ext>
            </a:extLst>
          </p:cNvPr>
          <p:cNvGraphicFramePr>
            <a:graphicFrameLocks noChangeAspect="1"/>
          </p:cNvGraphicFramePr>
          <p:nvPr userDrawn="1"/>
        </p:nvGraphicFramePr>
        <p:xfrm>
          <a:off x="0" y="0"/>
          <a:ext cx="1371600" cy="1327150"/>
        </p:xfrm>
        <a:graphic>
          <a:graphicData uri="http://schemas.openxmlformats.org/presentationml/2006/ole">
            <mc:AlternateContent xmlns:mc="http://schemas.openxmlformats.org/markup-compatibility/2006">
              <mc:Choice xmlns:v="urn:schemas-microsoft-com:vml" Requires="v">
                <p:oleObj name="位图图像" r:id="rId13" imgW="603250" imgH="584200" progId="Paint.Picture">
                  <p:embed/>
                </p:oleObj>
              </mc:Choice>
              <mc:Fallback>
                <p:oleObj name="位图图像" r:id="rId13" imgW="603250" imgH="584200" progId="Paint.Picture">
                  <p:embed/>
                  <p:pic>
                    <p:nvPicPr>
                      <p:cNvPr id="0" name="Object 9"/>
                      <p:cNvPicPr>
                        <a:picLocks noChangeAspect="1" noChangeArrowheads="1"/>
                      </p:cNvPicPr>
                      <p:nvPr/>
                    </p:nvPicPr>
                    <p:blipFill>
                      <a:blip r:embed="rId14">
                        <a:clrChange>
                          <a:clrFrom>
                            <a:srgbClr val="FFFFFF"/>
                          </a:clrFrom>
                          <a:clrTo>
                            <a:srgbClr val="FFFFFF">
                              <a:alpha val="0"/>
                            </a:srgbClr>
                          </a:clrTo>
                        </a:clrChange>
                        <a:lum bright="-12000" contrast="30000"/>
                        <a:extLst>
                          <a:ext uri="{28A0092B-C50C-407E-A947-70E740481C1C}">
                            <a14:useLocalDpi xmlns:a14="http://schemas.microsoft.com/office/drawing/2010/main" val="0"/>
                          </a:ext>
                        </a:extLst>
                      </a:blip>
                      <a:srcRect/>
                      <a:stretch>
                        <a:fillRect/>
                      </a:stretch>
                    </p:blipFill>
                    <p:spPr bwMode="auto">
                      <a:xfrm>
                        <a:off x="0" y="0"/>
                        <a:ext cx="137160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2" name="WordArt 10">
            <a:extLst>
              <a:ext uri="{FF2B5EF4-FFF2-40B4-BE49-F238E27FC236}">
                <a16:creationId xmlns:a16="http://schemas.microsoft.com/office/drawing/2014/main" id="{7BDA0EFF-93F6-CDB8-F7DE-0630211C462F}"/>
              </a:ext>
            </a:extLst>
          </p:cNvPr>
          <p:cNvSpPr>
            <a:spLocks noChangeArrowheads="1" noChangeShapeType="1" noTextEdit="1"/>
          </p:cNvSpPr>
          <p:nvPr userDrawn="1"/>
        </p:nvSpPr>
        <p:spPr bwMode="auto">
          <a:xfrm>
            <a:off x="323850" y="1268413"/>
            <a:ext cx="8820150" cy="215900"/>
          </a:xfrm>
          <a:prstGeom prst="rect">
            <a:avLst/>
          </a:prstGeom>
        </p:spPr>
        <p:txBody>
          <a:bodyPr wrap="none" fromWordArt="1">
            <a:prstTxWarp prst="textWave4">
              <a:avLst>
                <a:gd name="adj1" fmla="val 6500"/>
                <a:gd name="adj2" fmla="val 0"/>
              </a:avLst>
            </a:prstTxWarp>
          </a:bodyPr>
          <a:lstStyle/>
          <a:p>
            <a:pPr algn="ctr"/>
            <a:r>
              <a:rPr lang="en" altLang="zh-CN"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rPr>
              <a:t>School of Software,Yunnan University</a:t>
            </a:r>
            <a:endParaRPr lang="zh-CN" altLang="en-US"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ransition>
    <p:cover dir="r"/>
  </p:transition>
  <p:hf hdr="0" ftr="0"/>
  <p:txStyles>
    <p:titleStyle>
      <a:lvl1pPr algn="ctr" rtl="0" eaLnBrk="0" fontAlgn="base" hangingPunct="0">
        <a:spcBef>
          <a:spcPct val="0"/>
        </a:spcBef>
        <a:spcAft>
          <a:spcPct val="0"/>
        </a:spcAft>
        <a:defRPr sz="4400" b="1" kern="1200">
          <a:solidFill>
            <a:srgbClr val="E4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2pPr>
      <a:lvl3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3pPr>
      <a:lvl4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4pPr>
      <a:lvl5pPr algn="ctr" rtl="0" eaLnBrk="0" fontAlgn="base" hangingPunct="0">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5pPr>
      <a:lvl6pPr marL="4572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6pPr>
      <a:lvl7pPr marL="9144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7pPr>
      <a:lvl8pPr marL="13716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8pPr>
      <a:lvl9pPr marL="1828800" algn="ctr" rtl="0" fontAlgn="base">
        <a:spcBef>
          <a:spcPct val="0"/>
        </a:spcBef>
        <a:spcAft>
          <a:spcPct val="0"/>
        </a:spcAft>
        <a:defRPr sz="4400" b="1">
          <a:solidFill>
            <a:srgbClr val="E40000"/>
          </a:solidFill>
          <a:effectLst>
            <a:outerShdw blurRad="38100" dist="38100" dir="2700000" algn="tl">
              <a:srgbClr val="C0C0C0"/>
            </a:outerShdw>
          </a:effectLst>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b="1" kern="1200">
          <a:solidFill>
            <a:srgbClr val="000000"/>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b="1" kern="1200">
          <a:solidFill>
            <a:srgbClr val="0033CC"/>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lr>
          <a:schemeClr val="hlink"/>
        </a:buClr>
        <a:buSzPct val="95000"/>
        <a:buFont typeface="Wingdings 2" pitchFamily="2" charset="2"/>
        <a:buChar char="¡"/>
        <a:defRPr sz="2400" b="1" kern="1200">
          <a:solidFill>
            <a:srgbClr val="660033"/>
          </a:solidFill>
          <a:effectLst>
            <a:outerShdw blurRad="38100" dist="38100" dir="2700000" algn="tl">
              <a:srgbClr val="C0C0C0"/>
            </a:outerShdw>
          </a:effectLst>
          <a:latin typeface="+mn-lt"/>
          <a:ea typeface="幼圆" panose="02010509060101010101" pitchFamily="49" charset="-122"/>
          <a:cs typeface="+mn-cs"/>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b="1" kern="1200">
          <a:solidFill>
            <a:srgbClr val="0066CC"/>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lr>
          <a:schemeClr val="hlink"/>
        </a:buClr>
        <a:buFont typeface="Wingdings 2" pitchFamily="2" charset="2"/>
        <a:buChar char="¡"/>
        <a:defRPr sz="2000" b="1" kern="1200">
          <a:solidFill>
            <a:srgbClr val="FF0000"/>
          </a:solidFill>
          <a:latin typeface="+mn-lt"/>
          <a:ea typeface="楷体_GB2312"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52AD1158-0BD4-E7FC-920C-A2FF5B9C8595}"/>
              </a:ext>
            </a:extLst>
          </p:cNvPr>
          <p:cNvGrpSpPr>
            <a:grpSpLocks/>
          </p:cNvGrpSpPr>
          <p:nvPr/>
        </p:nvGrpSpPr>
        <p:grpSpPr bwMode="auto">
          <a:xfrm>
            <a:off x="566738" y="0"/>
            <a:ext cx="7891462" cy="6821488"/>
            <a:chOff x="349" y="23"/>
            <a:chExt cx="4971" cy="4297"/>
          </a:xfrm>
        </p:grpSpPr>
        <p:sp>
          <p:nvSpPr>
            <p:cNvPr id="2158" name="Rectangle 3">
              <a:extLst>
                <a:ext uri="{FF2B5EF4-FFF2-40B4-BE49-F238E27FC236}">
                  <a16:creationId xmlns:a16="http://schemas.microsoft.com/office/drawing/2014/main" id="{1D5DB48B-85B7-F1F1-4264-7E897FCA08CB}"/>
                </a:ext>
              </a:extLst>
            </p:cNvPr>
            <p:cNvSpPr>
              <a:spLocks noChangeArrowheads="1"/>
            </p:cNvSpPr>
            <p:nvPr/>
          </p:nvSpPr>
          <p:spPr bwMode="auto">
            <a:xfrm>
              <a:off x="38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59" name="Freeform 4">
              <a:extLst>
                <a:ext uri="{FF2B5EF4-FFF2-40B4-BE49-F238E27FC236}">
                  <a16:creationId xmlns:a16="http://schemas.microsoft.com/office/drawing/2014/main" id="{A215C626-4B2E-B5FE-1A05-8B56FEB9FF81}"/>
                </a:ext>
              </a:extLst>
            </p:cNvPr>
            <p:cNvSpPr>
              <a:spLocks noEditPoints="1"/>
            </p:cNvSpPr>
            <p:nvPr/>
          </p:nvSpPr>
          <p:spPr bwMode="auto">
            <a:xfrm>
              <a:off x="38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0" name="Freeform 5">
              <a:extLst>
                <a:ext uri="{FF2B5EF4-FFF2-40B4-BE49-F238E27FC236}">
                  <a16:creationId xmlns:a16="http://schemas.microsoft.com/office/drawing/2014/main" id="{AE8CB050-2467-9AB4-86EE-2D5171A25AF8}"/>
                </a:ext>
              </a:extLst>
            </p:cNvPr>
            <p:cNvSpPr>
              <a:spLocks noEditPoints="1"/>
            </p:cNvSpPr>
            <p:nvPr/>
          </p:nvSpPr>
          <p:spPr bwMode="auto">
            <a:xfrm>
              <a:off x="38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1" name="Freeform 6">
              <a:extLst>
                <a:ext uri="{FF2B5EF4-FFF2-40B4-BE49-F238E27FC236}">
                  <a16:creationId xmlns:a16="http://schemas.microsoft.com/office/drawing/2014/main" id="{3DEA096F-8875-35EB-CB61-5CFF728F170C}"/>
                </a:ext>
              </a:extLst>
            </p:cNvPr>
            <p:cNvSpPr>
              <a:spLocks noEditPoints="1"/>
            </p:cNvSpPr>
            <p:nvPr/>
          </p:nvSpPr>
          <p:spPr bwMode="auto">
            <a:xfrm>
              <a:off x="38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2" name="Freeform 7">
              <a:extLst>
                <a:ext uri="{FF2B5EF4-FFF2-40B4-BE49-F238E27FC236}">
                  <a16:creationId xmlns:a16="http://schemas.microsoft.com/office/drawing/2014/main" id="{F0013789-0CCA-F6F7-6455-324C9DF266E9}"/>
                </a:ext>
              </a:extLst>
            </p:cNvPr>
            <p:cNvSpPr>
              <a:spLocks noEditPoints="1"/>
            </p:cNvSpPr>
            <p:nvPr/>
          </p:nvSpPr>
          <p:spPr bwMode="auto">
            <a:xfrm>
              <a:off x="38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3" name="Freeform 8">
              <a:extLst>
                <a:ext uri="{FF2B5EF4-FFF2-40B4-BE49-F238E27FC236}">
                  <a16:creationId xmlns:a16="http://schemas.microsoft.com/office/drawing/2014/main" id="{C89552C8-97A6-C671-50C8-C257030DEA29}"/>
                </a:ext>
              </a:extLst>
            </p:cNvPr>
            <p:cNvSpPr>
              <a:spLocks noEditPoints="1"/>
            </p:cNvSpPr>
            <p:nvPr/>
          </p:nvSpPr>
          <p:spPr bwMode="auto">
            <a:xfrm>
              <a:off x="38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4" name="Freeform 9">
              <a:extLst>
                <a:ext uri="{FF2B5EF4-FFF2-40B4-BE49-F238E27FC236}">
                  <a16:creationId xmlns:a16="http://schemas.microsoft.com/office/drawing/2014/main" id="{2F8750FB-F1E4-B8BD-4AFE-5A92698A61E2}"/>
                </a:ext>
              </a:extLst>
            </p:cNvPr>
            <p:cNvSpPr>
              <a:spLocks noEditPoints="1"/>
            </p:cNvSpPr>
            <p:nvPr/>
          </p:nvSpPr>
          <p:spPr bwMode="auto">
            <a:xfrm>
              <a:off x="38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5" name="Freeform 10">
              <a:extLst>
                <a:ext uri="{FF2B5EF4-FFF2-40B4-BE49-F238E27FC236}">
                  <a16:creationId xmlns:a16="http://schemas.microsoft.com/office/drawing/2014/main" id="{B67C8350-A4DC-5B12-1549-60C8A12F300B}"/>
                </a:ext>
              </a:extLst>
            </p:cNvPr>
            <p:cNvSpPr>
              <a:spLocks noEditPoints="1"/>
            </p:cNvSpPr>
            <p:nvPr/>
          </p:nvSpPr>
          <p:spPr bwMode="auto">
            <a:xfrm>
              <a:off x="38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6" name="Freeform 11">
              <a:extLst>
                <a:ext uri="{FF2B5EF4-FFF2-40B4-BE49-F238E27FC236}">
                  <a16:creationId xmlns:a16="http://schemas.microsoft.com/office/drawing/2014/main" id="{5EEC7203-1CF1-45DC-976F-C428CCA64B8C}"/>
                </a:ext>
              </a:extLst>
            </p:cNvPr>
            <p:cNvSpPr>
              <a:spLocks noEditPoints="1"/>
            </p:cNvSpPr>
            <p:nvPr/>
          </p:nvSpPr>
          <p:spPr bwMode="auto">
            <a:xfrm>
              <a:off x="38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7" name="Freeform 12">
              <a:extLst>
                <a:ext uri="{FF2B5EF4-FFF2-40B4-BE49-F238E27FC236}">
                  <a16:creationId xmlns:a16="http://schemas.microsoft.com/office/drawing/2014/main" id="{3DD2DDC2-94F5-EE1C-8283-B78D2A0EFAA4}"/>
                </a:ext>
              </a:extLst>
            </p:cNvPr>
            <p:cNvSpPr>
              <a:spLocks noEditPoints="1"/>
            </p:cNvSpPr>
            <p:nvPr/>
          </p:nvSpPr>
          <p:spPr bwMode="auto">
            <a:xfrm>
              <a:off x="38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8" name="Freeform 13">
              <a:extLst>
                <a:ext uri="{FF2B5EF4-FFF2-40B4-BE49-F238E27FC236}">
                  <a16:creationId xmlns:a16="http://schemas.microsoft.com/office/drawing/2014/main" id="{34DE0A6E-B940-2E64-8E58-C00E7A26D8BC}"/>
                </a:ext>
              </a:extLst>
            </p:cNvPr>
            <p:cNvSpPr>
              <a:spLocks noEditPoints="1"/>
            </p:cNvSpPr>
            <p:nvPr/>
          </p:nvSpPr>
          <p:spPr bwMode="auto">
            <a:xfrm>
              <a:off x="38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69" name="Rectangle 14">
              <a:extLst>
                <a:ext uri="{FF2B5EF4-FFF2-40B4-BE49-F238E27FC236}">
                  <a16:creationId xmlns:a16="http://schemas.microsoft.com/office/drawing/2014/main" id="{BD6FC066-29B2-7AB0-E045-46B4085F8CCE}"/>
                </a:ext>
              </a:extLst>
            </p:cNvPr>
            <p:cNvSpPr>
              <a:spLocks noChangeArrowheads="1"/>
            </p:cNvSpPr>
            <p:nvPr/>
          </p:nvSpPr>
          <p:spPr bwMode="auto">
            <a:xfrm>
              <a:off x="38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70" name="Rectangle 15">
              <a:extLst>
                <a:ext uri="{FF2B5EF4-FFF2-40B4-BE49-F238E27FC236}">
                  <a16:creationId xmlns:a16="http://schemas.microsoft.com/office/drawing/2014/main" id="{DA46E9C6-FD9D-51C0-ABF0-45C46D9824D1}"/>
                </a:ext>
              </a:extLst>
            </p:cNvPr>
            <p:cNvSpPr>
              <a:spLocks noChangeArrowheads="1"/>
            </p:cNvSpPr>
            <p:nvPr/>
          </p:nvSpPr>
          <p:spPr bwMode="auto">
            <a:xfrm>
              <a:off x="82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71" name="Freeform 16">
              <a:extLst>
                <a:ext uri="{FF2B5EF4-FFF2-40B4-BE49-F238E27FC236}">
                  <a16:creationId xmlns:a16="http://schemas.microsoft.com/office/drawing/2014/main" id="{19D5455B-064D-4D8B-E6CD-407E3F1F7B24}"/>
                </a:ext>
              </a:extLst>
            </p:cNvPr>
            <p:cNvSpPr>
              <a:spLocks noEditPoints="1"/>
            </p:cNvSpPr>
            <p:nvPr/>
          </p:nvSpPr>
          <p:spPr bwMode="auto">
            <a:xfrm>
              <a:off x="82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2" name="Freeform 17">
              <a:extLst>
                <a:ext uri="{FF2B5EF4-FFF2-40B4-BE49-F238E27FC236}">
                  <a16:creationId xmlns:a16="http://schemas.microsoft.com/office/drawing/2014/main" id="{10EB6306-88CE-AD15-2CE3-D108854705CE}"/>
                </a:ext>
              </a:extLst>
            </p:cNvPr>
            <p:cNvSpPr>
              <a:spLocks noEditPoints="1"/>
            </p:cNvSpPr>
            <p:nvPr/>
          </p:nvSpPr>
          <p:spPr bwMode="auto">
            <a:xfrm>
              <a:off x="82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3" name="Freeform 18">
              <a:extLst>
                <a:ext uri="{FF2B5EF4-FFF2-40B4-BE49-F238E27FC236}">
                  <a16:creationId xmlns:a16="http://schemas.microsoft.com/office/drawing/2014/main" id="{F8575E04-DCC6-224B-B2B9-0B96FB3E3F4C}"/>
                </a:ext>
              </a:extLst>
            </p:cNvPr>
            <p:cNvSpPr>
              <a:spLocks noEditPoints="1"/>
            </p:cNvSpPr>
            <p:nvPr/>
          </p:nvSpPr>
          <p:spPr bwMode="auto">
            <a:xfrm>
              <a:off x="82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4" name="Freeform 19">
              <a:extLst>
                <a:ext uri="{FF2B5EF4-FFF2-40B4-BE49-F238E27FC236}">
                  <a16:creationId xmlns:a16="http://schemas.microsoft.com/office/drawing/2014/main" id="{D61D1E79-4D43-55E5-5CA2-4D5113446161}"/>
                </a:ext>
              </a:extLst>
            </p:cNvPr>
            <p:cNvSpPr>
              <a:spLocks noEditPoints="1"/>
            </p:cNvSpPr>
            <p:nvPr/>
          </p:nvSpPr>
          <p:spPr bwMode="auto">
            <a:xfrm>
              <a:off x="82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5" name="Freeform 20">
              <a:extLst>
                <a:ext uri="{FF2B5EF4-FFF2-40B4-BE49-F238E27FC236}">
                  <a16:creationId xmlns:a16="http://schemas.microsoft.com/office/drawing/2014/main" id="{7969AE5F-C0A2-7A7B-8758-40F76586B6F0}"/>
                </a:ext>
              </a:extLst>
            </p:cNvPr>
            <p:cNvSpPr>
              <a:spLocks noEditPoints="1"/>
            </p:cNvSpPr>
            <p:nvPr/>
          </p:nvSpPr>
          <p:spPr bwMode="auto">
            <a:xfrm>
              <a:off x="82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6" name="Freeform 21">
              <a:extLst>
                <a:ext uri="{FF2B5EF4-FFF2-40B4-BE49-F238E27FC236}">
                  <a16:creationId xmlns:a16="http://schemas.microsoft.com/office/drawing/2014/main" id="{EEB10C75-0098-1DFF-4171-DF2A2165F706}"/>
                </a:ext>
              </a:extLst>
            </p:cNvPr>
            <p:cNvSpPr>
              <a:spLocks noEditPoints="1"/>
            </p:cNvSpPr>
            <p:nvPr/>
          </p:nvSpPr>
          <p:spPr bwMode="auto">
            <a:xfrm>
              <a:off x="82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7" name="Freeform 22">
              <a:extLst>
                <a:ext uri="{FF2B5EF4-FFF2-40B4-BE49-F238E27FC236}">
                  <a16:creationId xmlns:a16="http://schemas.microsoft.com/office/drawing/2014/main" id="{16DC6904-955F-F62E-3A67-989073766BA6}"/>
                </a:ext>
              </a:extLst>
            </p:cNvPr>
            <p:cNvSpPr>
              <a:spLocks noEditPoints="1"/>
            </p:cNvSpPr>
            <p:nvPr/>
          </p:nvSpPr>
          <p:spPr bwMode="auto">
            <a:xfrm>
              <a:off x="82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8" name="Freeform 23">
              <a:extLst>
                <a:ext uri="{FF2B5EF4-FFF2-40B4-BE49-F238E27FC236}">
                  <a16:creationId xmlns:a16="http://schemas.microsoft.com/office/drawing/2014/main" id="{E5D22B77-2DB8-D45A-D159-576848675ADE}"/>
                </a:ext>
              </a:extLst>
            </p:cNvPr>
            <p:cNvSpPr>
              <a:spLocks noEditPoints="1"/>
            </p:cNvSpPr>
            <p:nvPr/>
          </p:nvSpPr>
          <p:spPr bwMode="auto">
            <a:xfrm>
              <a:off x="82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79" name="Freeform 24">
              <a:extLst>
                <a:ext uri="{FF2B5EF4-FFF2-40B4-BE49-F238E27FC236}">
                  <a16:creationId xmlns:a16="http://schemas.microsoft.com/office/drawing/2014/main" id="{EF3CD9C2-E882-A685-EED0-38B12588831C}"/>
                </a:ext>
              </a:extLst>
            </p:cNvPr>
            <p:cNvSpPr>
              <a:spLocks noEditPoints="1"/>
            </p:cNvSpPr>
            <p:nvPr/>
          </p:nvSpPr>
          <p:spPr bwMode="auto">
            <a:xfrm>
              <a:off x="82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0" name="Freeform 25">
              <a:extLst>
                <a:ext uri="{FF2B5EF4-FFF2-40B4-BE49-F238E27FC236}">
                  <a16:creationId xmlns:a16="http://schemas.microsoft.com/office/drawing/2014/main" id="{17D203C4-2524-553E-F80E-FB6ED36355ED}"/>
                </a:ext>
              </a:extLst>
            </p:cNvPr>
            <p:cNvSpPr>
              <a:spLocks noEditPoints="1"/>
            </p:cNvSpPr>
            <p:nvPr/>
          </p:nvSpPr>
          <p:spPr bwMode="auto">
            <a:xfrm>
              <a:off x="82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1" name="Rectangle 26">
              <a:extLst>
                <a:ext uri="{FF2B5EF4-FFF2-40B4-BE49-F238E27FC236}">
                  <a16:creationId xmlns:a16="http://schemas.microsoft.com/office/drawing/2014/main" id="{69BEBCB7-FAC9-7383-CC7C-1DACE41EEE01}"/>
                </a:ext>
              </a:extLst>
            </p:cNvPr>
            <p:cNvSpPr>
              <a:spLocks noChangeArrowheads="1"/>
            </p:cNvSpPr>
            <p:nvPr/>
          </p:nvSpPr>
          <p:spPr bwMode="auto">
            <a:xfrm>
              <a:off x="82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82" name="Rectangle 27">
              <a:extLst>
                <a:ext uri="{FF2B5EF4-FFF2-40B4-BE49-F238E27FC236}">
                  <a16:creationId xmlns:a16="http://schemas.microsoft.com/office/drawing/2014/main" id="{ED2275D7-3B25-DF11-D81A-67CA1D25D9D3}"/>
                </a:ext>
              </a:extLst>
            </p:cNvPr>
            <p:cNvSpPr>
              <a:spLocks noChangeArrowheads="1"/>
            </p:cNvSpPr>
            <p:nvPr/>
          </p:nvSpPr>
          <p:spPr bwMode="auto">
            <a:xfrm>
              <a:off x="127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83" name="Freeform 28">
              <a:extLst>
                <a:ext uri="{FF2B5EF4-FFF2-40B4-BE49-F238E27FC236}">
                  <a16:creationId xmlns:a16="http://schemas.microsoft.com/office/drawing/2014/main" id="{FEB55A67-0B13-370A-BD2A-B6F118ACB86A}"/>
                </a:ext>
              </a:extLst>
            </p:cNvPr>
            <p:cNvSpPr>
              <a:spLocks noEditPoints="1"/>
            </p:cNvSpPr>
            <p:nvPr/>
          </p:nvSpPr>
          <p:spPr bwMode="auto">
            <a:xfrm>
              <a:off x="127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4" name="Freeform 29">
              <a:extLst>
                <a:ext uri="{FF2B5EF4-FFF2-40B4-BE49-F238E27FC236}">
                  <a16:creationId xmlns:a16="http://schemas.microsoft.com/office/drawing/2014/main" id="{4BEFAD39-CEFB-8139-BF55-FAF086BD5BF1}"/>
                </a:ext>
              </a:extLst>
            </p:cNvPr>
            <p:cNvSpPr>
              <a:spLocks noEditPoints="1"/>
            </p:cNvSpPr>
            <p:nvPr/>
          </p:nvSpPr>
          <p:spPr bwMode="auto">
            <a:xfrm>
              <a:off x="127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5" name="Freeform 30">
              <a:extLst>
                <a:ext uri="{FF2B5EF4-FFF2-40B4-BE49-F238E27FC236}">
                  <a16:creationId xmlns:a16="http://schemas.microsoft.com/office/drawing/2014/main" id="{4096A862-8E1B-BCFA-B024-D9A65D3898AC}"/>
                </a:ext>
              </a:extLst>
            </p:cNvPr>
            <p:cNvSpPr>
              <a:spLocks noEditPoints="1"/>
            </p:cNvSpPr>
            <p:nvPr/>
          </p:nvSpPr>
          <p:spPr bwMode="auto">
            <a:xfrm>
              <a:off x="127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6" name="Freeform 31">
              <a:extLst>
                <a:ext uri="{FF2B5EF4-FFF2-40B4-BE49-F238E27FC236}">
                  <a16:creationId xmlns:a16="http://schemas.microsoft.com/office/drawing/2014/main" id="{B3278272-4820-579E-CA2A-F48FED78F5B8}"/>
                </a:ext>
              </a:extLst>
            </p:cNvPr>
            <p:cNvSpPr>
              <a:spLocks noEditPoints="1"/>
            </p:cNvSpPr>
            <p:nvPr/>
          </p:nvSpPr>
          <p:spPr bwMode="auto">
            <a:xfrm>
              <a:off x="127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7" name="Freeform 32">
              <a:extLst>
                <a:ext uri="{FF2B5EF4-FFF2-40B4-BE49-F238E27FC236}">
                  <a16:creationId xmlns:a16="http://schemas.microsoft.com/office/drawing/2014/main" id="{054E1DC4-048D-4FF6-473F-3C4DA22EFC4B}"/>
                </a:ext>
              </a:extLst>
            </p:cNvPr>
            <p:cNvSpPr>
              <a:spLocks noEditPoints="1"/>
            </p:cNvSpPr>
            <p:nvPr/>
          </p:nvSpPr>
          <p:spPr bwMode="auto">
            <a:xfrm>
              <a:off x="127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8" name="Freeform 33">
              <a:extLst>
                <a:ext uri="{FF2B5EF4-FFF2-40B4-BE49-F238E27FC236}">
                  <a16:creationId xmlns:a16="http://schemas.microsoft.com/office/drawing/2014/main" id="{903474FD-BFA1-C07D-B8DA-CFB4F3AD4A08}"/>
                </a:ext>
              </a:extLst>
            </p:cNvPr>
            <p:cNvSpPr>
              <a:spLocks noEditPoints="1"/>
            </p:cNvSpPr>
            <p:nvPr/>
          </p:nvSpPr>
          <p:spPr bwMode="auto">
            <a:xfrm>
              <a:off x="127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89" name="Freeform 34">
              <a:extLst>
                <a:ext uri="{FF2B5EF4-FFF2-40B4-BE49-F238E27FC236}">
                  <a16:creationId xmlns:a16="http://schemas.microsoft.com/office/drawing/2014/main" id="{1D5389C7-2786-7D5C-4C70-AB2A00E890C6}"/>
                </a:ext>
              </a:extLst>
            </p:cNvPr>
            <p:cNvSpPr>
              <a:spLocks noEditPoints="1"/>
            </p:cNvSpPr>
            <p:nvPr/>
          </p:nvSpPr>
          <p:spPr bwMode="auto">
            <a:xfrm>
              <a:off x="127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0" name="Freeform 35">
              <a:extLst>
                <a:ext uri="{FF2B5EF4-FFF2-40B4-BE49-F238E27FC236}">
                  <a16:creationId xmlns:a16="http://schemas.microsoft.com/office/drawing/2014/main" id="{2DB040DF-7DEC-9CB8-F75F-EA94D4E01520}"/>
                </a:ext>
              </a:extLst>
            </p:cNvPr>
            <p:cNvSpPr>
              <a:spLocks noEditPoints="1"/>
            </p:cNvSpPr>
            <p:nvPr/>
          </p:nvSpPr>
          <p:spPr bwMode="auto">
            <a:xfrm>
              <a:off x="127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1" name="Freeform 36">
              <a:extLst>
                <a:ext uri="{FF2B5EF4-FFF2-40B4-BE49-F238E27FC236}">
                  <a16:creationId xmlns:a16="http://schemas.microsoft.com/office/drawing/2014/main" id="{D162DE4F-CB78-D1E9-35F2-6D17F00FC971}"/>
                </a:ext>
              </a:extLst>
            </p:cNvPr>
            <p:cNvSpPr>
              <a:spLocks noEditPoints="1"/>
            </p:cNvSpPr>
            <p:nvPr/>
          </p:nvSpPr>
          <p:spPr bwMode="auto">
            <a:xfrm>
              <a:off x="127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2" name="Freeform 37">
              <a:extLst>
                <a:ext uri="{FF2B5EF4-FFF2-40B4-BE49-F238E27FC236}">
                  <a16:creationId xmlns:a16="http://schemas.microsoft.com/office/drawing/2014/main" id="{0B8CBFA7-468F-CB4B-0EFD-331B36E0B499}"/>
                </a:ext>
              </a:extLst>
            </p:cNvPr>
            <p:cNvSpPr>
              <a:spLocks noEditPoints="1"/>
            </p:cNvSpPr>
            <p:nvPr/>
          </p:nvSpPr>
          <p:spPr bwMode="auto">
            <a:xfrm>
              <a:off x="127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3" name="Rectangle 38">
              <a:extLst>
                <a:ext uri="{FF2B5EF4-FFF2-40B4-BE49-F238E27FC236}">
                  <a16:creationId xmlns:a16="http://schemas.microsoft.com/office/drawing/2014/main" id="{CD8C9121-0729-3FD4-9F79-BBBB9BFA4E1A}"/>
                </a:ext>
              </a:extLst>
            </p:cNvPr>
            <p:cNvSpPr>
              <a:spLocks noChangeArrowheads="1"/>
            </p:cNvSpPr>
            <p:nvPr/>
          </p:nvSpPr>
          <p:spPr bwMode="auto">
            <a:xfrm>
              <a:off x="127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94" name="Rectangle 39">
              <a:extLst>
                <a:ext uri="{FF2B5EF4-FFF2-40B4-BE49-F238E27FC236}">
                  <a16:creationId xmlns:a16="http://schemas.microsoft.com/office/drawing/2014/main" id="{523D3D56-E7A5-AD87-35FE-4D0BE9FFB283}"/>
                </a:ext>
              </a:extLst>
            </p:cNvPr>
            <p:cNvSpPr>
              <a:spLocks noChangeArrowheads="1"/>
            </p:cNvSpPr>
            <p:nvPr/>
          </p:nvSpPr>
          <p:spPr bwMode="auto">
            <a:xfrm>
              <a:off x="1724"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195" name="Freeform 40">
              <a:extLst>
                <a:ext uri="{FF2B5EF4-FFF2-40B4-BE49-F238E27FC236}">
                  <a16:creationId xmlns:a16="http://schemas.microsoft.com/office/drawing/2014/main" id="{E4B3DD45-5B69-CD32-1EC4-04F3DF0CC921}"/>
                </a:ext>
              </a:extLst>
            </p:cNvPr>
            <p:cNvSpPr>
              <a:spLocks noEditPoints="1"/>
            </p:cNvSpPr>
            <p:nvPr/>
          </p:nvSpPr>
          <p:spPr bwMode="auto">
            <a:xfrm>
              <a:off x="1724"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6" name="Freeform 41">
              <a:extLst>
                <a:ext uri="{FF2B5EF4-FFF2-40B4-BE49-F238E27FC236}">
                  <a16:creationId xmlns:a16="http://schemas.microsoft.com/office/drawing/2014/main" id="{E20E2017-C448-C51C-E777-80C10E2EA441}"/>
                </a:ext>
              </a:extLst>
            </p:cNvPr>
            <p:cNvSpPr>
              <a:spLocks noEditPoints="1"/>
            </p:cNvSpPr>
            <p:nvPr/>
          </p:nvSpPr>
          <p:spPr bwMode="auto">
            <a:xfrm>
              <a:off x="1724"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7" name="Freeform 42">
              <a:extLst>
                <a:ext uri="{FF2B5EF4-FFF2-40B4-BE49-F238E27FC236}">
                  <a16:creationId xmlns:a16="http://schemas.microsoft.com/office/drawing/2014/main" id="{F7D55E68-8D16-7C90-81CE-988D29F55E27}"/>
                </a:ext>
              </a:extLst>
            </p:cNvPr>
            <p:cNvSpPr>
              <a:spLocks noEditPoints="1"/>
            </p:cNvSpPr>
            <p:nvPr/>
          </p:nvSpPr>
          <p:spPr bwMode="auto">
            <a:xfrm>
              <a:off x="1724"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8" name="Freeform 43">
              <a:extLst>
                <a:ext uri="{FF2B5EF4-FFF2-40B4-BE49-F238E27FC236}">
                  <a16:creationId xmlns:a16="http://schemas.microsoft.com/office/drawing/2014/main" id="{A02E5814-F51C-6D4E-1BAA-44B48B6D0F99}"/>
                </a:ext>
              </a:extLst>
            </p:cNvPr>
            <p:cNvSpPr>
              <a:spLocks noEditPoints="1"/>
            </p:cNvSpPr>
            <p:nvPr/>
          </p:nvSpPr>
          <p:spPr bwMode="auto">
            <a:xfrm>
              <a:off x="1724"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99" name="Freeform 44">
              <a:extLst>
                <a:ext uri="{FF2B5EF4-FFF2-40B4-BE49-F238E27FC236}">
                  <a16:creationId xmlns:a16="http://schemas.microsoft.com/office/drawing/2014/main" id="{23572DE2-E239-01D3-E37B-120A5E943FD0}"/>
                </a:ext>
              </a:extLst>
            </p:cNvPr>
            <p:cNvSpPr>
              <a:spLocks noEditPoints="1"/>
            </p:cNvSpPr>
            <p:nvPr/>
          </p:nvSpPr>
          <p:spPr bwMode="auto">
            <a:xfrm>
              <a:off x="1724"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0" name="Freeform 45">
              <a:extLst>
                <a:ext uri="{FF2B5EF4-FFF2-40B4-BE49-F238E27FC236}">
                  <a16:creationId xmlns:a16="http://schemas.microsoft.com/office/drawing/2014/main" id="{6ECA950E-2E8B-2B5A-2CF9-79020002E9D3}"/>
                </a:ext>
              </a:extLst>
            </p:cNvPr>
            <p:cNvSpPr>
              <a:spLocks noEditPoints="1"/>
            </p:cNvSpPr>
            <p:nvPr/>
          </p:nvSpPr>
          <p:spPr bwMode="auto">
            <a:xfrm>
              <a:off x="1724"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1" name="Freeform 46">
              <a:extLst>
                <a:ext uri="{FF2B5EF4-FFF2-40B4-BE49-F238E27FC236}">
                  <a16:creationId xmlns:a16="http://schemas.microsoft.com/office/drawing/2014/main" id="{C7ACCCC2-7CAD-DAA5-74F9-96875E9E90B1}"/>
                </a:ext>
              </a:extLst>
            </p:cNvPr>
            <p:cNvSpPr>
              <a:spLocks noEditPoints="1"/>
            </p:cNvSpPr>
            <p:nvPr/>
          </p:nvSpPr>
          <p:spPr bwMode="auto">
            <a:xfrm>
              <a:off x="1724"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2" name="Freeform 47">
              <a:extLst>
                <a:ext uri="{FF2B5EF4-FFF2-40B4-BE49-F238E27FC236}">
                  <a16:creationId xmlns:a16="http://schemas.microsoft.com/office/drawing/2014/main" id="{C2786834-14D9-2187-19FC-DBBFD1B4CDBC}"/>
                </a:ext>
              </a:extLst>
            </p:cNvPr>
            <p:cNvSpPr>
              <a:spLocks noEditPoints="1"/>
            </p:cNvSpPr>
            <p:nvPr/>
          </p:nvSpPr>
          <p:spPr bwMode="auto">
            <a:xfrm>
              <a:off x="1724"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3" name="Freeform 48">
              <a:extLst>
                <a:ext uri="{FF2B5EF4-FFF2-40B4-BE49-F238E27FC236}">
                  <a16:creationId xmlns:a16="http://schemas.microsoft.com/office/drawing/2014/main" id="{ECA170FD-13C5-9760-5811-FA4F16235898}"/>
                </a:ext>
              </a:extLst>
            </p:cNvPr>
            <p:cNvSpPr>
              <a:spLocks noEditPoints="1"/>
            </p:cNvSpPr>
            <p:nvPr/>
          </p:nvSpPr>
          <p:spPr bwMode="auto">
            <a:xfrm>
              <a:off x="1724"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4" name="Freeform 49">
              <a:extLst>
                <a:ext uri="{FF2B5EF4-FFF2-40B4-BE49-F238E27FC236}">
                  <a16:creationId xmlns:a16="http://schemas.microsoft.com/office/drawing/2014/main" id="{F64B7B29-2283-459D-4E72-3475D819711D}"/>
                </a:ext>
              </a:extLst>
            </p:cNvPr>
            <p:cNvSpPr>
              <a:spLocks noEditPoints="1"/>
            </p:cNvSpPr>
            <p:nvPr/>
          </p:nvSpPr>
          <p:spPr bwMode="auto">
            <a:xfrm>
              <a:off x="1724"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5" name="Rectangle 50">
              <a:extLst>
                <a:ext uri="{FF2B5EF4-FFF2-40B4-BE49-F238E27FC236}">
                  <a16:creationId xmlns:a16="http://schemas.microsoft.com/office/drawing/2014/main" id="{0B153CB6-12CC-98BA-418D-9F7DD6A307B9}"/>
                </a:ext>
              </a:extLst>
            </p:cNvPr>
            <p:cNvSpPr>
              <a:spLocks noChangeArrowheads="1"/>
            </p:cNvSpPr>
            <p:nvPr/>
          </p:nvSpPr>
          <p:spPr bwMode="auto">
            <a:xfrm>
              <a:off x="1724"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06" name="Rectangle 51">
              <a:extLst>
                <a:ext uri="{FF2B5EF4-FFF2-40B4-BE49-F238E27FC236}">
                  <a16:creationId xmlns:a16="http://schemas.microsoft.com/office/drawing/2014/main" id="{0C44D693-046B-B118-BC5B-3B62B645ED5C}"/>
                </a:ext>
              </a:extLst>
            </p:cNvPr>
            <p:cNvSpPr>
              <a:spLocks noChangeArrowheads="1"/>
            </p:cNvSpPr>
            <p:nvPr/>
          </p:nvSpPr>
          <p:spPr bwMode="auto">
            <a:xfrm>
              <a:off x="2169" y="23"/>
              <a:ext cx="21"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07" name="Freeform 52">
              <a:extLst>
                <a:ext uri="{FF2B5EF4-FFF2-40B4-BE49-F238E27FC236}">
                  <a16:creationId xmlns:a16="http://schemas.microsoft.com/office/drawing/2014/main" id="{508CB6A1-CF4B-A753-723D-E26705C2B01B}"/>
                </a:ext>
              </a:extLst>
            </p:cNvPr>
            <p:cNvSpPr>
              <a:spLocks noEditPoints="1"/>
            </p:cNvSpPr>
            <p:nvPr/>
          </p:nvSpPr>
          <p:spPr bwMode="auto">
            <a:xfrm>
              <a:off x="2169" y="225"/>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8" name="Freeform 53">
              <a:extLst>
                <a:ext uri="{FF2B5EF4-FFF2-40B4-BE49-F238E27FC236}">
                  <a16:creationId xmlns:a16="http://schemas.microsoft.com/office/drawing/2014/main" id="{6218D93E-C9B0-CD1B-5BC1-6170F7F794CA}"/>
                </a:ext>
              </a:extLst>
            </p:cNvPr>
            <p:cNvSpPr>
              <a:spLocks noEditPoints="1"/>
            </p:cNvSpPr>
            <p:nvPr/>
          </p:nvSpPr>
          <p:spPr bwMode="auto">
            <a:xfrm>
              <a:off x="2169" y="630"/>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09" name="Freeform 54">
              <a:extLst>
                <a:ext uri="{FF2B5EF4-FFF2-40B4-BE49-F238E27FC236}">
                  <a16:creationId xmlns:a16="http://schemas.microsoft.com/office/drawing/2014/main" id="{9E3D87C0-3195-C67D-6F24-145FBB12E90E}"/>
                </a:ext>
              </a:extLst>
            </p:cNvPr>
            <p:cNvSpPr>
              <a:spLocks noEditPoints="1"/>
            </p:cNvSpPr>
            <p:nvPr/>
          </p:nvSpPr>
          <p:spPr bwMode="auto">
            <a:xfrm>
              <a:off x="2169" y="1034"/>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0" name="Freeform 55">
              <a:extLst>
                <a:ext uri="{FF2B5EF4-FFF2-40B4-BE49-F238E27FC236}">
                  <a16:creationId xmlns:a16="http://schemas.microsoft.com/office/drawing/2014/main" id="{2D767A89-4765-1DEB-7E53-A6235A1D6233}"/>
                </a:ext>
              </a:extLst>
            </p:cNvPr>
            <p:cNvSpPr>
              <a:spLocks noEditPoints="1"/>
            </p:cNvSpPr>
            <p:nvPr/>
          </p:nvSpPr>
          <p:spPr bwMode="auto">
            <a:xfrm>
              <a:off x="2169" y="1438"/>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1" name="Freeform 56">
              <a:extLst>
                <a:ext uri="{FF2B5EF4-FFF2-40B4-BE49-F238E27FC236}">
                  <a16:creationId xmlns:a16="http://schemas.microsoft.com/office/drawing/2014/main" id="{2696B1AE-64FD-8D6C-BC4E-50F60D6977B2}"/>
                </a:ext>
              </a:extLst>
            </p:cNvPr>
            <p:cNvSpPr>
              <a:spLocks noEditPoints="1"/>
            </p:cNvSpPr>
            <p:nvPr/>
          </p:nvSpPr>
          <p:spPr bwMode="auto">
            <a:xfrm>
              <a:off x="2169" y="1843"/>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2" name="Freeform 57">
              <a:extLst>
                <a:ext uri="{FF2B5EF4-FFF2-40B4-BE49-F238E27FC236}">
                  <a16:creationId xmlns:a16="http://schemas.microsoft.com/office/drawing/2014/main" id="{B68B24D6-EDE3-EF6E-3292-6F29B61DE589}"/>
                </a:ext>
              </a:extLst>
            </p:cNvPr>
            <p:cNvSpPr>
              <a:spLocks noEditPoints="1"/>
            </p:cNvSpPr>
            <p:nvPr/>
          </p:nvSpPr>
          <p:spPr bwMode="auto">
            <a:xfrm>
              <a:off x="2169" y="2247"/>
              <a:ext cx="21" cy="304"/>
            </a:xfrm>
            <a:custGeom>
              <a:avLst/>
              <a:gdLst>
                <a:gd name="T0" fmla="*/ 0 w 4"/>
                <a:gd name="T1" fmla="*/ 0 h 60"/>
                <a:gd name="T2" fmla="*/ 0 w 4"/>
                <a:gd name="T3" fmla="*/ 512 h 60"/>
                <a:gd name="T4" fmla="*/ 110 w 4"/>
                <a:gd name="T5" fmla="*/ 512 h 60"/>
                <a:gd name="T6" fmla="*/ 110 w 4"/>
                <a:gd name="T7" fmla="*/ 0 h 60"/>
                <a:gd name="T8" fmla="*/ 0 w 4"/>
                <a:gd name="T9" fmla="*/ 0 h 60"/>
                <a:gd name="T10" fmla="*/ 0 w 4"/>
                <a:gd name="T11" fmla="*/ 1029 h 60"/>
                <a:gd name="T12" fmla="*/ 0 w 4"/>
                <a:gd name="T13" fmla="*/ 1540 h 60"/>
                <a:gd name="T14" fmla="*/ 110 w 4"/>
                <a:gd name="T15" fmla="*/ 1540 h 60"/>
                <a:gd name="T16" fmla="*/ 11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3" name="Freeform 58">
              <a:extLst>
                <a:ext uri="{FF2B5EF4-FFF2-40B4-BE49-F238E27FC236}">
                  <a16:creationId xmlns:a16="http://schemas.microsoft.com/office/drawing/2014/main" id="{553BE0BE-3CEE-5699-3A75-DF0B4CED4D82}"/>
                </a:ext>
              </a:extLst>
            </p:cNvPr>
            <p:cNvSpPr>
              <a:spLocks noEditPoints="1"/>
            </p:cNvSpPr>
            <p:nvPr/>
          </p:nvSpPr>
          <p:spPr bwMode="auto">
            <a:xfrm>
              <a:off x="2169" y="2652"/>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4" name="Freeform 59">
              <a:extLst>
                <a:ext uri="{FF2B5EF4-FFF2-40B4-BE49-F238E27FC236}">
                  <a16:creationId xmlns:a16="http://schemas.microsoft.com/office/drawing/2014/main" id="{8595E9F6-E327-057E-09D9-31D790DF22B9}"/>
                </a:ext>
              </a:extLst>
            </p:cNvPr>
            <p:cNvSpPr>
              <a:spLocks noEditPoints="1"/>
            </p:cNvSpPr>
            <p:nvPr/>
          </p:nvSpPr>
          <p:spPr bwMode="auto">
            <a:xfrm>
              <a:off x="2169" y="3056"/>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5" name="Freeform 60">
              <a:extLst>
                <a:ext uri="{FF2B5EF4-FFF2-40B4-BE49-F238E27FC236}">
                  <a16:creationId xmlns:a16="http://schemas.microsoft.com/office/drawing/2014/main" id="{22119531-58F4-7C59-A352-3A5952706347}"/>
                </a:ext>
              </a:extLst>
            </p:cNvPr>
            <p:cNvSpPr>
              <a:spLocks noEditPoints="1"/>
            </p:cNvSpPr>
            <p:nvPr/>
          </p:nvSpPr>
          <p:spPr bwMode="auto">
            <a:xfrm>
              <a:off x="2169" y="3461"/>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6" name="Freeform 61">
              <a:extLst>
                <a:ext uri="{FF2B5EF4-FFF2-40B4-BE49-F238E27FC236}">
                  <a16:creationId xmlns:a16="http://schemas.microsoft.com/office/drawing/2014/main" id="{DF286902-7038-62F2-BB00-FF6BCD9D489F}"/>
                </a:ext>
              </a:extLst>
            </p:cNvPr>
            <p:cNvSpPr>
              <a:spLocks noEditPoints="1"/>
            </p:cNvSpPr>
            <p:nvPr/>
          </p:nvSpPr>
          <p:spPr bwMode="auto">
            <a:xfrm>
              <a:off x="2169" y="3865"/>
              <a:ext cx="21" cy="303"/>
            </a:xfrm>
            <a:custGeom>
              <a:avLst/>
              <a:gdLst>
                <a:gd name="T0" fmla="*/ 0 w 4"/>
                <a:gd name="T1" fmla="*/ 0 h 60"/>
                <a:gd name="T2" fmla="*/ 0 w 4"/>
                <a:gd name="T3" fmla="*/ 510 h 60"/>
                <a:gd name="T4" fmla="*/ 110 w 4"/>
                <a:gd name="T5" fmla="*/ 510 h 60"/>
                <a:gd name="T6" fmla="*/ 110 w 4"/>
                <a:gd name="T7" fmla="*/ 0 h 60"/>
                <a:gd name="T8" fmla="*/ 0 w 4"/>
                <a:gd name="T9" fmla="*/ 0 h 60"/>
                <a:gd name="T10" fmla="*/ 0 w 4"/>
                <a:gd name="T11" fmla="*/ 1020 h 60"/>
                <a:gd name="T12" fmla="*/ 0 w 4"/>
                <a:gd name="T13" fmla="*/ 1530 h 60"/>
                <a:gd name="T14" fmla="*/ 110 w 4"/>
                <a:gd name="T15" fmla="*/ 1530 h 60"/>
                <a:gd name="T16" fmla="*/ 11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17" name="Rectangle 62">
              <a:extLst>
                <a:ext uri="{FF2B5EF4-FFF2-40B4-BE49-F238E27FC236}">
                  <a16:creationId xmlns:a16="http://schemas.microsoft.com/office/drawing/2014/main" id="{07A5C07A-CD65-A0AD-FA39-78ACF9C85496}"/>
                </a:ext>
              </a:extLst>
            </p:cNvPr>
            <p:cNvSpPr>
              <a:spLocks noChangeArrowheads="1"/>
            </p:cNvSpPr>
            <p:nvPr/>
          </p:nvSpPr>
          <p:spPr bwMode="auto">
            <a:xfrm>
              <a:off x="2169" y="4269"/>
              <a:ext cx="21"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18" name="Rectangle 63">
              <a:extLst>
                <a:ext uri="{FF2B5EF4-FFF2-40B4-BE49-F238E27FC236}">
                  <a16:creationId xmlns:a16="http://schemas.microsoft.com/office/drawing/2014/main" id="{AFD1CEB2-2818-FBFC-88B9-4C98781DE937}"/>
                </a:ext>
              </a:extLst>
            </p:cNvPr>
            <p:cNvSpPr>
              <a:spLocks noChangeArrowheads="1"/>
            </p:cNvSpPr>
            <p:nvPr/>
          </p:nvSpPr>
          <p:spPr bwMode="auto">
            <a:xfrm>
              <a:off x="262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19" name="Freeform 64">
              <a:extLst>
                <a:ext uri="{FF2B5EF4-FFF2-40B4-BE49-F238E27FC236}">
                  <a16:creationId xmlns:a16="http://schemas.microsoft.com/office/drawing/2014/main" id="{E756BC8A-9ECC-C03F-8A18-2CA60A201451}"/>
                </a:ext>
              </a:extLst>
            </p:cNvPr>
            <p:cNvSpPr>
              <a:spLocks noEditPoints="1"/>
            </p:cNvSpPr>
            <p:nvPr/>
          </p:nvSpPr>
          <p:spPr bwMode="auto">
            <a:xfrm>
              <a:off x="262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0" name="Freeform 65">
              <a:extLst>
                <a:ext uri="{FF2B5EF4-FFF2-40B4-BE49-F238E27FC236}">
                  <a16:creationId xmlns:a16="http://schemas.microsoft.com/office/drawing/2014/main" id="{D5BEE36A-244D-ED5E-1E01-2927F4DB2A5E}"/>
                </a:ext>
              </a:extLst>
            </p:cNvPr>
            <p:cNvSpPr>
              <a:spLocks noEditPoints="1"/>
            </p:cNvSpPr>
            <p:nvPr/>
          </p:nvSpPr>
          <p:spPr bwMode="auto">
            <a:xfrm>
              <a:off x="262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1" name="Freeform 66">
              <a:extLst>
                <a:ext uri="{FF2B5EF4-FFF2-40B4-BE49-F238E27FC236}">
                  <a16:creationId xmlns:a16="http://schemas.microsoft.com/office/drawing/2014/main" id="{74A9B89E-80DF-1BD0-6E0E-13DB256CCF43}"/>
                </a:ext>
              </a:extLst>
            </p:cNvPr>
            <p:cNvSpPr>
              <a:spLocks noEditPoints="1"/>
            </p:cNvSpPr>
            <p:nvPr/>
          </p:nvSpPr>
          <p:spPr bwMode="auto">
            <a:xfrm>
              <a:off x="262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2" name="Freeform 67">
              <a:extLst>
                <a:ext uri="{FF2B5EF4-FFF2-40B4-BE49-F238E27FC236}">
                  <a16:creationId xmlns:a16="http://schemas.microsoft.com/office/drawing/2014/main" id="{65D37064-6146-50A4-4E15-32A5E31DEE8F}"/>
                </a:ext>
              </a:extLst>
            </p:cNvPr>
            <p:cNvSpPr>
              <a:spLocks noEditPoints="1"/>
            </p:cNvSpPr>
            <p:nvPr/>
          </p:nvSpPr>
          <p:spPr bwMode="auto">
            <a:xfrm>
              <a:off x="262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3" name="Freeform 68">
              <a:extLst>
                <a:ext uri="{FF2B5EF4-FFF2-40B4-BE49-F238E27FC236}">
                  <a16:creationId xmlns:a16="http://schemas.microsoft.com/office/drawing/2014/main" id="{487F444E-C6A3-802A-E5EA-B1A152AB9205}"/>
                </a:ext>
              </a:extLst>
            </p:cNvPr>
            <p:cNvSpPr>
              <a:spLocks noEditPoints="1"/>
            </p:cNvSpPr>
            <p:nvPr/>
          </p:nvSpPr>
          <p:spPr bwMode="auto">
            <a:xfrm>
              <a:off x="262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4" name="Freeform 69">
              <a:extLst>
                <a:ext uri="{FF2B5EF4-FFF2-40B4-BE49-F238E27FC236}">
                  <a16:creationId xmlns:a16="http://schemas.microsoft.com/office/drawing/2014/main" id="{BF291D9E-0D12-A18D-D83A-48F7FF2954B6}"/>
                </a:ext>
              </a:extLst>
            </p:cNvPr>
            <p:cNvSpPr>
              <a:spLocks noEditPoints="1"/>
            </p:cNvSpPr>
            <p:nvPr/>
          </p:nvSpPr>
          <p:spPr bwMode="auto">
            <a:xfrm>
              <a:off x="262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5" name="Freeform 70">
              <a:extLst>
                <a:ext uri="{FF2B5EF4-FFF2-40B4-BE49-F238E27FC236}">
                  <a16:creationId xmlns:a16="http://schemas.microsoft.com/office/drawing/2014/main" id="{58A58262-E2D3-C9A6-4858-31E362573443}"/>
                </a:ext>
              </a:extLst>
            </p:cNvPr>
            <p:cNvSpPr>
              <a:spLocks noEditPoints="1"/>
            </p:cNvSpPr>
            <p:nvPr/>
          </p:nvSpPr>
          <p:spPr bwMode="auto">
            <a:xfrm>
              <a:off x="262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6" name="Freeform 71">
              <a:extLst>
                <a:ext uri="{FF2B5EF4-FFF2-40B4-BE49-F238E27FC236}">
                  <a16:creationId xmlns:a16="http://schemas.microsoft.com/office/drawing/2014/main" id="{5C92A44D-CCAD-D24E-388D-A820141815AE}"/>
                </a:ext>
              </a:extLst>
            </p:cNvPr>
            <p:cNvSpPr>
              <a:spLocks noEditPoints="1"/>
            </p:cNvSpPr>
            <p:nvPr/>
          </p:nvSpPr>
          <p:spPr bwMode="auto">
            <a:xfrm>
              <a:off x="262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7" name="Freeform 72">
              <a:extLst>
                <a:ext uri="{FF2B5EF4-FFF2-40B4-BE49-F238E27FC236}">
                  <a16:creationId xmlns:a16="http://schemas.microsoft.com/office/drawing/2014/main" id="{E1F6AA00-196F-7471-B97E-E51BE99BD4E3}"/>
                </a:ext>
              </a:extLst>
            </p:cNvPr>
            <p:cNvSpPr>
              <a:spLocks noEditPoints="1"/>
            </p:cNvSpPr>
            <p:nvPr/>
          </p:nvSpPr>
          <p:spPr bwMode="auto">
            <a:xfrm>
              <a:off x="262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8" name="Freeform 73">
              <a:extLst>
                <a:ext uri="{FF2B5EF4-FFF2-40B4-BE49-F238E27FC236}">
                  <a16:creationId xmlns:a16="http://schemas.microsoft.com/office/drawing/2014/main" id="{0BC5A3E1-8174-3A92-B8C1-E214E6FEA798}"/>
                </a:ext>
              </a:extLst>
            </p:cNvPr>
            <p:cNvSpPr>
              <a:spLocks noEditPoints="1"/>
            </p:cNvSpPr>
            <p:nvPr/>
          </p:nvSpPr>
          <p:spPr bwMode="auto">
            <a:xfrm>
              <a:off x="262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29" name="Rectangle 74">
              <a:extLst>
                <a:ext uri="{FF2B5EF4-FFF2-40B4-BE49-F238E27FC236}">
                  <a16:creationId xmlns:a16="http://schemas.microsoft.com/office/drawing/2014/main" id="{FBF65E05-B088-7C73-BA3B-E76DC4A40E00}"/>
                </a:ext>
              </a:extLst>
            </p:cNvPr>
            <p:cNvSpPr>
              <a:spLocks noChangeArrowheads="1"/>
            </p:cNvSpPr>
            <p:nvPr/>
          </p:nvSpPr>
          <p:spPr bwMode="auto">
            <a:xfrm>
              <a:off x="262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30" name="Rectangle 75">
              <a:extLst>
                <a:ext uri="{FF2B5EF4-FFF2-40B4-BE49-F238E27FC236}">
                  <a16:creationId xmlns:a16="http://schemas.microsoft.com/office/drawing/2014/main" id="{4BB63A72-4971-8743-8A00-496B7C75409D}"/>
                </a:ext>
              </a:extLst>
            </p:cNvPr>
            <p:cNvSpPr>
              <a:spLocks noChangeArrowheads="1"/>
            </p:cNvSpPr>
            <p:nvPr/>
          </p:nvSpPr>
          <p:spPr bwMode="auto">
            <a:xfrm>
              <a:off x="306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31" name="Freeform 76">
              <a:extLst>
                <a:ext uri="{FF2B5EF4-FFF2-40B4-BE49-F238E27FC236}">
                  <a16:creationId xmlns:a16="http://schemas.microsoft.com/office/drawing/2014/main" id="{CEE3CB4E-3375-D7CE-0EF4-98777C36EE57}"/>
                </a:ext>
              </a:extLst>
            </p:cNvPr>
            <p:cNvSpPr>
              <a:spLocks noEditPoints="1"/>
            </p:cNvSpPr>
            <p:nvPr/>
          </p:nvSpPr>
          <p:spPr bwMode="auto">
            <a:xfrm>
              <a:off x="306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2" name="Freeform 77">
              <a:extLst>
                <a:ext uri="{FF2B5EF4-FFF2-40B4-BE49-F238E27FC236}">
                  <a16:creationId xmlns:a16="http://schemas.microsoft.com/office/drawing/2014/main" id="{AC718A10-DE73-B6FF-E475-BDE27566F22D}"/>
                </a:ext>
              </a:extLst>
            </p:cNvPr>
            <p:cNvSpPr>
              <a:spLocks noEditPoints="1"/>
            </p:cNvSpPr>
            <p:nvPr/>
          </p:nvSpPr>
          <p:spPr bwMode="auto">
            <a:xfrm>
              <a:off x="306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3" name="Freeform 78">
              <a:extLst>
                <a:ext uri="{FF2B5EF4-FFF2-40B4-BE49-F238E27FC236}">
                  <a16:creationId xmlns:a16="http://schemas.microsoft.com/office/drawing/2014/main" id="{20FDFF5B-3344-37BC-C046-18316695B7E1}"/>
                </a:ext>
              </a:extLst>
            </p:cNvPr>
            <p:cNvSpPr>
              <a:spLocks noEditPoints="1"/>
            </p:cNvSpPr>
            <p:nvPr/>
          </p:nvSpPr>
          <p:spPr bwMode="auto">
            <a:xfrm>
              <a:off x="306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4" name="Freeform 79">
              <a:extLst>
                <a:ext uri="{FF2B5EF4-FFF2-40B4-BE49-F238E27FC236}">
                  <a16:creationId xmlns:a16="http://schemas.microsoft.com/office/drawing/2014/main" id="{8B810275-6881-BD4A-7370-064D345D2D73}"/>
                </a:ext>
              </a:extLst>
            </p:cNvPr>
            <p:cNvSpPr>
              <a:spLocks noEditPoints="1"/>
            </p:cNvSpPr>
            <p:nvPr/>
          </p:nvSpPr>
          <p:spPr bwMode="auto">
            <a:xfrm>
              <a:off x="306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5" name="Freeform 80">
              <a:extLst>
                <a:ext uri="{FF2B5EF4-FFF2-40B4-BE49-F238E27FC236}">
                  <a16:creationId xmlns:a16="http://schemas.microsoft.com/office/drawing/2014/main" id="{BD17B6C0-4171-8DBE-5DF9-D1A2EF59612F}"/>
                </a:ext>
              </a:extLst>
            </p:cNvPr>
            <p:cNvSpPr>
              <a:spLocks noEditPoints="1"/>
            </p:cNvSpPr>
            <p:nvPr/>
          </p:nvSpPr>
          <p:spPr bwMode="auto">
            <a:xfrm>
              <a:off x="306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6" name="Freeform 81">
              <a:extLst>
                <a:ext uri="{FF2B5EF4-FFF2-40B4-BE49-F238E27FC236}">
                  <a16:creationId xmlns:a16="http://schemas.microsoft.com/office/drawing/2014/main" id="{5CD489B7-0373-6D3F-0B64-DB3622949861}"/>
                </a:ext>
              </a:extLst>
            </p:cNvPr>
            <p:cNvSpPr>
              <a:spLocks noEditPoints="1"/>
            </p:cNvSpPr>
            <p:nvPr/>
          </p:nvSpPr>
          <p:spPr bwMode="auto">
            <a:xfrm>
              <a:off x="306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7" name="Freeform 82">
              <a:extLst>
                <a:ext uri="{FF2B5EF4-FFF2-40B4-BE49-F238E27FC236}">
                  <a16:creationId xmlns:a16="http://schemas.microsoft.com/office/drawing/2014/main" id="{F2745308-4E85-188A-0488-057D388B5C63}"/>
                </a:ext>
              </a:extLst>
            </p:cNvPr>
            <p:cNvSpPr>
              <a:spLocks noEditPoints="1"/>
            </p:cNvSpPr>
            <p:nvPr/>
          </p:nvSpPr>
          <p:spPr bwMode="auto">
            <a:xfrm>
              <a:off x="306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8" name="Freeform 83">
              <a:extLst>
                <a:ext uri="{FF2B5EF4-FFF2-40B4-BE49-F238E27FC236}">
                  <a16:creationId xmlns:a16="http://schemas.microsoft.com/office/drawing/2014/main" id="{4CF6D968-3EDC-AE12-85C9-860A98069A15}"/>
                </a:ext>
              </a:extLst>
            </p:cNvPr>
            <p:cNvSpPr>
              <a:spLocks noEditPoints="1"/>
            </p:cNvSpPr>
            <p:nvPr/>
          </p:nvSpPr>
          <p:spPr bwMode="auto">
            <a:xfrm>
              <a:off x="306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39" name="Freeform 84">
              <a:extLst>
                <a:ext uri="{FF2B5EF4-FFF2-40B4-BE49-F238E27FC236}">
                  <a16:creationId xmlns:a16="http://schemas.microsoft.com/office/drawing/2014/main" id="{CBE3D411-5DD5-C2B4-DFAF-5BBB301DAA68}"/>
                </a:ext>
              </a:extLst>
            </p:cNvPr>
            <p:cNvSpPr>
              <a:spLocks noEditPoints="1"/>
            </p:cNvSpPr>
            <p:nvPr/>
          </p:nvSpPr>
          <p:spPr bwMode="auto">
            <a:xfrm>
              <a:off x="306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0" name="Freeform 85">
              <a:extLst>
                <a:ext uri="{FF2B5EF4-FFF2-40B4-BE49-F238E27FC236}">
                  <a16:creationId xmlns:a16="http://schemas.microsoft.com/office/drawing/2014/main" id="{A44F6C67-4B74-5180-79D6-02929F431490}"/>
                </a:ext>
              </a:extLst>
            </p:cNvPr>
            <p:cNvSpPr>
              <a:spLocks noEditPoints="1"/>
            </p:cNvSpPr>
            <p:nvPr/>
          </p:nvSpPr>
          <p:spPr bwMode="auto">
            <a:xfrm>
              <a:off x="306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1" name="Rectangle 86">
              <a:extLst>
                <a:ext uri="{FF2B5EF4-FFF2-40B4-BE49-F238E27FC236}">
                  <a16:creationId xmlns:a16="http://schemas.microsoft.com/office/drawing/2014/main" id="{85BBAEC5-A3BE-CAC3-0AFE-F8710262FBF7}"/>
                </a:ext>
              </a:extLst>
            </p:cNvPr>
            <p:cNvSpPr>
              <a:spLocks noChangeArrowheads="1"/>
            </p:cNvSpPr>
            <p:nvPr/>
          </p:nvSpPr>
          <p:spPr bwMode="auto">
            <a:xfrm>
              <a:off x="306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42" name="Rectangle 87">
              <a:extLst>
                <a:ext uri="{FF2B5EF4-FFF2-40B4-BE49-F238E27FC236}">
                  <a16:creationId xmlns:a16="http://schemas.microsoft.com/office/drawing/2014/main" id="{A994B697-66E3-B12E-38E2-79A878E0D7BC}"/>
                </a:ext>
              </a:extLst>
            </p:cNvPr>
            <p:cNvSpPr>
              <a:spLocks noChangeArrowheads="1"/>
            </p:cNvSpPr>
            <p:nvPr/>
          </p:nvSpPr>
          <p:spPr bwMode="auto">
            <a:xfrm>
              <a:off x="351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43" name="Freeform 88">
              <a:extLst>
                <a:ext uri="{FF2B5EF4-FFF2-40B4-BE49-F238E27FC236}">
                  <a16:creationId xmlns:a16="http://schemas.microsoft.com/office/drawing/2014/main" id="{BC3BBA5C-AF97-8363-18C6-A0F98D3AC564}"/>
                </a:ext>
              </a:extLst>
            </p:cNvPr>
            <p:cNvSpPr>
              <a:spLocks noEditPoints="1"/>
            </p:cNvSpPr>
            <p:nvPr/>
          </p:nvSpPr>
          <p:spPr bwMode="auto">
            <a:xfrm>
              <a:off x="351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4" name="Freeform 89">
              <a:extLst>
                <a:ext uri="{FF2B5EF4-FFF2-40B4-BE49-F238E27FC236}">
                  <a16:creationId xmlns:a16="http://schemas.microsoft.com/office/drawing/2014/main" id="{5D472525-AB7B-C101-FEAB-A31ACDB134C7}"/>
                </a:ext>
              </a:extLst>
            </p:cNvPr>
            <p:cNvSpPr>
              <a:spLocks noEditPoints="1"/>
            </p:cNvSpPr>
            <p:nvPr/>
          </p:nvSpPr>
          <p:spPr bwMode="auto">
            <a:xfrm>
              <a:off x="351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5" name="Freeform 90">
              <a:extLst>
                <a:ext uri="{FF2B5EF4-FFF2-40B4-BE49-F238E27FC236}">
                  <a16:creationId xmlns:a16="http://schemas.microsoft.com/office/drawing/2014/main" id="{5014BE61-643F-2AC3-5251-7EBA1A76F6D3}"/>
                </a:ext>
              </a:extLst>
            </p:cNvPr>
            <p:cNvSpPr>
              <a:spLocks noEditPoints="1"/>
            </p:cNvSpPr>
            <p:nvPr/>
          </p:nvSpPr>
          <p:spPr bwMode="auto">
            <a:xfrm>
              <a:off x="351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6" name="Freeform 91">
              <a:extLst>
                <a:ext uri="{FF2B5EF4-FFF2-40B4-BE49-F238E27FC236}">
                  <a16:creationId xmlns:a16="http://schemas.microsoft.com/office/drawing/2014/main" id="{AA7D03F5-09D6-4496-C8BC-587F1D5542B6}"/>
                </a:ext>
              </a:extLst>
            </p:cNvPr>
            <p:cNvSpPr>
              <a:spLocks noEditPoints="1"/>
            </p:cNvSpPr>
            <p:nvPr/>
          </p:nvSpPr>
          <p:spPr bwMode="auto">
            <a:xfrm>
              <a:off x="351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7" name="Freeform 92">
              <a:extLst>
                <a:ext uri="{FF2B5EF4-FFF2-40B4-BE49-F238E27FC236}">
                  <a16:creationId xmlns:a16="http://schemas.microsoft.com/office/drawing/2014/main" id="{2AA45B14-F19B-44F2-B974-4B5B587DA761}"/>
                </a:ext>
              </a:extLst>
            </p:cNvPr>
            <p:cNvSpPr>
              <a:spLocks noEditPoints="1"/>
            </p:cNvSpPr>
            <p:nvPr/>
          </p:nvSpPr>
          <p:spPr bwMode="auto">
            <a:xfrm>
              <a:off x="351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8" name="Freeform 93">
              <a:extLst>
                <a:ext uri="{FF2B5EF4-FFF2-40B4-BE49-F238E27FC236}">
                  <a16:creationId xmlns:a16="http://schemas.microsoft.com/office/drawing/2014/main" id="{6DEAD391-11FD-82C9-34BF-F4EA1FF0CF38}"/>
                </a:ext>
              </a:extLst>
            </p:cNvPr>
            <p:cNvSpPr>
              <a:spLocks noEditPoints="1"/>
            </p:cNvSpPr>
            <p:nvPr/>
          </p:nvSpPr>
          <p:spPr bwMode="auto">
            <a:xfrm>
              <a:off x="351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49" name="Freeform 94">
              <a:extLst>
                <a:ext uri="{FF2B5EF4-FFF2-40B4-BE49-F238E27FC236}">
                  <a16:creationId xmlns:a16="http://schemas.microsoft.com/office/drawing/2014/main" id="{E2879796-254D-D60D-6040-2B26ED62E131}"/>
                </a:ext>
              </a:extLst>
            </p:cNvPr>
            <p:cNvSpPr>
              <a:spLocks noEditPoints="1"/>
            </p:cNvSpPr>
            <p:nvPr/>
          </p:nvSpPr>
          <p:spPr bwMode="auto">
            <a:xfrm>
              <a:off x="351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0" name="Freeform 95">
              <a:extLst>
                <a:ext uri="{FF2B5EF4-FFF2-40B4-BE49-F238E27FC236}">
                  <a16:creationId xmlns:a16="http://schemas.microsoft.com/office/drawing/2014/main" id="{1A8A22E6-4B8A-FF37-0737-646A91C87647}"/>
                </a:ext>
              </a:extLst>
            </p:cNvPr>
            <p:cNvSpPr>
              <a:spLocks noEditPoints="1"/>
            </p:cNvSpPr>
            <p:nvPr/>
          </p:nvSpPr>
          <p:spPr bwMode="auto">
            <a:xfrm>
              <a:off x="351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1" name="Freeform 96">
              <a:extLst>
                <a:ext uri="{FF2B5EF4-FFF2-40B4-BE49-F238E27FC236}">
                  <a16:creationId xmlns:a16="http://schemas.microsoft.com/office/drawing/2014/main" id="{7C14E516-07C4-6B13-55BE-59BD4107F6A0}"/>
                </a:ext>
              </a:extLst>
            </p:cNvPr>
            <p:cNvSpPr>
              <a:spLocks noEditPoints="1"/>
            </p:cNvSpPr>
            <p:nvPr/>
          </p:nvSpPr>
          <p:spPr bwMode="auto">
            <a:xfrm>
              <a:off x="351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2" name="Freeform 97">
              <a:extLst>
                <a:ext uri="{FF2B5EF4-FFF2-40B4-BE49-F238E27FC236}">
                  <a16:creationId xmlns:a16="http://schemas.microsoft.com/office/drawing/2014/main" id="{AB8AED1D-69DF-7771-463C-C91F11845C42}"/>
                </a:ext>
              </a:extLst>
            </p:cNvPr>
            <p:cNvSpPr>
              <a:spLocks noEditPoints="1"/>
            </p:cNvSpPr>
            <p:nvPr/>
          </p:nvSpPr>
          <p:spPr bwMode="auto">
            <a:xfrm>
              <a:off x="351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3" name="Rectangle 98">
              <a:extLst>
                <a:ext uri="{FF2B5EF4-FFF2-40B4-BE49-F238E27FC236}">
                  <a16:creationId xmlns:a16="http://schemas.microsoft.com/office/drawing/2014/main" id="{47B0601B-1E36-8E4E-3FB9-C9CA16D5DD95}"/>
                </a:ext>
              </a:extLst>
            </p:cNvPr>
            <p:cNvSpPr>
              <a:spLocks noChangeArrowheads="1"/>
            </p:cNvSpPr>
            <p:nvPr/>
          </p:nvSpPr>
          <p:spPr bwMode="auto">
            <a:xfrm>
              <a:off x="351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54" name="Rectangle 99">
              <a:extLst>
                <a:ext uri="{FF2B5EF4-FFF2-40B4-BE49-F238E27FC236}">
                  <a16:creationId xmlns:a16="http://schemas.microsoft.com/office/drawing/2014/main" id="{31AB8DB8-B683-D8F8-B7EB-37074E652E26}"/>
                </a:ext>
              </a:extLst>
            </p:cNvPr>
            <p:cNvSpPr>
              <a:spLocks noChangeArrowheads="1"/>
            </p:cNvSpPr>
            <p:nvPr/>
          </p:nvSpPr>
          <p:spPr bwMode="auto">
            <a:xfrm>
              <a:off x="396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55" name="Freeform 100">
              <a:extLst>
                <a:ext uri="{FF2B5EF4-FFF2-40B4-BE49-F238E27FC236}">
                  <a16:creationId xmlns:a16="http://schemas.microsoft.com/office/drawing/2014/main" id="{6F738D9F-E044-4FCA-E935-4E2F8BA559AD}"/>
                </a:ext>
              </a:extLst>
            </p:cNvPr>
            <p:cNvSpPr>
              <a:spLocks noEditPoints="1"/>
            </p:cNvSpPr>
            <p:nvPr/>
          </p:nvSpPr>
          <p:spPr bwMode="auto">
            <a:xfrm>
              <a:off x="396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6" name="Freeform 101">
              <a:extLst>
                <a:ext uri="{FF2B5EF4-FFF2-40B4-BE49-F238E27FC236}">
                  <a16:creationId xmlns:a16="http://schemas.microsoft.com/office/drawing/2014/main" id="{3350F62E-1BEC-40E5-660A-3BD2DFCBE7EA}"/>
                </a:ext>
              </a:extLst>
            </p:cNvPr>
            <p:cNvSpPr>
              <a:spLocks noEditPoints="1"/>
            </p:cNvSpPr>
            <p:nvPr/>
          </p:nvSpPr>
          <p:spPr bwMode="auto">
            <a:xfrm>
              <a:off x="396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7" name="Freeform 102">
              <a:extLst>
                <a:ext uri="{FF2B5EF4-FFF2-40B4-BE49-F238E27FC236}">
                  <a16:creationId xmlns:a16="http://schemas.microsoft.com/office/drawing/2014/main" id="{5E99ED77-5CFC-2F9E-A1E2-5D772521A19B}"/>
                </a:ext>
              </a:extLst>
            </p:cNvPr>
            <p:cNvSpPr>
              <a:spLocks noEditPoints="1"/>
            </p:cNvSpPr>
            <p:nvPr/>
          </p:nvSpPr>
          <p:spPr bwMode="auto">
            <a:xfrm>
              <a:off x="396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8" name="Freeform 103">
              <a:extLst>
                <a:ext uri="{FF2B5EF4-FFF2-40B4-BE49-F238E27FC236}">
                  <a16:creationId xmlns:a16="http://schemas.microsoft.com/office/drawing/2014/main" id="{1E58A5A8-98B5-2D87-09EE-D5C4F94DAEFA}"/>
                </a:ext>
              </a:extLst>
            </p:cNvPr>
            <p:cNvSpPr>
              <a:spLocks noEditPoints="1"/>
            </p:cNvSpPr>
            <p:nvPr/>
          </p:nvSpPr>
          <p:spPr bwMode="auto">
            <a:xfrm>
              <a:off x="396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59" name="Freeform 104">
              <a:extLst>
                <a:ext uri="{FF2B5EF4-FFF2-40B4-BE49-F238E27FC236}">
                  <a16:creationId xmlns:a16="http://schemas.microsoft.com/office/drawing/2014/main" id="{FD5B11AE-442A-372D-77D9-8F46F3DF9B14}"/>
                </a:ext>
              </a:extLst>
            </p:cNvPr>
            <p:cNvSpPr>
              <a:spLocks noEditPoints="1"/>
            </p:cNvSpPr>
            <p:nvPr/>
          </p:nvSpPr>
          <p:spPr bwMode="auto">
            <a:xfrm>
              <a:off x="396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0" name="Freeform 105">
              <a:extLst>
                <a:ext uri="{FF2B5EF4-FFF2-40B4-BE49-F238E27FC236}">
                  <a16:creationId xmlns:a16="http://schemas.microsoft.com/office/drawing/2014/main" id="{B5DA7279-D946-67C2-FBDA-ADED861F66DD}"/>
                </a:ext>
              </a:extLst>
            </p:cNvPr>
            <p:cNvSpPr>
              <a:spLocks noEditPoints="1"/>
            </p:cNvSpPr>
            <p:nvPr/>
          </p:nvSpPr>
          <p:spPr bwMode="auto">
            <a:xfrm>
              <a:off x="396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1" name="Freeform 106">
              <a:extLst>
                <a:ext uri="{FF2B5EF4-FFF2-40B4-BE49-F238E27FC236}">
                  <a16:creationId xmlns:a16="http://schemas.microsoft.com/office/drawing/2014/main" id="{2A881F03-1A03-7462-1EB8-06751393CEF9}"/>
                </a:ext>
              </a:extLst>
            </p:cNvPr>
            <p:cNvSpPr>
              <a:spLocks noEditPoints="1"/>
            </p:cNvSpPr>
            <p:nvPr/>
          </p:nvSpPr>
          <p:spPr bwMode="auto">
            <a:xfrm>
              <a:off x="396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2" name="Freeform 107">
              <a:extLst>
                <a:ext uri="{FF2B5EF4-FFF2-40B4-BE49-F238E27FC236}">
                  <a16:creationId xmlns:a16="http://schemas.microsoft.com/office/drawing/2014/main" id="{B982E95F-77EF-D942-227D-E3729EC77C9E}"/>
                </a:ext>
              </a:extLst>
            </p:cNvPr>
            <p:cNvSpPr>
              <a:spLocks noEditPoints="1"/>
            </p:cNvSpPr>
            <p:nvPr/>
          </p:nvSpPr>
          <p:spPr bwMode="auto">
            <a:xfrm>
              <a:off x="396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3" name="Freeform 108">
              <a:extLst>
                <a:ext uri="{FF2B5EF4-FFF2-40B4-BE49-F238E27FC236}">
                  <a16:creationId xmlns:a16="http://schemas.microsoft.com/office/drawing/2014/main" id="{71C867A2-C079-2E32-4639-504E79C18383}"/>
                </a:ext>
              </a:extLst>
            </p:cNvPr>
            <p:cNvSpPr>
              <a:spLocks noEditPoints="1"/>
            </p:cNvSpPr>
            <p:nvPr/>
          </p:nvSpPr>
          <p:spPr bwMode="auto">
            <a:xfrm>
              <a:off x="396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4" name="Freeform 109">
              <a:extLst>
                <a:ext uri="{FF2B5EF4-FFF2-40B4-BE49-F238E27FC236}">
                  <a16:creationId xmlns:a16="http://schemas.microsoft.com/office/drawing/2014/main" id="{1D9F19FA-A006-EAF0-F0A1-7E14A356B07C}"/>
                </a:ext>
              </a:extLst>
            </p:cNvPr>
            <p:cNvSpPr>
              <a:spLocks noEditPoints="1"/>
            </p:cNvSpPr>
            <p:nvPr/>
          </p:nvSpPr>
          <p:spPr bwMode="auto">
            <a:xfrm>
              <a:off x="396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5" name="Rectangle 110">
              <a:extLst>
                <a:ext uri="{FF2B5EF4-FFF2-40B4-BE49-F238E27FC236}">
                  <a16:creationId xmlns:a16="http://schemas.microsoft.com/office/drawing/2014/main" id="{09E57D99-9746-30E2-BBE4-509F8D6C0BC9}"/>
                </a:ext>
              </a:extLst>
            </p:cNvPr>
            <p:cNvSpPr>
              <a:spLocks noChangeArrowheads="1"/>
            </p:cNvSpPr>
            <p:nvPr/>
          </p:nvSpPr>
          <p:spPr bwMode="auto">
            <a:xfrm>
              <a:off x="396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66" name="Rectangle 111">
              <a:extLst>
                <a:ext uri="{FF2B5EF4-FFF2-40B4-BE49-F238E27FC236}">
                  <a16:creationId xmlns:a16="http://schemas.microsoft.com/office/drawing/2014/main" id="{4CC23C50-005E-C4C2-BD1B-080D1B5A2D1B}"/>
                </a:ext>
              </a:extLst>
            </p:cNvPr>
            <p:cNvSpPr>
              <a:spLocks noChangeArrowheads="1"/>
            </p:cNvSpPr>
            <p:nvPr/>
          </p:nvSpPr>
          <p:spPr bwMode="auto">
            <a:xfrm>
              <a:off x="4405"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67" name="Freeform 112">
              <a:extLst>
                <a:ext uri="{FF2B5EF4-FFF2-40B4-BE49-F238E27FC236}">
                  <a16:creationId xmlns:a16="http://schemas.microsoft.com/office/drawing/2014/main" id="{D642782E-CE85-98EF-DB20-0972761BD93E}"/>
                </a:ext>
              </a:extLst>
            </p:cNvPr>
            <p:cNvSpPr>
              <a:spLocks noEditPoints="1"/>
            </p:cNvSpPr>
            <p:nvPr/>
          </p:nvSpPr>
          <p:spPr bwMode="auto">
            <a:xfrm>
              <a:off x="4405"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8" name="Freeform 113">
              <a:extLst>
                <a:ext uri="{FF2B5EF4-FFF2-40B4-BE49-F238E27FC236}">
                  <a16:creationId xmlns:a16="http://schemas.microsoft.com/office/drawing/2014/main" id="{A7666487-A7FF-456F-E18B-77D843E97E2A}"/>
                </a:ext>
              </a:extLst>
            </p:cNvPr>
            <p:cNvSpPr>
              <a:spLocks noEditPoints="1"/>
            </p:cNvSpPr>
            <p:nvPr/>
          </p:nvSpPr>
          <p:spPr bwMode="auto">
            <a:xfrm>
              <a:off x="4405"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69" name="Freeform 114">
              <a:extLst>
                <a:ext uri="{FF2B5EF4-FFF2-40B4-BE49-F238E27FC236}">
                  <a16:creationId xmlns:a16="http://schemas.microsoft.com/office/drawing/2014/main" id="{FCF0812C-46E0-FFD2-3E57-C471A942A7AE}"/>
                </a:ext>
              </a:extLst>
            </p:cNvPr>
            <p:cNvSpPr>
              <a:spLocks noEditPoints="1"/>
            </p:cNvSpPr>
            <p:nvPr/>
          </p:nvSpPr>
          <p:spPr bwMode="auto">
            <a:xfrm>
              <a:off x="4405"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0" name="Freeform 115">
              <a:extLst>
                <a:ext uri="{FF2B5EF4-FFF2-40B4-BE49-F238E27FC236}">
                  <a16:creationId xmlns:a16="http://schemas.microsoft.com/office/drawing/2014/main" id="{648C7680-E6BC-54BF-AE8C-1A901F464741}"/>
                </a:ext>
              </a:extLst>
            </p:cNvPr>
            <p:cNvSpPr>
              <a:spLocks noEditPoints="1"/>
            </p:cNvSpPr>
            <p:nvPr/>
          </p:nvSpPr>
          <p:spPr bwMode="auto">
            <a:xfrm>
              <a:off x="4405"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1" name="Freeform 116">
              <a:extLst>
                <a:ext uri="{FF2B5EF4-FFF2-40B4-BE49-F238E27FC236}">
                  <a16:creationId xmlns:a16="http://schemas.microsoft.com/office/drawing/2014/main" id="{C570C9EE-BB17-70A3-ECC4-996B4DBA6993}"/>
                </a:ext>
              </a:extLst>
            </p:cNvPr>
            <p:cNvSpPr>
              <a:spLocks noEditPoints="1"/>
            </p:cNvSpPr>
            <p:nvPr/>
          </p:nvSpPr>
          <p:spPr bwMode="auto">
            <a:xfrm>
              <a:off x="4405"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2" name="Freeform 117">
              <a:extLst>
                <a:ext uri="{FF2B5EF4-FFF2-40B4-BE49-F238E27FC236}">
                  <a16:creationId xmlns:a16="http://schemas.microsoft.com/office/drawing/2014/main" id="{52C6F84C-01E8-AB80-84F2-64CE03B28B17}"/>
                </a:ext>
              </a:extLst>
            </p:cNvPr>
            <p:cNvSpPr>
              <a:spLocks noEditPoints="1"/>
            </p:cNvSpPr>
            <p:nvPr/>
          </p:nvSpPr>
          <p:spPr bwMode="auto">
            <a:xfrm>
              <a:off x="4405"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3" name="Freeform 118">
              <a:extLst>
                <a:ext uri="{FF2B5EF4-FFF2-40B4-BE49-F238E27FC236}">
                  <a16:creationId xmlns:a16="http://schemas.microsoft.com/office/drawing/2014/main" id="{60495D53-02D5-8604-43B0-3696C5254AD6}"/>
                </a:ext>
              </a:extLst>
            </p:cNvPr>
            <p:cNvSpPr>
              <a:spLocks noEditPoints="1"/>
            </p:cNvSpPr>
            <p:nvPr/>
          </p:nvSpPr>
          <p:spPr bwMode="auto">
            <a:xfrm>
              <a:off x="4405"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4" name="Freeform 119">
              <a:extLst>
                <a:ext uri="{FF2B5EF4-FFF2-40B4-BE49-F238E27FC236}">
                  <a16:creationId xmlns:a16="http://schemas.microsoft.com/office/drawing/2014/main" id="{779F5E6D-C821-B13B-A9BA-292822290B59}"/>
                </a:ext>
              </a:extLst>
            </p:cNvPr>
            <p:cNvSpPr>
              <a:spLocks noEditPoints="1"/>
            </p:cNvSpPr>
            <p:nvPr/>
          </p:nvSpPr>
          <p:spPr bwMode="auto">
            <a:xfrm>
              <a:off x="4405"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5" name="Freeform 120">
              <a:extLst>
                <a:ext uri="{FF2B5EF4-FFF2-40B4-BE49-F238E27FC236}">
                  <a16:creationId xmlns:a16="http://schemas.microsoft.com/office/drawing/2014/main" id="{653E4347-6664-38C7-CAE0-55A9BFF9EFB6}"/>
                </a:ext>
              </a:extLst>
            </p:cNvPr>
            <p:cNvSpPr>
              <a:spLocks noEditPoints="1"/>
            </p:cNvSpPr>
            <p:nvPr/>
          </p:nvSpPr>
          <p:spPr bwMode="auto">
            <a:xfrm>
              <a:off x="4405"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6" name="Freeform 121">
              <a:extLst>
                <a:ext uri="{FF2B5EF4-FFF2-40B4-BE49-F238E27FC236}">
                  <a16:creationId xmlns:a16="http://schemas.microsoft.com/office/drawing/2014/main" id="{52F7F0C5-FC56-BA6F-E3E1-A5C6835363AA}"/>
                </a:ext>
              </a:extLst>
            </p:cNvPr>
            <p:cNvSpPr>
              <a:spLocks noEditPoints="1"/>
            </p:cNvSpPr>
            <p:nvPr/>
          </p:nvSpPr>
          <p:spPr bwMode="auto">
            <a:xfrm>
              <a:off x="4405"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77" name="Rectangle 122">
              <a:extLst>
                <a:ext uri="{FF2B5EF4-FFF2-40B4-BE49-F238E27FC236}">
                  <a16:creationId xmlns:a16="http://schemas.microsoft.com/office/drawing/2014/main" id="{F1240401-57E5-9C81-3335-3F15B27E9FDF}"/>
                </a:ext>
              </a:extLst>
            </p:cNvPr>
            <p:cNvSpPr>
              <a:spLocks noChangeArrowheads="1"/>
            </p:cNvSpPr>
            <p:nvPr/>
          </p:nvSpPr>
          <p:spPr bwMode="auto">
            <a:xfrm>
              <a:off x="4405"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78" name="Rectangle 123">
              <a:extLst>
                <a:ext uri="{FF2B5EF4-FFF2-40B4-BE49-F238E27FC236}">
                  <a16:creationId xmlns:a16="http://schemas.microsoft.com/office/drawing/2014/main" id="{DB979AFB-A7D1-00D9-5815-38CD28EB6AB7}"/>
                </a:ext>
              </a:extLst>
            </p:cNvPr>
            <p:cNvSpPr>
              <a:spLocks noChangeArrowheads="1"/>
            </p:cNvSpPr>
            <p:nvPr/>
          </p:nvSpPr>
          <p:spPr bwMode="auto">
            <a:xfrm>
              <a:off x="485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79" name="Freeform 124">
              <a:extLst>
                <a:ext uri="{FF2B5EF4-FFF2-40B4-BE49-F238E27FC236}">
                  <a16:creationId xmlns:a16="http://schemas.microsoft.com/office/drawing/2014/main" id="{B49E6282-3C3C-1EA4-8792-0F4A992BFBDC}"/>
                </a:ext>
              </a:extLst>
            </p:cNvPr>
            <p:cNvSpPr>
              <a:spLocks noEditPoints="1"/>
            </p:cNvSpPr>
            <p:nvPr/>
          </p:nvSpPr>
          <p:spPr bwMode="auto">
            <a:xfrm>
              <a:off x="485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0" name="Freeform 125">
              <a:extLst>
                <a:ext uri="{FF2B5EF4-FFF2-40B4-BE49-F238E27FC236}">
                  <a16:creationId xmlns:a16="http://schemas.microsoft.com/office/drawing/2014/main" id="{5AF85E12-1890-53A7-8F8B-CAA51BB23870}"/>
                </a:ext>
              </a:extLst>
            </p:cNvPr>
            <p:cNvSpPr>
              <a:spLocks noEditPoints="1"/>
            </p:cNvSpPr>
            <p:nvPr/>
          </p:nvSpPr>
          <p:spPr bwMode="auto">
            <a:xfrm>
              <a:off x="485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1" name="Freeform 126">
              <a:extLst>
                <a:ext uri="{FF2B5EF4-FFF2-40B4-BE49-F238E27FC236}">
                  <a16:creationId xmlns:a16="http://schemas.microsoft.com/office/drawing/2014/main" id="{57B5C210-311A-3E59-7D9E-7AE91C24C888}"/>
                </a:ext>
              </a:extLst>
            </p:cNvPr>
            <p:cNvSpPr>
              <a:spLocks noEditPoints="1"/>
            </p:cNvSpPr>
            <p:nvPr/>
          </p:nvSpPr>
          <p:spPr bwMode="auto">
            <a:xfrm>
              <a:off x="485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2" name="Freeform 127">
              <a:extLst>
                <a:ext uri="{FF2B5EF4-FFF2-40B4-BE49-F238E27FC236}">
                  <a16:creationId xmlns:a16="http://schemas.microsoft.com/office/drawing/2014/main" id="{4B81A6F8-1B0D-8741-E5F3-540667E3E08C}"/>
                </a:ext>
              </a:extLst>
            </p:cNvPr>
            <p:cNvSpPr>
              <a:spLocks noEditPoints="1"/>
            </p:cNvSpPr>
            <p:nvPr/>
          </p:nvSpPr>
          <p:spPr bwMode="auto">
            <a:xfrm>
              <a:off x="485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3" name="Freeform 128">
              <a:extLst>
                <a:ext uri="{FF2B5EF4-FFF2-40B4-BE49-F238E27FC236}">
                  <a16:creationId xmlns:a16="http://schemas.microsoft.com/office/drawing/2014/main" id="{B8134C9A-E7C3-5096-3F76-9549AA885233}"/>
                </a:ext>
              </a:extLst>
            </p:cNvPr>
            <p:cNvSpPr>
              <a:spLocks noEditPoints="1"/>
            </p:cNvSpPr>
            <p:nvPr/>
          </p:nvSpPr>
          <p:spPr bwMode="auto">
            <a:xfrm>
              <a:off x="485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4" name="Freeform 129">
              <a:extLst>
                <a:ext uri="{FF2B5EF4-FFF2-40B4-BE49-F238E27FC236}">
                  <a16:creationId xmlns:a16="http://schemas.microsoft.com/office/drawing/2014/main" id="{743159CB-FC4B-001F-55BF-444BFD80F774}"/>
                </a:ext>
              </a:extLst>
            </p:cNvPr>
            <p:cNvSpPr>
              <a:spLocks noEditPoints="1"/>
            </p:cNvSpPr>
            <p:nvPr/>
          </p:nvSpPr>
          <p:spPr bwMode="auto">
            <a:xfrm>
              <a:off x="485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5" name="Freeform 130">
              <a:extLst>
                <a:ext uri="{FF2B5EF4-FFF2-40B4-BE49-F238E27FC236}">
                  <a16:creationId xmlns:a16="http://schemas.microsoft.com/office/drawing/2014/main" id="{4FE4DC67-4B26-973E-F018-73347A5A000A}"/>
                </a:ext>
              </a:extLst>
            </p:cNvPr>
            <p:cNvSpPr>
              <a:spLocks noEditPoints="1"/>
            </p:cNvSpPr>
            <p:nvPr/>
          </p:nvSpPr>
          <p:spPr bwMode="auto">
            <a:xfrm>
              <a:off x="485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6" name="Freeform 131">
              <a:extLst>
                <a:ext uri="{FF2B5EF4-FFF2-40B4-BE49-F238E27FC236}">
                  <a16:creationId xmlns:a16="http://schemas.microsoft.com/office/drawing/2014/main" id="{72CB86A8-446D-16C8-DF98-9C03589D1D5A}"/>
                </a:ext>
              </a:extLst>
            </p:cNvPr>
            <p:cNvSpPr>
              <a:spLocks noEditPoints="1"/>
            </p:cNvSpPr>
            <p:nvPr/>
          </p:nvSpPr>
          <p:spPr bwMode="auto">
            <a:xfrm>
              <a:off x="485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7" name="Freeform 132">
              <a:extLst>
                <a:ext uri="{FF2B5EF4-FFF2-40B4-BE49-F238E27FC236}">
                  <a16:creationId xmlns:a16="http://schemas.microsoft.com/office/drawing/2014/main" id="{79A4225B-0793-BB52-889F-0976F806A60E}"/>
                </a:ext>
              </a:extLst>
            </p:cNvPr>
            <p:cNvSpPr>
              <a:spLocks noEditPoints="1"/>
            </p:cNvSpPr>
            <p:nvPr/>
          </p:nvSpPr>
          <p:spPr bwMode="auto">
            <a:xfrm>
              <a:off x="485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8" name="Freeform 133">
              <a:extLst>
                <a:ext uri="{FF2B5EF4-FFF2-40B4-BE49-F238E27FC236}">
                  <a16:creationId xmlns:a16="http://schemas.microsoft.com/office/drawing/2014/main" id="{885B304D-819D-25DB-7D92-AF94A0983D4C}"/>
                </a:ext>
              </a:extLst>
            </p:cNvPr>
            <p:cNvSpPr>
              <a:spLocks noEditPoints="1"/>
            </p:cNvSpPr>
            <p:nvPr/>
          </p:nvSpPr>
          <p:spPr bwMode="auto">
            <a:xfrm>
              <a:off x="485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89" name="Rectangle 134">
              <a:extLst>
                <a:ext uri="{FF2B5EF4-FFF2-40B4-BE49-F238E27FC236}">
                  <a16:creationId xmlns:a16="http://schemas.microsoft.com/office/drawing/2014/main" id="{CF8A8117-25E2-BC14-6AB7-D67321B2C0B2}"/>
                </a:ext>
              </a:extLst>
            </p:cNvPr>
            <p:cNvSpPr>
              <a:spLocks noChangeArrowheads="1"/>
            </p:cNvSpPr>
            <p:nvPr/>
          </p:nvSpPr>
          <p:spPr bwMode="auto">
            <a:xfrm>
              <a:off x="485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90" name="Rectangle 135">
              <a:extLst>
                <a:ext uri="{FF2B5EF4-FFF2-40B4-BE49-F238E27FC236}">
                  <a16:creationId xmlns:a16="http://schemas.microsoft.com/office/drawing/2014/main" id="{03B00752-AB68-891D-A859-AE5904A79EF2}"/>
                </a:ext>
              </a:extLst>
            </p:cNvPr>
            <p:cNvSpPr>
              <a:spLocks noChangeArrowheads="1"/>
            </p:cNvSpPr>
            <p:nvPr/>
          </p:nvSpPr>
          <p:spPr bwMode="auto">
            <a:xfrm>
              <a:off x="5300" y="23"/>
              <a:ext cx="20" cy="10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291" name="Freeform 136">
              <a:extLst>
                <a:ext uri="{FF2B5EF4-FFF2-40B4-BE49-F238E27FC236}">
                  <a16:creationId xmlns:a16="http://schemas.microsoft.com/office/drawing/2014/main" id="{EDE17DD1-2E28-9AB6-C65A-12CE4DB9BD36}"/>
                </a:ext>
              </a:extLst>
            </p:cNvPr>
            <p:cNvSpPr>
              <a:spLocks noEditPoints="1"/>
            </p:cNvSpPr>
            <p:nvPr/>
          </p:nvSpPr>
          <p:spPr bwMode="auto">
            <a:xfrm>
              <a:off x="5300" y="225"/>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2" name="Freeform 137">
              <a:extLst>
                <a:ext uri="{FF2B5EF4-FFF2-40B4-BE49-F238E27FC236}">
                  <a16:creationId xmlns:a16="http://schemas.microsoft.com/office/drawing/2014/main" id="{B2A30116-1A9F-5735-8717-D1512AB4E353}"/>
                </a:ext>
              </a:extLst>
            </p:cNvPr>
            <p:cNvSpPr>
              <a:spLocks noEditPoints="1"/>
            </p:cNvSpPr>
            <p:nvPr/>
          </p:nvSpPr>
          <p:spPr bwMode="auto">
            <a:xfrm>
              <a:off x="5300" y="630"/>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3" name="Freeform 138">
              <a:extLst>
                <a:ext uri="{FF2B5EF4-FFF2-40B4-BE49-F238E27FC236}">
                  <a16:creationId xmlns:a16="http://schemas.microsoft.com/office/drawing/2014/main" id="{55C73C17-2BD0-01F5-9ADB-22925D2EE079}"/>
                </a:ext>
              </a:extLst>
            </p:cNvPr>
            <p:cNvSpPr>
              <a:spLocks noEditPoints="1"/>
            </p:cNvSpPr>
            <p:nvPr/>
          </p:nvSpPr>
          <p:spPr bwMode="auto">
            <a:xfrm>
              <a:off x="5300" y="1034"/>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4" name="Freeform 139">
              <a:extLst>
                <a:ext uri="{FF2B5EF4-FFF2-40B4-BE49-F238E27FC236}">
                  <a16:creationId xmlns:a16="http://schemas.microsoft.com/office/drawing/2014/main" id="{9BE6FE2F-7C0E-4E8B-B228-0D8857906CFC}"/>
                </a:ext>
              </a:extLst>
            </p:cNvPr>
            <p:cNvSpPr>
              <a:spLocks noEditPoints="1"/>
            </p:cNvSpPr>
            <p:nvPr/>
          </p:nvSpPr>
          <p:spPr bwMode="auto">
            <a:xfrm>
              <a:off x="5300" y="1438"/>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5" name="Freeform 140">
              <a:extLst>
                <a:ext uri="{FF2B5EF4-FFF2-40B4-BE49-F238E27FC236}">
                  <a16:creationId xmlns:a16="http://schemas.microsoft.com/office/drawing/2014/main" id="{80A59D4B-910F-BCE2-B56C-AD23E9C63304}"/>
                </a:ext>
              </a:extLst>
            </p:cNvPr>
            <p:cNvSpPr>
              <a:spLocks noEditPoints="1"/>
            </p:cNvSpPr>
            <p:nvPr/>
          </p:nvSpPr>
          <p:spPr bwMode="auto">
            <a:xfrm>
              <a:off x="5300" y="1843"/>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6" name="Freeform 141">
              <a:extLst>
                <a:ext uri="{FF2B5EF4-FFF2-40B4-BE49-F238E27FC236}">
                  <a16:creationId xmlns:a16="http://schemas.microsoft.com/office/drawing/2014/main" id="{D0FA7BAD-8452-F52F-C126-7A554C70485A}"/>
                </a:ext>
              </a:extLst>
            </p:cNvPr>
            <p:cNvSpPr>
              <a:spLocks noEditPoints="1"/>
            </p:cNvSpPr>
            <p:nvPr/>
          </p:nvSpPr>
          <p:spPr bwMode="auto">
            <a:xfrm>
              <a:off x="5300" y="2247"/>
              <a:ext cx="20" cy="304"/>
            </a:xfrm>
            <a:custGeom>
              <a:avLst/>
              <a:gdLst>
                <a:gd name="T0" fmla="*/ 0 w 4"/>
                <a:gd name="T1" fmla="*/ 0 h 60"/>
                <a:gd name="T2" fmla="*/ 0 w 4"/>
                <a:gd name="T3" fmla="*/ 512 h 60"/>
                <a:gd name="T4" fmla="*/ 100 w 4"/>
                <a:gd name="T5" fmla="*/ 512 h 60"/>
                <a:gd name="T6" fmla="*/ 100 w 4"/>
                <a:gd name="T7" fmla="*/ 0 h 60"/>
                <a:gd name="T8" fmla="*/ 0 w 4"/>
                <a:gd name="T9" fmla="*/ 0 h 60"/>
                <a:gd name="T10" fmla="*/ 0 w 4"/>
                <a:gd name="T11" fmla="*/ 1029 h 60"/>
                <a:gd name="T12" fmla="*/ 0 w 4"/>
                <a:gd name="T13" fmla="*/ 1540 h 60"/>
                <a:gd name="T14" fmla="*/ 100 w 4"/>
                <a:gd name="T15" fmla="*/ 1540 h 60"/>
                <a:gd name="T16" fmla="*/ 100 w 4"/>
                <a:gd name="T17" fmla="*/ 1029 h 60"/>
                <a:gd name="T18" fmla="*/ 0 w 4"/>
                <a:gd name="T19" fmla="*/ 1029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7" name="Freeform 142">
              <a:extLst>
                <a:ext uri="{FF2B5EF4-FFF2-40B4-BE49-F238E27FC236}">
                  <a16:creationId xmlns:a16="http://schemas.microsoft.com/office/drawing/2014/main" id="{F8313E95-E6B9-0DA3-42FD-3B6E7539B2CA}"/>
                </a:ext>
              </a:extLst>
            </p:cNvPr>
            <p:cNvSpPr>
              <a:spLocks noEditPoints="1"/>
            </p:cNvSpPr>
            <p:nvPr/>
          </p:nvSpPr>
          <p:spPr bwMode="auto">
            <a:xfrm>
              <a:off x="5300" y="2652"/>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8" name="Freeform 143">
              <a:extLst>
                <a:ext uri="{FF2B5EF4-FFF2-40B4-BE49-F238E27FC236}">
                  <a16:creationId xmlns:a16="http://schemas.microsoft.com/office/drawing/2014/main" id="{851D39CF-1B26-5C6E-2C45-D6B6F1929F08}"/>
                </a:ext>
              </a:extLst>
            </p:cNvPr>
            <p:cNvSpPr>
              <a:spLocks noEditPoints="1"/>
            </p:cNvSpPr>
            <p:nvPr/>
          </p:nvSpPr>
          <p:spPr bwMode="auto">
            <a:xfrm>
              <a:off x="5300" y="3056"/>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99" name="Freeform 144">
              <a:extLst>
                <a:ext uri="{FF2B5EF4-FFF2-40B4-BE49-F238E27FC236}">
                  <a16:creationId xmlns:a16="http://schemas.microsoft.com/office/drawing/2014/main" id="{5DF563B6-538E-4B5F-D7E0-7DC98008838F}"/>
                </a:ext>
              </a:extLst>
            </p:cNvPr>
            <p:cNvSpPr>
              <a:spLocks noEditPoints="1"/>
            </p:cNvSpPr>
            <p:nvPr/>
          </p:nvSpPr>
          <p:spPr bwMode="auto">
            <a:xfrm>
              <a:off x="5300" y="3461"/>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00" name="Freeform 145">
              <a:extLst>
                <a:ext uri="{FF2B5EF4-FFF2-40B4-BE49-F238E27FC236}">
                  <a16:creationId xmlns:a16="http://schemas.microsoft.com/office/drawing/2014/main" id="{E9D38F6B-EFBE-F354-3E80-19EF6854DF74}"/>
                </a:ext>
              </a:extLst>
            </p:cNvPr>
            <p:cNvSpPr>
              <a:spLocks noEditPoints="1"/>
            </p:cNvSpPr>
            <p:nvPr/>
          </p:nvSpPr>
          <p:spPr bwMode="auto">
            <a:xfrm>
              <a:off x="5300" y="3865"/>
              <a:ext cx="20" cy="303"/>
            </a:xfrm>
            <a:custGeom>
              <a:avLst/>
              <a:gdLst>
                <a:gd name="T0" fmla="*/ 0 w 4"/>
                <a:gd name="T1" fmla="*/ 0 h 60"/>
                <a:gd name="T2" fmla="*/ 0 w 4"/>
                <a:gd name="T3" fmla="*/ 510 h 60"/>
                <a:gd name="T4" fmla="*/ 100 w 4"/>
                <a:gd name="T5" fmla="*/ 510 h 60"/>
                <a:gd name="T6" fmla="*/ 100 w 4"/>
                <a:gd name="T7" fmla="*/ 0 h 60"/>
                <a:gd name="T8" fmla="*/ 0 w 4"/>
                <a:gd name="T9" fmla="*/ 0 h 60"/>
                <a:gd name="T10" fmla="*/ 0 w 4"/>
                <a:gd name="T11" fmla="*/ 1020 h 60"/>
                <a:gd name="T12" fmla="*/ 0 w 4"/>
                <a:gd name="T13" fmla="*/ 1530 h 60"/>
                <a:gd name="T14" fmla="*/ 100 w 4"/>
                <a:gd name="T15" fmla="*/ 1530 h 60"/>
                <a:gd name="T16" fmla="*/ 100 w 4"/>
                <a:gd name="T17" fmla="*/ 1020 h 60"/>
                <a:gd name="T18" fmla="*/ 0 w 4"/>
                <a:gd name="T19" fmla="*/ 1020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301" name="Rectangle 146">
              <a:extLst>
                <a:ext uri="{FF2B5EF4-FFF2-40B4-BE49-F238E27FC236}">
                  <a16:creationId xmlns:a16="http://schemas.microsoft.com/office/drawing/2014/main" id="{5A04D2DA-B329-B423-7A4F-31ADCD92C31B}"/>
                </a:ext>
              </a:extLst>
            </p:cNvPr>
            <p:cNvSpPr>
              <a:spLocks noChangeArrowheads="1"/>
            </p:cNvSpPr>
            <p:nvPr/>
          </p:nvSpPr>
          <p:spPr bwMode="auto">
            <a:xfrm>
              <a:off x="5300" y="4269"/>
              <a:ext cx="20" cy="51"/>
            </a:xfrm>
            <a:prstGeom prst="rect">
              <a:avLst/>
            </a:prstGeom>
            <a:solidFill>
              <a:schemeClr val="bg2">
                <a:alpha val="59999"/>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2302" name="Freeform 147">
              <a:extLst>
                <a:ext uri="{FF2B5EF4-FFF2-40B4-BE49-F238E27FC236}">
                  <a16:creationId xmlns:a16="http://schemas.microsoft.com/office/drawing/2014/main" id="{4272D1EA-2028-EF32-EC2A-768320F7D4B7}"/>
                </a:ext>
              </a:extLst>
            </p:cNvPr>
            <p:cNvSpPr>
              <a:spLocks/>
            </p:cNvSpPr>
            <p:nvPr/>
          </p:nvSpPr>
          <p:spPr bwMode="auto">
            <a:xfrm>
              <a:off x="349" y="3304"/>
              <a:ext cx="20" cy="10"/>
            </a:xfrm>
            <a:custGeom>
              <a:avLst/>
              <a:gdLst>
                <a:gd name="T0" fmla="*/ 0 w 4"/>
                <a:gd name="T1" fmla="*/ 25 h 2"/>
                <a:gd name="T2" fmla="*/ 0 w 4"/>
                <a:gd name="T3" fmla="*/ 25 h 2"/>
                <a:gd name="T4" fmla="*/ 0 60000 65536"/>
                <a:gd name="T5" fmla="*/ 0 60000 65536"/>
              </a:gdLst>
              <a:ahLst/>
              <a:cxnLst>
                <a:cxn ang="T4">
                  <a:pos x="T0" y="T1"/>
                </a:cxn>
                <a:cxn ang="T5">
                  <a:pos x="T2" y="T3"/>
                </a:cxn>
              </a:cxnLst>
              <a:rect l="0" t="0" r="r" b="b"/>
              <a:pathLst>
                <a:path w="4" h="2">
                  <a:moveTo>
                    <a:pt x="0" y="1"/>
                  </a:moveTo>
                  <a:cubicBezTo>
                    <a:pt x="1" y="2"/>
                    <a:pt x="4" y="0"/>
                    <a:pt x="0" y="1"/>
                  </a:cubicBezTo>
                  <a:close/>
                </a:path>
              </a:pathLst>
            </a:custGeom>
            <a:solidFill>
              <a:schemeClr val="bg2">
                <a:alpha val="59999"/>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1" name="Group 148">
            <a:extLst>
              <a:ext uri="{FF2B5EF4-FFF2-40B4-BE49-F238E27FC236}">
                <a16:creationId xmlns:a16="http://schemas.microsoft.com/office/drawing/2014/main" id="{6B8368EE-86AF-09F2-DE9D-0DBD05BAB598}"/>
              </a:ext>
            </a:extLst>
          </p:cNvPr>
          <p:cNvGrpSpPr>
            <a:grpSpLocks/>
          </p:cNvGrpSpPr>
          <p:nvPr/>
        </p:nvGrpSpPr>
        <p:grpSpPr bwMode="auto">
          <a:xfrm>
            <a:off x="1066800" y="3444875"/>
            <a:ext cx="533400" cy="492125"/>
            <a:chOff x="96" y="2784"/>
            <a:chExt cx="1062" cy="981"/>
          </a:xfrm>
        </p:grpSpPr>
        <p:sp>
          <p:nvSpPr>
            <p:cNvPr id="2145" name="Freeform 149">
              <a:extLst>
                <a:ext uri="{FF2B5EF4-FFF2-40B4-BE49-F238E27FC236}">
                  <a16:creationId xmlns:a16="http://schemas.microsoft.com/office/drawing/2014/main" id="{09A62DC1-A1DA-184C-1F64-771A2BD51728}"/>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6" name="Freeform 150">
              <a:extLst>
                <a:ext uri="{FF2B5EF4-FFF2-40B4-BE49-F238E27FC236}">
                  <a16:creationId xmlns:a16="http://schemas.microsoft.com/office/drawing/2014/main" id="{93F205E4-2F7D-5581-48CD-33FA12E3B086}"/>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7" name="Freeform 151">
              <a:extLst>
                <a:ext uri="{FF2B5EF4-FFF2-40B4-BE49-F238E27FC236}">
                  <a16:creationId xmlns:a16="http://schemas.microsoft.com/office/drawing/2014/main" id="{D2EE35BC-CCF9-2B64-4192-C77948D4B06E}"/>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8" name="Freeform 152">
              <a:extLst>
                <a:ext uri="{FF2B5EF4-FFF2-40B4-BE49-F238E27FC236}">
                  <a16:creationId xmlns:a16="http://schemas.microsoft.com/office/drawing/2014/main" id="{082BE789-E04C-B026-FC01-BB02423827BF}"/>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9" name="Freeform 153">
              <a:extLst>
                <a:ext uri="{FF2B5EF4-FFF2-40B4-BE49-F238E27FC236}">
                  <a16:creationId xmlns:a16="http://schemas.microsoft.com/office/drawing/2014/main" id="{765520F6-8603-C5EE-FF38-4E46A0256FDB}"/>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0" name="Freeform 154">
              <a:extLst>
                <a:ext uri="{FF2B5EF4-FFF2-40B4-BE49-F238E27FC236}">
                  <a16:creationId xmlns:a16="http://schemas.microsoft.com/office/drawing/2014/main" id="{70122416-3CA9-5F96-1579-59B9F47CE074}"/>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1" name="Freeform 155">
              <a:extLst>
                <a:ext uri="{FF2B5EF4-FFF2-40B4-BE49-F238E27FC236}">
                  <a16:creationId xmlns:a16="http://schemas.microsoft.com/office/drawing/2014/main" id="{EB43512D-1D05-A380-A89A-50BE7243EF83}"/>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2" name="Freeform 156">
              <a:extLst>
                <a:ext uri="{FF2B5EF4-FFF2-40B4-BE49-F238E27FC236}">
                  <a16:creationId xmlns:a16="http://schemas.microsoft.com/office/drawing/2014/main" id="{BF9EF5EA-8B45-3E24-3275-31274C858C3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3" name="Freeform 157">
              <a:extLst>
                <a:ext uri="{FF2B5EF4-FFF2-40B4-BE49-F238E27FC236}">
                  <a16:creationId xmlns:a16="http://schemas.microsoft.com/office/drawing/2014/main" id="{1C0C42A0-129A-C4E9-9787-4C49B52D6FD3}"/>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4" name="Freeform 158">
              <a:extLst>
                <a:ext uri="{FF2B5EF4-FFF2-40B4-BE49-F238E27FC236}">
                  <a16:creationId xmlns:a16="http://schemas.microsoft.com/office/drawing/2014/main" id="{737AFDC0-9332-13B5-E26B-2013699E4B21}"/>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5" name="Freeform 159">
              <a:extLst>
                <a:ext uri="{FF2B5EF4-FFF2-40B4-BE49-F238E27FC236}">
                  <a16:creationId xmlns:a16="http://schemas.microsoft.com/office/drawing/2014/main" id="{C6C211FE-7507-86DC-E924-3FED7F43AD09}"/>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6" name="Freeform 160">
              <a:extLst>
                <a:ext uri="{FF2B5EF4-FFF2-40B4-BE49-F238E27FC236}">
                  <a16:creationId xmlns:a16="http://schemas.microsoft.com/office/drawing/2014/main" id="{330D2772-6517-996E-91A3-665D04B5BFB9}"/>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57" name="Freeform 161">
              <a:extLst>
                <a:ext uri="{FF2B5EF4-FFF2-40B4-BE49-F238E27FC236}">
                  <a16:creationId xmlns:a16="http://schemas.microsoft.com/office/drawing/2014/main" id="{D3322F3A-3BBA-96A1-0ED6-FB1FB54599EC}"/>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2" name="Group 162">
            <a:extLst>
              <a:ext uri="{FF2B5EF4-FFF2-40B4-BE49-F238E27FC236}">
                <a16:creationId xmlns:a16="http://schemas.microsoft.com/office/drawing/2014/main" id="{40A159F2-9FC2-8FF4-6851-C8452A16EBDD}"/>
              </a:ext>
            </a:extLst>
          </p:cNvPr>
          <p:cNvGrpSpPr>
            <a:grpSpLocks/>
          </p:cNvGrpSpPr>
          <p:nvPr/>
        </p:nvGrpSpPr>
        <p:grpSpPr bwMode="auto">
          <a:xfrm>
            <a:off x="1066800" y="4552950"/>
            <a:ext cx="533400" cy="492125"/>
            <a:chOff x="96" y="2784"/>
            <a:chExt cx="1062" cy="981"/>
          </a:xfrm>
        </p:grpSpPr>
        <p:sp>
          <p:nvSpPr>
            <p:cNvPr id="2132" name="Freeform 163">
              <a:extLst>
                <a:ext uri="{FF2B5EF4-FFF2-40B4-BE49-F238E27FC236}">
                  <a16:creationId xmlns:a16="http://schemas.microsoft.com/office/drawing/2014/main" id="{0A059071-DB14-C3F7-CBEE-030D1CFF22CD}"/>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3" name="Freeform 164">
              <a:extLst>
                <a:ext uri="{FF2B5EF4-FFF2-40B4-BE49-F238E27FC236}">
                  <a16:creationId xmlns:a16="http://schemas.microsoft.com/office/drawing/2014/main" id="{F0B238DA-B90F-2743-0430-16367D66E223}"/>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4" name="Freeform 165">
              <a:extLst>
                <a:ext uri="{FF2B5EF4-FFF2-40B4-BE49-F238E27FC236}">
                  <a16:creationId xmlns:a16="http://schemas.microsoft.com/office/drawing/2014/main" id="{6617A6DC-B8CC-1B98-6C03-087FF0EDEACA}"/>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5" name="Freeform 166">
              <a:extLst>
                <a:ext uri="{FF2B5EF4-FFF2-40B4-BE49-F238E27FC236}">
                  <a16:creationId xmlns:a16="http://schemas.microsoft.com/office/drawing/2014/main" id="{62F34706-F6FE-C224-CB83-B25359720B75}"/>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6" name="Freeform 167">
              <a:extLst>
                <a:ext uri="{FF2B5EF4-FFF2-40B4-BE49-F238E27FC236}">
                  <a16:creationId xmlns:a16="http://schemas.microsoft.com/office/drawing/2014/main" id="{A40A62E2-5250-6410-C132-E7E3214398CE}"/>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7" name="Freeform 168">
              <a:extLst>
                <a:ext uri="{FF2B5EF4-FFF2-40B4-BE49-F238E27FC236}">
                  <a16:creationId xmlns:a16="http://schemas.microsoft.com/office/drawing/2014/main" id="{2B65ACC7-DC60-8832-F2DC-E6BA5A5486DC}"/>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8" name="Freeform 169">
              <a:extLst>
                <a:ext uri="{FF2B5EF4-FFF2-40B4-BE49-F238E27FC236}">
                  <a16:creationId xmlns:a16="http://schemas.microsoft.com/office/drawing/2014/main" id="{CD6F416D-E702-6CAD-6FFB-8CCA20BCB3EB}"/>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9" name="Freeform 170">
              <a:extLst>
                <a:ext uri="{FF2B5EF4-FFF2-40B4-BE49-F238E27FC236}">
                  <a16:creationId xmlns:a16="http://schemas.microsoft.com/office/drawing/2014/main" id="{A795E3B0-F376-BBE5-A1BD-BD4966180766}"/>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0" name="Freeform 171">
              <a:extLst>
                <a:ext uri="{FF2B5EF4-FFF2-40B4-BE49-F238E27FC236}">
                  <a16:creationId xmlns:a16="http://schemas.microsoft.com/office/drawing/2014/main" id="{F03E94F9-3278-61A5-CA2D-8DF4AD2336F5}"/>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1" name="Freeform 172">
              <a:extLst>
                <a:ext uri="{FF2B5EF4-FFF2-40B4-BE49-F238E27FC236}">
                  <a16:creationId xmlns:a16="http://schemas.microsoft.com/office/drawing/2014/main" id="{37E713FF-A64F-65D6-D0D5-E791C737721C}"/>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2" name="Freeform 173">
              <a:extLst>
                <a:ext uri="{FF2B5EF4-FFF2-40B4-BE49-F238E27FC236}">
                  <a16:creationId xmlns:a16="http://schemas.microsoft.com/office/drawing/2014/main" id="{7456CDAF-FD5F-4A8D-4CFA-4DE9C5940BC5}"/>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3" name="Freeform 174">
              <a:extLst>
                <a:ext uri="{FF2B5EF4-FFF2-40B4-BE49-F238E27FC236}">
                  <a16:creationId xmlns:a16="http://schemas.microsoft.com/office/drawing/2014/main" id="{C3EF50C2-E580-DBF7-9D1E-5F84B794F167}"/>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44" name="Freeform 175">
              <a:extLst>
                <a:ext uri="{FF2B5EF4-FFF2-40B4-BE49-F238E27FC236}">
                  <a16:creationId xmlns:a16="http://schemas.microsoft.com/office/drawing/2014/main" id="{CA545864-1747-BE67-A5E6-D76D96896059}"/>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3" name="Group 176">
            <a:extLst>
              <a:ext uri="{FF2B5EF4-FFF2-40B4-BE49-F238E27FC236}">
                <a16:creationId xmlns:a16="http://schemas.microsoft.com/office/drawing/2014/main" id="{AD30EC4C-8628-8234-141F-1DF555DB445C}"/>
              </a:ext>
            </a:extLst>
          </p:cNvPr>
          <p:cNvGrpSpPr>
            <a:grpSpLocks/>
          </p:cNvGrpSpPr>
          <p:nvPr/>
        </p:nvGrpSpPr>
        <p:grpSpPr bwMode="auto">
          <a:xfrm>
            <a:off x="1066800" y="5562600"/>
            <a:ext cx="533400" cy="492125"/>
            <a:chOff x="96" y="2784"/>
            <a:chExt cx="1062" cy="981"/>
          </a:xfrm>
        </p:grpSpPr>
        <p:sp>
          <p:nvSpPr>
            <p:cNvPr id="2119" name="Freeform 177">
              <a:extLst>
                <a:ext uri="{FF2B5EF4-FFF2-40B4-BE49-F238E27FC236}">
                  <a16:creationId xmlns:a16="http://schemas.microsoft.com/office/drawing/2014/main" id="{B2331A2F-52B1-9138-739B-405B9D4AAE1F}"/>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0" name="Freeform 178">
              <a:extLst>
                <a:ext uri="{FF2B5EF4-FFF2-40B4-BE49-F238E27FC236}">
                  <a16:creationId xmlns:a16="http://schemas.microsoft.com/office/drawing/2014/main" id="{DF913914-F00E-16F0-5D03-CF5782C87392}"/>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1" name="Freeform 179">
              <a:extLst>
                <a:ext uri="{FF2B5EF4-FFF2-40B4-BE49-F238E27FC236}">
                  <a16:creationId xmlns:a16="http://schemas.microsoft.com/office/drawing/2014/main" id="{D07C827B-4124-824D-9446-FDF1D702533E}"/>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2" name="Freeform 180">
              <a:extLst>
                <a:ext uri="{FF2B5EF4-FFF2-40B4-BE49-F238E27FC236}">
                  <a16:creationId xmlns:a16="http://schemas.microsoft.com/office/drawing/2014/main" id="{FCB0F74F-65AB-A977-0E8D-5CC883E8B823}"/>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3" name="Freeform 181">
              <a:extLst>
                <a:ext uri="{FF2B5EF4-FFF2-40B4-BE49-F238E27FC236}">
                  <a16:creationId xmlns:a16="http://schemas.microsoft.com/office/drawing/2014/main" id="{34F48EFC-0DB6-ACC3-6CD8-B072D3A38850}"/>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4" name="Freeform 182">
              <a:extLst>
                <a:ext uri="{FF2B5EF4-FFF2-40B4-BE49-F238E27FC236}">
                  <a16:creationId xmlns:a16="http://schemas.microsoft.com/office/drawing/2014/main" id="{C6C5FFA0-7045-2C61-C557-18A1B0B16570}"/>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5" name="Freeform 183">
              <a:extLst>
                <a:ext uri="{FF2B5EF4-FFF2-40B4-BE49-F238E27FC236}">
                  <a16:creationId xmlns:a16="http://schemas.microsoft.com/office/drawing/2014/main" id="{4C2DB9E8-C25A-ABC4-37D8-5218A721E33C}"/>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6" name="Freeform 184">
              <a:extLst>
                <a:ext uri="{FF2B5EF4-FFF2-40B4-BE49-F238E27FC236}">
                  <a16:creationId xmlns:a16="http://schemas.microsoft.com/office/drawing/2014/main" id="{6BDA18F7-B2BB-9D4A-86B3-FD9BF57B82BC}"/>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7" name="Freeform 185">
              <a:extLst>
                <a:ext uri="{FF2B5EF4-FFF2-40B4-BE49-F238E27FC236}">
                  <a16:creationId xmlns:a16="http://schemas.microsoft.com/office/drawing/2014/main" id="{4C00A9AA-AD17-2840-2683-F589DF28D7D1}"/>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8" name="Freeform 186">
              <a:extLst>
                <a:ext uri="{FF2B5EF4-FFF2-40B4-BE49-F238E27FC236}">
                  <a16:creationId xmlns:a16="http://schemas.microsoft.com/office/drawing/2014/main" id="{02707278-DEC4-46EF-2848-F792F1C6D069}"/>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29" name="Freeform 187">
              <a:extLst>
                <a:ext uri="{FF2B5EF4-FFF2-40B4-BE49-F238E27FC236}">
                  <a16:creationId xmlns:a16="http://schemas.microsoft.com/office/drawing/2014/main" id="{AFA06343-4A57-A8E3-7F69-67BE7937F97C}"/>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0" name="Freeform 188">
              <a:extLst>
                <a:ext uri="{FF2B5EF4-FFF2-40B4-BE49-F238E27FC236}">
                  <a16:creationId xmlns:a16="http://schemas.microsoft.com/office/drawing/2014/main" id="{B61E8229-DCDC-71E8-88EE-1DB5618E3BB8}"/>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31" name="Freeform 189">
              <a:extLst>
                <a:ext uri="{FF2B5EF4-FFF2-40B4-BE49-F238E27FC236}">
                  <a16:creationId xmlns:a16="http://schemas.microsoft.com/office/drawing/2014/main" id="{56B83BDF-78E1-3AB3-989E-978CE8F26AE4}"/>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4" name="Group 190">
            <a:extLst>
              <a:ext uri="{FF2B5EF4-FFF2-40B4-BE49-F238E27FC236}">
                <a16:creationId xmlns:a16="http://schemas.microsoft.com/office/drawing/2014/main" id="{02E1573F-A4DC-09C0-20CA-EBD6D498383B}"/>
              </a:ext>
            </a:extLst>
          </p:cNvPr>
          <p:cNvGrpSpPr>
            <a:grpSpLocks/>
          </p:cNvGrpSpPr>
          <p:nvPr/>
        </p:nvGrpSpPr>
        <p:grpSpPr bwMode="auto">
          <a:xfrm>
            <a:off x="381000" y="3962400"/>
            <a:ext cx="533400" cy="492125"/>
            <a:chOff x="96" y="2784"/>
            <a:chExt cx="1062" cy="981"/>
          </a:xfrm>
        </p:grpSpPr>
        <p:sp>
          <p:nvSpPr>
            <p:cNvPr id="2106" name="Freeform 191">
              <a:extLst>
                <a:ext uri="{FF2B5EF4-FFF2-40B4-BE49-F238E27FC236}">
                  <a16:creationId xmlns:a16="http://schemas.microsoft.com/office/drawing/2014/main" id="{BD9EF746-A74B-53F6-1A25-BB3E59973E6A}"/>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7" name="Freeform 192">
              <a:extLst>
                <a:ext uri="{FF2B5EF4-FFF2-40B4-BE49-F238E27FC236}">
                  <a16:creationId xmlns:a16="http://schemas.microsoft.com/office/drawing/2014/main" id="{78590B4F-3EE3-D39F-50BC-56CF653E745A}"/>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8" name="Freeform 193">
              <a:extLst>
                <a:ext uri="{FF2B5EF4-FFF2-40B4-BE49-F238E27FC236}">
                  <a16:creationId xmlns:a16="http://schemas.microsoft.com/office/drawing/2014/main" id="{BE9134E4-76F6-DC77-B8BC-A13D96521E80}"/>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9" name="Freeform 194">
              <a:extLst>
                <a:ext uri="{FF2B5EF4-FFF2-40B4-BE49-F238E27FC236}">
                  <a16:creationId xmlns:a16="http://schemas.microsoft.com/office/drawing/2014/main" id="{7EACA693-0C06-C122-3EBB-AC3D453113DD}"/>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0" name="Freeform 195">
              <a:extLst>
                <a:ext uri="{FF2B5EF4-FFF2-40B4-BE49-F238E27FC236}">
                  <a16:creationId xmlns:a16="http://schemas.microsoft.com/office/drawing/2014/main" id="{43DC8B12-17BC-E2F1-2DFE-D967010FB52A}"/>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1" name="Freeform 196">
              <a:extLst>
                <a:ext uri="{FF2B5EF4-FFF2-40B4-BE49-F238E27FC236}">
                  <a16:creationId xmlns:a16="http://schemas.microsoft.com/office/drawing/2014/main" id="{BD0100AF-7E3C-379C-A28B-E4C46C0B304B}"/>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2" name="Freeform 197">
              <a:extLst>
                <a:ext uri="{FF2B5EF4-FFF2-40B4-BE49-F238E27FC236}">
                  <a16:creationId xmlns:a16="http://schemas.microsoft.com/office/drawing/2014/main" id="{8F1D5546-3F74-210C-3629-E8E571EDE7E0}"/>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3" name="Freeform 198">
              <a:extLst>
                <a:ext uri="{FF2B5EF4-FFF2-40B4-BE49-F238E27FC236}">
                  <a16:creationId xmlns:a16="http://schemas.microsoft.com/office/drawing/2014/main" id="{822C9CA5-5404-1048-8410-B4C955E37565}"/>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4" name="Freeform 199">
              <a:extLst>
                <a:ext uri="{FF2B5EF4-FFF2-40B4-BE49-F238E27FC236}">
                  <a16:creationId xmlns:a16="http://schemas.microsoft.com/office/drawing/2014/main" id="{6B37FA39-0B77-9BC6-4852-B1935BD5C977}"/>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5" name="Freeform 200">
              <a:extLst>
                <a:ext uri="{FF2B5EF4-FFF2-40B4-BE49-F238E27FC236}">
                  <a16:creationId xmlns:a16="http://schemas.microsoft.com/office/drawing/2014/main" id="{3F8B6E4D-5890-91A0-5B5F-1C77E7D3741B}"/>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6" name="Freeform 201">
              <a:extLst>
                <a:ext uri="{FF2B5EF4-FFF2-40B4-BE49-F238E27FC236}">
                  <a16:creationId xmlns:a16="http://schemas.microsoft.com/office/drawing/2014/main" id="{42697A8A-BE83-55F2-F2C0-FCBCB006E9CA}"/>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7" name="Freeform 202">
              <a:extLst>
                <a:ext uri="{FF2B5EF4-FFF2-40B4-BE49-F238E27FC236}">
                  <a16:creationId xmlns:a16="http://schemas.microsoft.com/office/drawing/2014/main" id="{2AFFEA83-C222-255B-F249-45A93A9A3CF4}"/>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18" name="Freeform 203">
              <a:extLst>
                <a:ext uri="{FF2B5EF4-FFF2-40B4-BE49-F238E27FC236}">
                  <a16:creationId xmlns:a16="http://schemas.microsoft.com/office/drawing/2014/main" id="{436E5CB5-3EA9-951B-57BB-4F85D4D5C9FF}"/>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5" name="Group 204">
            <a:extLst>
              <a:ext uri="{FF2B5EF4-FFF2-40B4-BE49-F238E27FC236}">
                <a16:creationId xmlns:a16="http://schemas.microsoft.com/office/drawing/2014/main" id="{136428A2-2128-11C1-9CF7-2850EA8D16B7}"/>
              </a:ext>
            </a:extLst>
          </p:cNvPr>
          <p:cNvGrpSpPr>
            <a:grpSpLocks/>
          </p:cNvGrpSpPr>
          <p:nvPr/>
        </p:nvGrpSpPr>
        <p:grpSpPr bwMode="auto">
          <a:xfrm>
            <a:off x="381000" y="5070475"/>
            <a:ext cx="533400" cy="492125"/>
            <a:chOff x="96" y="2784"/>
            <a:chExt cx="1062" cy="981"/>
          </a:xfrm>
        </p:grpSpPr>
        <p:sp>
          <p:nvSpPr>
            <p:cNvPr id="2093" name="Freeform 205">
              <a:extLst>
                <a:ext uri="{FF2B5EF4-FFF2-40B4-BE49-F238E27FC236}">
                  <a16:creationId xmlns:a16="http://schemas.microsoft.com/office/drawing/2014/main" id="{D202A0BB-CA83-1552-5FAB-D810C1A82283}"/>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4" name="Freeform 206">
              <a:extLst>
                <a:ext uri="{FF2B5EF4-FFF2-40B4-BE49-F238E27FC236}">
                  <a16:creationId xmlns:a16="http://schemas.microsoft.com/office/drawing/2014/main" id="{AABF9B4A-3E0D-AB53-643E-14D39DF07C47}"/>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5" name="Freeform 207">
              <a:extLst>
                <a:ext uri="{FF2B5EF4-FFF2-40B4-BE49-F238E27FC236}">
                  <a16:creationId xmlns:a16="http://schemas.microsoft.com/office/drawing/2014/main" id="{89701D52-464A-10DF-051A-00067378EB35}"/>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6" name="Freeform 208">
              <a:extLst>
                <a:ext uri="{FF2B5EF4-FFF2-40B4-BE49-F238E27FC236}">
                  <a16:creationId xmlns:a16="http://schemas.microsoft.com/office/drawing/2014/main" id="{EC324622-C192-CE8B-EA3D-7C8BB5572DCF}"/>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7" name="Freeform 209">
              <a:extLst>
                <a:ext uri="{FF2B5EF4-FFF2-40B4-BE49-F238E27FC236}">
                  <a16:creationId xmlns:a16="http://schemas.microsoft.com/office/drawing/2014/main" id="{710F73DB-D029-F048-D15A-901604C18FBE}"/>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8" name="Freeform 210">
              <a:extLst>
                <a:ext uri="{FF2B5EF4-FFF2-40B4-BE49-F238E27FC236}">
                  <a16:creationId xmlns:a16="http://schemas.microsoft.com/office/drawing/2014/main" id="{EBD91466-9448-5A3D-FC83-1CB1AC64F3D0}"/>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9" name="Freeform 211">
              <a:extLst>
                <a:ext uri="{FF2B5EF4-FFF2-40B4-BE49-F238E27FC236}">
                  <a16:creationId xmlns:a16="http://schemas.microsoft.com/office/drawing/2014/main" id="{9FEAD7BD-EE55-C839-0CDC-1CBF690E1D31}"/>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0" name="Freeform 212">
              <a:extLst>
                <a:ext uri="{FF2B5EF4-FFF2-40B4-BE49-F238E27FC236}">
                  <a16:creationId xmlns:a16="http://schemas.microsoft.com/office/drawing/2014/main" id="{843BD889-7E61-1AD9-64BC-AC448E323650}"/>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1" name="Freeform 213">
              <a:extLst>
                <a:ext uri="{FF2B5EF4-FFF2-40B4-BE49-F238E27FC236}">
                  <a16:creationId xmlns:a16="http://schemas.microsoft.com/office/drawing/2014/main" id="{5DB42582-AD5F-4452-CB71-5F879BD44964}"/>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2" name="Freeform 214">
              <a:extLst>
                <a:ext uri="{FF2B5EF4-FFF2-40B4-BE49-F238E27FC236}">
                  <a16:creationId xmlns:a16="http://schemas.microsoft.com/office/drawing/2014/main" id="{80C9FE2B-6A13-DBC5-84B4-2AB95C042814}"/>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3" name="Freeform 215">
              <a:extLst>
                <a:ext uri="{FF2B5EF4-FFF2-40B4-BE49-F238E27FC236}">
                  <a16:creationId xmlns:a16="http://schemas.microsoft.com/office/drawing/2014/main" id="{53559FB0-80D7-1182-FC7C-888D29264507}"/>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4" name="Freeform 216">
              <a:extLst>
                <a:ext uri="{FF2B5EF4-FFF2-40B4-BE49-F238E27FC236}">
                  <a16:creationId xmlns:a16="http://schemas.microsoft.com/office/drawing/2014/main" id="{22AAF907-1713-BCD1-DE38-7A97F187D885}"/>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105" name="Freeform 217">
              <a:extLst>
                <a:ext uri="{FF2B5EF4-FFF2-40B4-BE49-F238E27FC236}">
                  <a16:creationId xmlns:a16="http://schemas.microsoft.com/office/drawing/2014/main" id="{06DAFC29-B2F3-1404-5EF9-47021CE5003D}"/>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6" name="Group 218">
            <a:extLst>
              <a:ext uri="{FF2B5EF4-FFF2-40B4-BE49-F238E27FC236}">
                <a16:creationId xmlns:a16="http://schemas.microsoft.com/office/drawing/2014/main" id="{C8A8FA4D-5B83-3253-2CFC-7271792B7B9D}"/>
              </a:ext>
            </a:extLst>
          </p:cNvPr>
          <p:cNvGrpSpPr>
            <a:grpSpLocks/>
          </p:cNvGrpSpPr>
          <p:nvPr/>
        </p:nvGrpSpPr>
        <p:grpSpPr bwMode="auto">
          <a:xfrm>
            <a:off x="381000" y="6121400"/>
            <a:ext cx="533400" cy="492125"/>
            <a:chOff x="96" y="2784"/>
            <a:chExt cx="1062" cy="981"/>
          </a:xfrm>
        </p:grpSpPr>
        <p:sp>
          <p:nvSpPr>
            <p:cNvPr id="2080" name="Freeform 219">
              <a:extLst>
                <a:ext uri="{FF2B5EF4-FFF2-40B4-BE49-F238E27FC236}">
                  <a16:creationId xmlns:a16="http://schemas.microsoft.com/office/drawing/2014/main" id="{7F33527B-6563-C4D8-223F-8BB987BE8AF7}"/>
                </a:ext>
              </a:extLst>
            </p:cNvPr>
            <p:cNvSpPr>
              <a:spLocks/>
            </p:cNvSpPr>
            <p:nvPr userDrawn="1"/>
          </p:nvSpPr>
          <p:spPr bwMode="auto">
            <a:xfrm>
              <a:off x="121" y="2784"/>
              <a:ext cx="207" cy="81"/>
            </a:xfrm>
            <a:custGeom>
              <a:avLst/>
              <a:gdLst>
                <a:gd name="T0" fmla="*/ 762 w 41"/>
                <a:gd name="T1" fmla="*/ 309 h 16"/>
                <a:gd name="T2" fmla="*/ 944 w 41"/>
                <a:gd name="T3" fmla="*/ 258 h 16"/>
                <a:gd name="T4" fmla="*/ 969 w 41"/>
                <a:gd name="T5" fmla="*/ 233 h 16"/>
                <a:gd name="T6" fmla="*/ 793 w 41"/>
                <a:gd name="T7" fmla="*/ 25 h 16"/>
                <a:gd name="T8" fmla="*/ 202 w 41"/>
                <a:gd name="T9" fmla="*/ 284 h 16"/>
                <a:gd name="T10" fmla="*/ 762 w 41"/>
                <a:gd name="T11" fmla="*/ 309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1" name="Freeform 220">
              <a:extLst>
                <a:ext uri="{FF2B5EF4-FFF2-40B4-BE49-F238E27FC236}">
                  <a16:creationId xmlns:a16="http://schemas.microsoft.com/office/drawing/2014/main" id="{1C1BE839-6D1A-3962-74CB-267DE836D1CA}"/>
                </a:ext>
              </a:extLst>
            </p:cNvPr>
            <p:cNvSpPr>
              <a:spLocks noEditPoints="1"/>
            </p:cNvSpPr>
            <p:nvPr userDrawn="1"/>
          </p:nvSpPr>
          <p:spPr bwMode="auto">
            <a:xfrm>
              <a:off x="96" y="2789"/>
              <a:ext cx="1062" cy="976"/>
            </a:xfrm>
            <a:custGeom>
              <a:avLst/>
              <a:gdLst>
                <a:gd name="T0" fmla="*/ 4167 w 210"/>
                <a:gd name="T1" fmla="*/ 3965 h 193"/>
                <a:gd name="T2" fmla="*/ 3889 w 210"/>
                <a:gd name="T3" fmla="*/ 3196 h 193"/>
                <a:gd name="T4" fmla="*/ 3631 w 210"/>
                <a:gd name="T5" fmla="*/ 2534 h 193"/>
                <a:gd name="T6" fmla="*/ 4218 w 210"/>
                <a:gd name="T7" fmla="*/ 2377 h 193"/>
                <a:gd name="T8" fmla="*/ 3732 w 210"/>
                <a:gd name="T9" fmla="*/ 2099 h 193"/>
                <a:gd name="T10" fmla="*/ 4015 w 210"/>
                <a:gd name="T11" fmla="*/ 2124 h 193"/>
                <a:gd name="T12" fmla="*/ 4015 w 210"/>
                <a:gd name="T13" fmla="*/ 1967 h 193"/>
                <a:gd name="T14" fmla="*/ 3454 w 210"/>
                <a:gd name="T15" fmla="*/ 1992 h 193"/>
                <a:gd name="T16" fmla="*/ 3272 w 210"/>
                <a:gd name="T17" fmla="*/ 3196 h 193"/>
                <a:gd name="T18" fmla="*/ 3171 w 210"/>
                <a:gd name="T19" fmla="*/ 2149 h 193"/>
                <a:gd name="T20" fmla="*/ 3019 w 210"/>
                <a:gd name="T21" fmla="*/ 1714 h 193"/>
                <a:gd name="T22" fmla="*/ 3171 w 210"/>
                <a:gd name="T23" fmla="*/ 1305 h 193"/>
                <a:gd name="T24" fmla="*/ 3095 w 210"/>
                <a:gd name="T25" fmla="*/ 946 h 193"/>
                <a:gd name="T26" fmla="*/ 3044 w 210"/>
                <a:gd name="T27" fmla="*/ 612 h 193"/>
                <a:gd name="T28" fmla="*/ 3378 w 210"/>
                <a:gd name="T29" fmla="*/ 996 h 193"/>
                <a:gd name="T30" fmla="*/ 3813 w 210"/>
                <a:gd name="T31" fmla="*/ 460 h 193"/>
                <a:gd name="T32" fmla="*/ 3757 w 210"/>
                <a:gd name="T33" fmla="*/ 920 h 193"/>
                <a:gd name="T34" fmla="*/ 3656 w 210"/>
                <a:gd name="T35" fmla="*/ 1229 h 193"/>
                <a:gd name="T36" fmla="*/ 3682 w 210"/>
                <a:gd name="T37" fmla="*/ 1714 h 193"/>
                <a:gd name="T38" fmla="*/ 5087 w 210"/>
                <a:gd name="T39" fmla="*/ 743 h 193"/>
                <a:gd name="T40" fmla="*/ 2301 w 210"/>
                <a:gd name="T41" fmla="*/ 25 h 193"/>
                <a:gd name="T42" fmla="*/ 1431 w 210"/>
                <a:gd name="T43" fmla="*/ 202 h 193"/>
                <a:gd name="T44" fmla="*/ 2175 w 210"/>
                <a:gd name="T45" fmla="*/ 308 h 193"/>
                <a:gd name="T46" fmla="*/ 1532 w 210"/>
                <a:gd name="T47" fmla="*/ 561 h 193"/>
                <a:gd name="T48" fmla="*/ 1482 w 210"/>
                <a:gd name="T49" fmla="*/ 743 h 193"/>
                <a:gd name="T50" fmla="*/ 971 w 210"/>
                <a:gd name="T51" fmla="*/ 435 h 193"/>
                <a:gd name="T52" fmla="*/ 334 w 210"/>
                <a:gd name="T53" fmla="*/ 2943 h 193"/>
                <a:gd name="T54" fmla="*/ 1558 w 210"/>
                <a:gd name="T55" fmla="*/ 3732 h 193"/>
                <a:gd name="T56" fmla="*/ 1153 w 210"/>
                <a:gd name="T57" fmla="*/ 3403 h 193"/>
                <a:gd name="T58" fmla="*/ 895 w 210"/>
                <a:gd name="T59" fmla="*/ 3707 h 193"/>
                <a:gd name="T60" fmla="*/ 819 w 210"/>
                <a:gd name="T61" fmla="*/ 3272 h 193"/>
                <a:gd name="T62" fmla="*/ 1178 w 210"/>
                <a:gd name="T63" fmla="*/ 2200 h 193"/>
                <a:gd name="T64" fmla="*/ 1714 w 210"/>
                <a:gd name="T65" fmla="*/ 2124 h 193"/>
                <a:gd name="T66" fmla="*/ 1816 w 210"/>
                <a:gd name="T67" fmla="*/ 2427 h 193"/>
                <a:gd name="T68" fmla="*/ 1558 w 210"/>
                <a:gd name="T69" fmla="*/ 3095 h 193"/>
                <a:gd name="T70" fmla="*/ 2326 w 210"/>
                <a:gd name="T71" fmla="*/ 4602 h 193"/>
                <a:gd name="T72" fmla="*/ 4759 w 210"/>
                <a:gd name="T73" fmla="*/ 4243 h 193"/>
                <a:gd name="T74" fmla="*/ 4653 w 210"/>
                <a:gd name="T75" fmla="*/ 1689 h 193"/>
                <a:gd name="T76" fmla="*/ 4218 w 210"/>
                <a:gd name="T77" fmla="*/ 1532 h 193"/>
                <a:gd name="T78" fmla="*/ 2888 w 210"/>
                <a:gd name="T79" fmla="*/ 1558 h 193"/>
                <a:gd name="T80" fmla="*/ 2761 w 210"/>
                <a:gd name="T81" fmla="*/ 2225 h 193"/>
                <a:gd name="T82" fmla="*/ 2918 w 210"/>
                <a:gd name="T83" fmla="*/ 1279 h 193"/>
                <a:gd name="T84" fmla="*/ 2276 w 210"/>
                <a:gd name="T85" fmla="*/ 662 h 193"/>
                <a:gd name="T86" fmla="*/ 2685 w 210"/>
                <a:gd name="T87" fmla="*/ 895 h 193"/>
                <a:gd name="T88" fmla="*/ 1558 w 210"/>
                <a:gd name="T89" fmla="*/ 1841 h 193"/>
                <a:gd name="T90" fmla="*/ 612 w 210"/>
                <a:gd name="T91" fmla="*/ 946 h 193"/>
                <a:gd name="T92" fmla="*/ 1740 w 210"/>
                <a:gd name="T93" fmla="*/ 1022 h 193"/>
                <a:gd name="T94" fmla="*/ 2023 w 210"/>
                <a:gd name="T95" fmla="*/ 1022 h 193"/>
                <a:gd name="T96" fmla="*/ 2761 w 210"/>
                <a:gd name="T97" fmla="*/ 1153 h 193"/>
                <a:gd name="T98" fmla="*/ 2534 w 210"/>
                <a:gd name="T99" fmla="*/ 2377 h 193"/>
                <a:gd name="T100" fmla="*/ 2377 w 210"/>
                <a:gd name="T101" fmla="*/ 1305 h 193"/>
                <a:gd name="T102" fmla="*/ 1558 w 210"/>
                <a:gd name="T103" fmla="*/ 1841 h 193"/>
                <a:gd name="T104" fmla="*/ 2048 w 210"/>
                <a:gd name="T105" fmla="*/ 2099 h 193"/>
                <a:gd name="T106" fmla="*/ 2250 w 210"/>
                <a:gd name="T107" fmla="*/ 1482 h 193"/>
                <a:gd name="T108" fmla="*/ 2609 w 210"/>
                <a:gd name="T109" fmla="*/ 3707 h 193"/>
                <a:gd name="T110" fmla="*/ 2099 w 210"/>
                <a:gd name="T111" fmla="*/ 2453 h 193"/>
                <a:gd name="T112" fmla="*/ 2994 w 210"/>
                <a:gd name="T113" fmla="*/ 2711 h 19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2" name="Freeform 221">
              <a:extLst>
                <a:ext uri="{FF2B5EF4-FFF2-40B4-BE49-F238E27FC236}">
                  <a16:creationId xmlns:a16="http://schemas.microsoft.com/office/drawing/2014/main" id="{9ABEC8F0-85C6-CE32-FFAC-5B474F48904C}"/>
                </a:ext>
              </a:extLst>
            </p:cNvPr>
            <p:cNvSpPr>
              <a:spLocks/>
            </p:cNvSpPr>
            <p:nvPr userDrawn="1"/>
          </p:nvSpPr>
          <p:spPr bwMode="auto">
            <a:xfrm>
              <a:off x="348" y="3254"/>
              <a:ext cx="86" cy="102"/>
            </a:xfrm>
            <a:custGeom>
              <a:avLst/>
              <a:gdLst>
                <a:gd name="T0" fmla="*/ 359 w 17"/>
                <a:gd name="T1" fmla="*/ 133 h 20"/>
                <a:gd name="T2" fmla="*/ 233 w 17"/>
                <a:gd name="T3" fmla="*/ 520 h 20"/>
                <a:gd name="T4" fmla="*/ 359 w 17"/>
                <a:gd name="T5" fmla="*/ 133 h 20"/>
                <a:gd name="T6" fmla="*/ 0 60000 65536"/>
                <a:gd name="T7" fmla="*/ 0 60000 65536"/>
                <a:gd name="T8" fmla="*/ 0 60000 65536"/>
              </a:gdLst>
              <a:ahLst/>
              <a:cxnLst>
                <a:cxn ang="T6">
                  <a:pos x="T0" y="T1"/>
                </a:cxn>
                <a:cxn ang="T7">
                  <a:pos x="T2" y="T3"/>
                </a:cxn>
                <a:cxn ang="T8">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3" name="Freeform 222">
              <a:extLst>
                <a:ext uri="{FF2B5EF4-FFF2-40B4-BE49-F238E27FC236}">
                  <a16:creationId xmlns:a16="http://schemas.microsoft.com/office/drawing/2014/main" id="{AB1FFE24-0FBB-C050-7F87-93651DCAEF20}"/>
                </a:ext>
              </a:extLst>
            </p:cNvPr>
            <p:cNvSpPr>
              <a:spLocks/>
            </p:cNvSpPr>
            <p:nvPr userDrawn="1"/>
          </p:nvSpPr>
          <p:spPr bwMode="auto">
            <a:xfrm>
              <a:off x="267" y="3295"/>
              <a:ext cx="76" cy="136"/>
            </a:xfrm>
            <a:custGeom>
              <a:avLst/>
              <a:gdLst>
                <a:gd name="T0" fmla="*/ 177 w 15"/>
                <a:gd name="T1" fmla="*/ 252 h 27"/>
                <a:gd name="T2" fmla="*/ 101 w 15"/>
                <a:gd name="T3" fmla="*/ 635 h 27"/>
                <a:gd name="T4" fmla="*/ 385 w 15"/>
                <a:gd name="T5" fmla="*/ 408 h 27"/>
                <a:gd name="T6" fmla="*/ 334 w 15"/>
                <a:gd name="T7" fmla="*/ 201 h 27"/>
                <a:gd name="T8" fmla="*/ 177 w 15"/>
                <a:gd name="T9" fmla="*/ 252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4" name="Freeform 223">
              <a:extLst>
                <a:ext uri="{FF2B5EF4-FFF2-40B4-BE49-F238E27FC236}">
                  <a16:creationId xmlns:a16="http://schemas.microsoft.com/office/drawing/2014/main" id="{AD99A5AE-38BF-3B6E-35CD-685C0F1177C3}"/>
                </a:ext>
              </a:extLst>
            </p:cNvPr>
            <p:cNvSpPr>
              <a:spLocks/>
            </p:cNvSpPr>
            <p:nvPr userDrawn="1"/>
          </p:nvSpPr>
          <p:spPr bwMode="auto">
            <a:xfrm>
              <a:off x="222" y="3022"/>
              <a:ext cx="243" cy="116"/>
            </a:xfrm>
            <a:custGeom>
              <a:avLst/>
              <a:gdLst>
                <a:gd name="T0" fmla="*/ 1028 w 48"/>
                <a:gd name="T1" fmla="*/ 50 h 23"/>
                <a:gd name="T2" fmla="*/ 233 w 48"/>
                <a:gd name="T3" fmla="*/ 25 h 23"/>
                <a:gd name="T4" fmla="*/ 25 w 48"/>
                <a:gd name="T5" fmla="*/ 227 h 23"/>
                <a:gd name="T6" fmla="*/ 562 w 48"/>
                <a:gd name="T7" fmla="*/ 535 h 23"/>
                <a:gd name="T8" fmla="*/ 871 w 48"/>
                <a:gd name="T9" fmla="*/ 509 h 23"/>
                <a:gd name="T10" fmla="*/ 1028 w 48"/>
                <a:gd name="T11" fmla="*/ 484 h 23"/>
                <a:gd name="T12" fmla="*/ 1028 w 48"/>
                <a:gd name="T13" fmla="*/ 50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5" name="Freeform 224">
              <a:extLst>
                <a:ext uri="{FF2B5EF4-FFF2-40B4-BE49-F238E27FC236}">
                  <a16:creationId xmlns:a16="http://schemas.microsoft.com/office/drawing/2014/main" id="{2177231C-AFB9-0BF5-AC5C-CC4DBA9A91C9}"/>
                </a:ext>
              </a:extLst>
            </p:cNvPr>
            <p:cNvSpPr>
              <a:spLocks/>
            </p:cNvSpPr>
            <p:nvPr userDrawn="1"/>
          </p:nvSpPr>
          <p:spPr bwMode="auto">
            <a:xfrm>
              <a:off x="500" y="3345"/>
              <a:ext cx="177" cy="187"/>
            </a:xfrm>
            <a:custGeom>
              <a:avLst/>
              <a:gdLst>
                <a:gd name="T0" fmla="*/ 612 w 35"/>
                <a:gd name="T1" fmla="*/ 51 h 37"/>
                <a:gd name="T2" fmla="*/ 283 w 35"/>
                <a:gd name="T3" fmla="*/ 51 h 37"/>
                <a:gd name="T4" fmla="*/ 101 w 35"/>
                <a:gd name="T5" fmla="*/ 510 h 37"/>
                <a:gd name="T6" fmla="*/ 718 w 35"/>
                <a:gd name="T7" fmla="*/ 561 h 37"/>
                <a:gd name="T8" fmla="*/ 612 w 35"/>
                <a:gd name="T9" fmla="*/ 5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6" name="Freeform 225">
              <a:extLst>
                <a:ext uri="{FF2B5EF4-FFF2-40B4-BE49-F238E27FC236}">
                  <a16:creationId xmlns:a16="http://schemas.microsoft.com/office/drawing/2014/main" id="{1F142C8F-999D-2C12-88C1-51EE1A1337D0}"/>
                </a:ext>
              </a:extLst>
            </p:cNvPr>
            <p:cNvSpPr>
              <a:spLocks/>
            </p:cNvSpPr>
            <p:nvPr userDrawn="1"/>
          </p:nvSpPr>
          <p:spPr bwMode="auto">
            <a:xfrm>
              <a:off x="905" y="3158"/>
              <a:ext cx="177" cy="36"/>
            </a:xfrm>
            <a:custGeom>
              <a:avLst/>
              <a:gdLst>
                <a:gd name="T0" fmla="*/ 126 w 35"/>
                <a:gd name="T1" fmla="*/ 0 h 7"/>
                <a:gd name="T2" fmla="*/ 359 w 35"/>
                <a:gd name="T3" fmla="*/ 134 h 7"/>
                <a:gd name="T4" fmla="*/ 126 w 35"/>
                <a:gd name="T5" fmla="*/ 0 h 7"/>
                <a:gd name="T6" fmla="*/ 0 60000 65536"/>
                <a:gd name="T7" fmla="*/ 0 60000 65536"/>
                <a:gd name="T8" fmla="*/ 0 60000 65536"/>
              </a:gdLst>
              <a:ahLst/>
              <a:cxnLst>
                <a:cxn ang="T6">
                  <a:pos x="T0" y="T1"/>
                </a:cxn>
                <a:cxn ang="T7">
                  <a:pos x="T2" y="T3"/>
                </a:cxn>
                <a:cxn ang="T8">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7" name="Freeform 226">
              <a:extLst>
                <a:ext uri="{FF2B5EF4-FFF2-40B4-BE49-F238E27FC236}">
                  <a16:creationId xmlns:a16="http://schemas.microsoft.com/office/drawing/2014/main" id="{C921ADF3-42D3-EBF8-78DB-DF7A3A74C177}"/>
                </a:ext>
              </a:extLst>
            </p:cNvPr>
            <p:cNvSpPr>
              <a:spLocks/>
            </p:cNvSpPr>
            <p:nvPr userDrawn="1"/>
          </p:nvSpPr>
          <p:spPr bwMode="auto">
            <a:xfrm>
              <a:off x="965" y="3153"/>
              <a:ext cx="137" cy="81"/>
            </a:xfrm>
            <a:custGeom>
              <a:avLst/>
              <a:gdLst>
                <a:gd name="T0" fmla="*/ 183 w 27"/>
                <a:gd name="T1" fmla="*/ 334 h 16"/>
                <a:gd name="T2" fmla="*/ 644 w 27"/>
                <a:gd name="T3" fmla="*/ 152 h 16"/>
                <a:gd name="T4" fmla="*/ 436 w 27"/>
                <a:gd name="T5" fmla="*/ 25 h 16"/>
                <a:gd name="T6" fmla="*/ 183 w 27"/>
                <a:gd name="T7" fmla="*/ 284 h 16"/>
                <a:gd name="T8" fmla="*/ 183 w 27"/>
                <a:gd name="T9" fmla="*/ 334 h 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8" name="Freeform 227">
              <a:extLst>
                <a:ext uri="{FF2B5EF4-FFF2-40B4-BE49-F238E27FC236}">
                  <a16:creationId xmlns:a16="http://schemas.microsoft.com/office/drawing/2014/main" id="{BEEB681D-B686-2BDA-4AA0-79D9BFFC97CA}"/>
                </a:ext>
              </a:extLst>
            </p:cNvPr>
            <p:cNvSpPr>
              <a:spLocks/>
            </p:cNvSpPr>
            <p:nvPr userDrawn="1"/>
          </p:nvSpPr>
          <p:spPr bwMode="auto">
            <a:xfrm>
              <a:off x="960" y="3204"/>
              <a:ext cx="177" cy="86"/>
            </a:xfrm>
            <a:custGeom>
              <a:avLst/>
              <a:gdLst>
                <a:gd name="T0" fmla="*/ 637 w 35"/>
                <a:gd name="T1" fmla="*/ 152 h 17"/>
                <a:gd name="T2" fmla="*/ 202 w 35"/>
                <a:gd name="T3" fmla="*/ 258 h 17"/>
                <a:gd name="T4" fmla="*/ 152 w 35"/>
                <a:gd name="T5" fmla="*/ 334 h 17"/>
                <a:gd name="T6" fmla="*/ 693 w 35"/>
                <a:gd name="T7" fmla="*/ 309 h 17"/>
                <a:gd name="T8" fmla="*/ 637 w 35"/>
                <a:gd name="T9" fmla="*/ 152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89" name="Freeform 228">
              <a:extLst>
                <a:ext uri="{FF2B5EF4-FFF2-40B4-BE49-F238E27FC236}">
                  <a16:creationId xmlns:a16="http://schemas.microsoft.com/office/drawing/2014/main" id="{60E164AE-4703-E3A5-799F-0951DDBCA75C}"/>
                </a:ext>
              </a:extLst>
            </p:cNvPr>
            <p:cNvSpPr>
              <a:spLocks/>
            </p:cNvSpPr>
            <p:nvPr userDrawn="1"/>
          </p:nvSpPr>
          <p:spPr bwMode="auto">
            <a:xfrm>
              <a:off x="844" y="3285"/>
              <a:ext cx="248" cy="60"/>
            </a:xfrm>
            <a:custGeom>
              <a:avLst/>
              <a:gdLst>
                <a:gd name="T0" fmla="*/ 1022 w 49"/>
                <a:gd name="T1" fmla="*/ 75 h 12"/>
                <a:gd name="T2" fmla="*/ 744 w 49"/>
                <a:gd name="T3" fmla="*/ 25 h 12"/>
                <a:gd name="T4" fmla="*/ 177 w 49"/>
                <a:gd name="T5" fmla="*/ 0 h 12"/>
                <a:gd name="T6" fmla="*/ 51 w 49"/>
                <a:gd name="T7" fmla="*/ 125 h 12"/>
                <a:gd name="T8" fmla="*/ 511 w 49"/>
                <a:gd name="T9" fmla="*/ 200 h 12"/>
                <a:gd name="T10" fmla="*/ 1053 w 49"/>
                <a:gd name="T11" fmla="*/ 200 h 12"/>
                <a:gd name="T12" fmla="*/ 1022 w 49"/>
                <a:gd name="T13" fmla="*/ 75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0" name="Freeform 229">
              <a:extLst>
                <a:ext uri="{FF2B5EF4-FFF2-40B4-BE49-F238E27FC236}">
                  <a16:creationId xmlns:a16="http://schemas.microsoft.com/office/drawing/2014/main" id="{B164D0B9-88E2-1B2A-C113-E1C733C51401}"/>
                </a:ext>
              </a:extLst>
            </p:cNvPr>
            <p:cNvSpPr>
              <a:spLocks/>
            </p:cNvSpPr>
            <p:nvPr userDrawn="1"/>
          </p:nvSpPr>
          <p:spPr bwMode="auto">
            <a:xfrm>
              <a:off x="869" y="3340"/>
              <a:ext cx="203" cy="56"/>
            </a:xfrm>
            <a:custGeom>
              <a:avLst/>
              <a:gdLst>
                <a:gd name="T0" fmla="*/ 954 w 40"/>
                <a:gd name="T1" fmla="*/ 51 h 11"/>
                <a:gd name="T2" fmla="*/ 670 w 40"/>
                <a:gd name="T3" fmla="*/ 102 h 11"/>
                <a:gd name="T4" fmla="*/ 335 w 40"/>
                <a:gd name="T5" fmla="*/ 76 h 11"/>
                <a:gd name="T6" fmla="*/ 25 w 40"/>
                <a:gd name="T7" fmla="*/ 51 h 11"/>
                <a:gd name="T8" fmla="*/ 903 w 40"/>
                <a:gd name="T9" fmla="*/ 209 h 11"/>
                <a:gd name="T10" fmla="*/ 954 w 40"/>
                <a:gd name="T11" fmla="*/ 51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1" name="Freeform 230">
              <a:extLst>
                <a:ext uri="{FF2B5EF4-FFF2-40B4-BE49-F238E27FC236}">
                  <a16:creationId xmlns:a16="http://schemas.microsoft.com/office/drawing/2014/main" id="{E91315A5-2D8B-59EE-FCAA-EA0C0B36004A}"/>
                </a:ext>
              </a:extLst>
            </p:cNvPr>
            <p:cNvSpPr>
              <a:spLocks/>
            </p:cNvSpPr>
            <p:nvPr userDrawn="1"/>
          </p:nvSpPr>
          <p:spPr bwMode="auto">
            <a:xfrm>
              <a:off x="859" y="3386"/>
              <a:ext cx="207" cy="172"/>
            </a:xfrm>
            <a:custGeom>
              <a:avLst/>
              <a:gdLst>
                <a:gd name="T0" fmla="*/ 712 w 41"/>
                <a:gd name="T1" fmla="*/ 233 h 34"/>
                <a:gd name="T2" fmla="*/ 333 w 41"/>
                <a:gd name="T3" fmla="*/ 152 h 34"/>
                <a:gd name="T4" fmla="*/ 101 w 41"/>
                <a:gd name="T5" fmla="*/ 384 h 34"/>
                <a:gd name="T6" fmla="*/ 25 w 41"/>
                <a:gd name="T7" fmla="*/ 486 h 34"/>
                <a:gd name="T8" fmla="*/ 227 w 41"/>
                <a:gd name="T9" fmla="*/ 486 h 34"/>
                <a:gd name="T10" fmla="*/ 434 w 41"/>
                <a:gd name="T11" fmla="*/ 693 h 34"/>
                <a:gd name="T12" fmla="*/ 535 w 41"/>
                <a:gd name="T13" fmla="*/ 769 h 34"/>
                <a:gd name="T14" fmla="*/ 737 w 41"/>
                <a:gd name="T15" fmla="*/ 486 h 34"/>
                <a:gd name="T16" fmla="*/ 995 w 41"/>
                <a:gd name="T17" fmla="*/ 486 h 34"/>
                <a:gd name="T18" fmla="*/ 712 w 41"/>
                <a:gd name="T19" fmla="*/ 233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92" name="Freeform 231">
              <a:extLst>
                <a:ext uri="{FF2B5EF4-FFF2-40B4-BE49-F238E27FC236}">
                  <a16:creationId xmlns:a16="http://schemas.microsoft.com/office/drawing/2014/main" id="{8D422CD8-5C98-84B4-0038-3C655CBA783C}"/>
                </a:ext>
              </a:extLst>
            </p:cNvPr>
            <p:cNvSpPr>
              <a:spLocks/>
            </p:cNvSpPr>
            <p:nvPr userDrawn="1"/>
          </p:nvSpPr>
          <p:spPr bwMode="auto">
            <a:xfrm>
              <a:off x="996" y="3305"/>
              <a:ext cx="126" cy="318"/>
            </a:xfrm>
            <a:custGeom>
              <a:avLst/>
              <a:gdLst>
                <a:gd name="T0" fmla="*/ 559 w 25"/>
                <a:gd name="T1" fmla="*/ 50 h 63"/>
                <a:gd name="T2" fmla="*/ 459 w 25"/>
                <a:gd name="T3" fmla="*/ 434 h 63"/>
                <a:gd name="T4" fmla="*/ 176 w 25"/>
                <a:gd name="T5" fmla="*/ 510 h 63"/>
                <a:gd name="T6" fmla="*/ 176 w 25"/>
                <a:gd name="T7" fmla="*/ 586 h 63"/>
                <a:gd name="T8" fmla="*/ 433 w 25"/>
                <a:gd name="T9" fmla="*/ 868 h 63"/>
                <a:gd name="T10" fmla="*/ 302 w 25"/>
                <a:gd name="T11" fmla="*/ 1146 h 63"/>
                <a:gd name="T12" fmla="*/ 0 w 25"/>
                <a:gd name="T13" fmla="*/ 1403 h 63"/>
                <a:gd name="T14" fmla="*/ 126 w 25"/>
                <a:gd name="T15" fmla="*/ 1479 h 63"/>
                <a:gd name="T16" fmla="*/ 408 w 25"/>
                <a:gd name="T17" fmla="*/ 1580 h 63"/>
                <a:gd name="T18" fmla="*/ 585 w 25"/>
                <a:gd name="T19" fmla="*/ 1454 h 63"/>
                <a:gd name="T20" fmla="*/ 635 w 25"/>
                <a:gd name="T21" fmla="*/ 358 h 63"/>
                <a:gd name="T22" fmla="*/ 635 w 25"/>
                <a:gd name="T23" fmla="*/ 50 h 63"/>
                <a:gd name="T24" fmla="*/ 559 w 25"/>
                <a:gd name="T25" fmla="*/ 50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2057" name="Group 232">
            <a:extLst>
              <a:ext uri="{FF2B5EF4-FFF2-40B4-BE49-F238E27FC236}">
                <a16:creationId xmlns:a16="http://schemas.microsoft.com/office/drawing/2014/main" id="{1AB67C61-D7B7-6F00-1131-44D82AD47CDC}"/>
              </a:ext>
            </a:extLst>
          </p:cNvPr>
          <p:cNvGrpSpPr>
            <a:grpSpLocks/>
          </p:cNvGrpSpPr>
          <p:nvPr/>
        </p:nvGrpSpPr>
        <p:grpSpPr bwMode="auto">
          <a:xfrm>
            <a:off x="6934200" y="-7938"/>
            <a:ext cx="2317750" cy="2063751"/>
            <a:chOff x="4080" y="-5"/>
            <a:chExt cx="1748" cy="1556"/>
          </a:xfrm>
        </p:grpSpPr>
        <p:sp>
          <p:nvSpPr>
            <p:cNvPr id="2065" name="Freeform 233">
              <a:extLst>
                <a:ext uri="{FF2B5EF4-FFF2-40B4-BE49-F238E27FC236}">
                  <a16:creationId xmlns:a16="http://schemas.microsoft.com/office/drawing/2014/main" id="{6B4D036C-78B6-DAE0-FB05-EE246CE05D4C}"/>
                </a:ext>
              </a:extLst>
            </p:cNvPr>
            <p:cNvSpPr>
              <a:spLocks/>
            </p:cNvSpPr>
            <p:nvPr userDrawn="1"/>
          </p:nvSpPr>
          <p:spPr bwMode="auto">
            <a:xfrm>
              <a:off x="4161" y="-5"/>
              <a:ext cx="1586" cy="1443"/>
            </a:xfrm>
            <a:custGeom>
              <a:avLst/>
              <a:gdLst>
                <a:gd name="T0" fmla="*/ 195 w 546"/>
                <a:gd name="T1" fmla="*/ 35 h 497"/>
                <a:gd name="T2" fmla="*/ 93 w 546"/>
                <a:gd name="T3" fmla="*/ 598 h 497"/>
                <a:gd name="T4" fmla="*/ 212 w 546"/>
                <a:gd name="T5" fmla="*/ 3313 h 497"/>
                <a:gd name="T6" fmla="*/ 456 w 546"/>
                <a:gd name="T7" fmla="*/ 3853 h 497"/>
                <a:gd name="T8" fmla="*/ 1333 w 546"/>
                <a:gd name="T9" fmla="*/ 4062 h 497"/>
                <a:gd name="T10" fmla="*/ 1723 w 546"/>
                <a:gd name="T11" fmla="*/ 4172 h 497"/>
                <a:gd name="T12" fmla="*/ 4386 w 546"/>
                <a:gd name="T13" fmla="*/ 4004 h 497"/>
                <a:gd name="T14" fmla="*/ 4497 w 546"/>
                <a:gd name="T15" fmla="*/ 1408 h 497"/>
                <a:gd name="T16" fmla="*/ 3114 w 546"/>
                <a:gd name="T17" fmla="*/ 134 h 497"/>
                <a:gd name="T18" fmla="*/ 2100 w 546"/>
                <a:gd name="T19" fmla="*/ 244 h 497"/>
                <a:gd name="T20" fmla="*/ 1670 w 546"/>
                <a:gd name="T21" fmla="*/ 93 h 497"/>
                <a:gd name="T22" fmla="*/ 1275 w 546"/>
                <a:gd name="T23" fmla="*/ 17 h 497"/>
                <a:gd name="T24" fmla="*/ 195 w 546"/>
                <a:gd name="T25" fmla="*/ 35 h 4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2066" name="Group 234">
              <a:extLst>
                <a:ext uri="{FF2B5EF4-FFF2-40B4-BE49-F238E27FC236}">
                  <a16:creationId xmlns:a16="http://schemas.microsoft.com/office/drawing/2014/main" id="{A2443D1D-F786-D931-3C9C-1E13F878562C}"/>
                </a:ext>
              </a:extLst>
            </p:cNvPr>
            <p:cNvGrpSpPr>
              <a:grpSpLocks/>
            </p:cNvGrpSpPr>
            <p:nvPr userDrawn="1"/>
          </p:nvGrpSpPr>
          <p:grpSpPr bwMode="auto">
            <a:xfrm>
              <a:off x="4080" y="0"/>
              <a:ext cx="1748" cy="1551"/>
              <a:chOff x="2918" y="18"/>
              <a:chExt cx="2958" cy="2699"/>
            </a:xfrm>
          </p:grpSpPr>
          <p:sp>
            <p:nvSpPr>
              <p:cNvPr id="2067" name="Freeform 235">
                <a:extLst>
                  <a:ext uri="{FF2B5EF4-FFF2-40B4-BE49-F238E27FC236}">
                    <a16:creationId xmlns:a16="http://schemas.microsoft.com/office/drawing/2014/main" id="{E8749D43-B029-D6D6-AE38-960B8FF50C85}"/>
                  </a:ext>
                </a:extLst>
              </p:cNvPr>
              <p:cNvSpPr>
                <a:spLocks/>
              </p:cNvSpPr>
              <p:nvPr/>
            </p:nvSpPr>
            <p:spPr bwMode="auto">
              <a:xfrm>
                <a:off x="3060" y="18"/>
                <a:ext cx="490" cy="187"/>
              </a:xfrm>
              <a:custGeom>
                <a:avLst/>
                <a:gdLst>
                  <a:gd name="T0" fmla="*/ 1814 w 97"/>
                  <a:gd name="T1" fmla="*/ 637 h 37"/>
                  <a:gd name="T2" fmla="*/ 2324 w 97"/>
                  <a:gd name="T3" fmla="*/ 510 h 37"/>
                  <a:gd name="T4" fmla="*/ 2349 w 97"/>
                  <a:gd name="T5" fmla="*/ 435 h 37"/>
                  <a:gd name="T6" fmla="*/ 2248 w 97"/>
                  <a:gd name="T7" fmla="*/ 0 h 37"/>
                  <a:gd name="T8" fmla="*/ 636 w 97"/>
                  <a:gd name="T9" fmla="*/ 0 h 37"/>
                  <a:gd name="T10" fmla="*/ 258 w 97"/>
                  <a:gd name="T11" fmla="*/ 561 h 37"/>
                  <a:gd name="T12" fmla="*/ 1814 w 97"/>
                  <a:gd name="T13" fmla="*/ 637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68" name="Freeform 236">
                <a:extLst>
                  <a:ext uri="{FF2B5EF4-FFF2-40B4-BE49-F238E27FC236}">
                    <a16:creationId xmlns:a16="http://schemas.microsoft.com/office/drawing/2014/main" id="{EA9DAAC0-104F-1D2B-6D88-40887AFCF1F5}"/>
                  </a:ext>
                </a:extLst>
              </p:cNvPr>
              <p:cNvSpPr>
                <a:spLocks noEditPoints="1"/>
              </p:cNvSpPr>
              <p:nvPr/>
            </p:nvSpPr>
            <p:spPr bwMode="auto">
              <a:xfrm>
                <a:off x="2918" y="18"/>
                <a:ext cx="2958" cy="2699"/>
              </a:xfrm>
              <a:custGeom>
                <a:avLst/>
                <a:gdLst>
                  <a:gd name="T0" fmla="*/ 12884 w 585"/>
                  <a:gd name="T1" fmla="*/ 25 h 534"/>
                  <a:gd name="T2" fmla="*/ 4015 w 585"/>
                  <a:gd name="T3" fmla="*/ 0 h 534"/>
                  <a:gd name="T4" fmla="*/ 5754 w 585"/>
                  <a:gd name="T5" fmla="*/ 536 h 534"/>
                  <a:gd name="T6" fmla="*/ 4450 w 585"/>
                  <a:gd name="T7" fmla="*/ 996 h 534"/>
                  <a:gd name="T8" fmla="*/ 5294 w 585"/>
                  <a:gd name="T9" fmla="*/ 1814 h 534"/>
                  <a:gd name="T10" fmla="*/ 1891 w 585"/>
                  <a:gd name="T11" fmla="*/ 1531 h 534"/>
                  <a:gd name="T12" fmla="*/ 662 w 585"/>
                  <a:gd name="T13" fmla="*/ 1607 h 534"/>
                  <a:gd name="T14" fmla="*/ 5087 w 585"/>
                  <a:gd name="T15" fmla="*/ 12439 h 534"/>
                  <a:gd name="T16" fmla="*/ 3681 w 585"/>
                  <a:gd name="T17" fmla="*/ 8714 h 534"/>
                  <a:gd name="T18" fmla="*/ 2685 w 585"/>
                  <a:gd name="T19" fmla="*/ 9603 h 534"/>
                  <a:gd name="T20" fmla="*/ 2402 w 585"/>
                  <a:gd name="T21" fmla="*/ 11114 h 534"/>
                  <a:gd name="T22" fmla="*/ 3170 w 585"/>
                  <a:gd name="T23" fmla="*/ 6768 h 534"/>
                  <a:gd name="T24" fmla="*/ 3914 w 585"/>
                  <a:gd name="T25" fmla="*/ 5823 h 534"/>
                  <a:gd name="T26" fmla="*/ 5345 w 585"/>
                  <a:gd name="T27" fmla="*/ 6055 h 534"/>
                  <a:gd name="T28" fmla="*/ 4809 w 585"/>
                  <a:gd name="T29" fmla="*/ 7819 h 534"/>
                  <a:gd name="T30" fmla="*/ 4910 w 585"/>
                  <a:gd name="T31" fmla="*/ 10088 h 534"/>
                  <a:gd name="T32" fmla="*/ 13167 w 585"/>
                  <a:gd name="T33" fmla="*/ 12338 h 534"/>
                  <a:gd name="T34" fmla="*/ 11610 w 585"/>
                  <a:gd name="T35" fmla="*/ 10907 h 534"/>
                  <a:gd name="T36" fmla="*/ 10866 w 585"/>
                  <a:gd name="T37" fmla="*/ 8815 h 534"/>
                  <a:gd name="T38" fmla="*/ 10123 w 585"/>
                  <a:gd name="T39" fmla="*/ 6899 h 534"/>
                  <a:gd name="T40" fmla="*/ 11761 w 585"/>
                  <a:gd name="T41" fmla="*/ 6540 h 534"/>
                  <a:gd name="T42" fmla="*/ 10406 w 585"/>
                  <a:gd name="T43" fmla="*/ 5696 h 534"/>
                  <a:gd name="T44" fmla="*/ 11225 w 585"/>
                  <a:gd name="T45" fmla="*/ 5772 h 534"/>
                  <a:gd name="T46" fmla="*/ 11200 w 585"/>
                  <a:gd name="T47" fmla="*/ 5337 h 534"/>
                  <a:gd name="T48" fmla="*/ 9612 w 585"/>
                  <a:gd name="T49" fmla="*/ 5388 h 534"/>
                  <a:gd name="T50" fmla="*/ 9127 w 585"/>
                  <a:gd name="T51" fmla="*/ 8764 h 534"/>
                  <a:gd name="T52" fmla="*/ 8874 w 585"/>
                  <a:gd name="T53" fmla="*/ 5873 h 534"/>
                  <a:gd name="T54" fmla="*/ 8464 w 585"/>
                  <a:gd name="T55" fmla="*/ 4650 h 534"/>
                  <a:gd name="T56" fmla="*/ 8874 w 585"/>
                  <a:gd name="T57" fmla="*/ 3472 h 534"/>
                  <a:gd name="T58" fmla="*/ 8667 w 585"/>
                  <a:gd name="T59" fmla="*/ 2527 h 534"/>
                  <a:gd name="T60" fmla="*/ 8464 w 585"/>
                  <a:gd name="T61" fmla="*/ 1582 h 534"/>
                  <a:gd name="T62" fmla="*/ 9435 w 585"/>
                  <a:gd name="T63" fmla="*/ 2633 h 534"/>
                  <a:gd name="T64" fmla="*/ 10608 w 585"/>
                  <a:gd name="T65" fmla="*/ 1203 h 534"/>
                  <a:gd name="T66" fmla="*/ 10457 w 585"/>
                  <a:gd name="T67" fmla="*/ 2426 h 534"/>
                  <a:gd name="T68" fmla="*/ 10254 w 585"/>
                  <a:gd name="T69" fmla="*/ 3321 h 534"/>
                  <a:gd name="T70" fmla="*/ 10254 w 585"/>
                  <a:gd name="T71" fmla="*/ 4625 h 534"/>
                  <a:gd name="T72" fmla="*/ 14264 w 585"/>
                  <a:gd name="T73" fmla="*/ 4625 h 534"/>
                  <a:gd name="T74" fmla="*/ 14163 w 585"/>
                  <a:gd name="T75" fmla="*/ 1941 h 534"/>
                  <a:gd name="T76" fmla="*/ 6366 w 585"/>
                  <a:gd name="T77" fmla="*/ 1764 h 534"/>
                  <a:gd name="T78" fmla="*/ 7494 w 585"/>
                  <a:gd name="T79" fmla="*/ 2376 h 534"/>
                  <a:gd name="T80" fmla="*/ 4374 w 585"/>
                  <a:gd name="T81" fmla="*/ 4984 h 534"/>
                  <a:gd name="T82" fmla="*/ 1765 w 585"/>
                  <a:gd name="T83" fmla="*/ 2502 h 534"/>
                  <a:gd name="T84" fmla="*/ 4884 w 585"/>
                  <a:gd name="T85" fmla="*/ 2709 h 534"/>
                  <a:gd name="T86" fmla="*/ 5623 w 585"/>
                  <a:gd name="T87" fmla="*/ 2684 h 534"/>
                  <a:gd name="T88" fmla="*/ 7721 w 585"/>
                  <a:gd name="T89" fmla="*/ 3093 h 534"/>
                  <a:gd name="T90" fmla="*/ 7059 w 585"/>
                  <a:gd name="T91" fmla="*/ 6540 h 534"/>
                  <a:gd name="T92" fmla="*/ 6649 w 585"/>
                  <a:gd name="T93" fmla="*/ 3498 h 534"/>
                  <a:gd name="T94" fmla="*/ 4374 w 585"/>
                  <a:gd name="T95" fmla="*/ 4984 h 534"/>
                  <a:gd name="T96" fmla="*/ 5704 w 585"/>
                  <a:gd name="T97" fmla="*/ 5747 h 534"/>
                  <a:gd name="T98" fmla="*/ 6315 w 585"/>
                  <a:gd name="T99" fmla="*/ 4038 h 534"/>
                  <a:gd name="T100" fmla="*/ 8333 w 585"/>
                  <a:gd name="T101" fmla="*/ 7460 h 534"/>
                  <a:gd name="T102" fmla="*/ 5496 w 585"/>
                  <a:gd name="T103" fmla="*/ 8198 h 534"/>
                  <a:gd name="T104" fmla="*/ 7898 w 585"/>
                  <a:gd name="T105" fmla="*/ 7076 h 534"/>
                  <a:gd name="T106" fmla="*/ 8131 w 585"/>
                  <a:gd name="T107" fmla="*/ 3396 h 534"/>
                  <a:gd name="T108" fmla="*/ 8004 w 585"/>
                  <a:gd name="T109" fmla="*/ 5443 h 534"/>
                  <a:gd name="T110" fmla="*/ 7645 w 585"/>
                  <a:gd name="T111" fmla="*/ 3680 h 534"/>
                  <a:gd name="T112" fmla="*/ 12965 w 585"/>
                  <a:gd name="T113" fmla="*/ 4574 h 534"/>
                  <a:gd name="T114" fmla="*/ 11786 w 585"/>
                  <a:gd name="T115" fmla="*/ 4139 h 5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69" name="Freeform 237">
                <a:extLst>
                  <a:ext uri="{FF2B5EF4-FFF2-40B4-BE49-F238E27FC236}">
                    <a16:creationId xmlns:a16="http://schemas.microsoft.com/office/drawing/2014/main" id="{A060534A-F912-2982-8B3D-B2BDB394B17A}"/>
                  </a:ext>
                </a:extLst>
              </p:cNvPr>
              <p:cNvSpPr>
                <a:spLocks/>
              </p:cNvSpPr>
              <p:nvPr/>
            </p:nvSpPr>
            <p:spPr bwMode="auto">
              <a:xfrm>
                <a:off x="3621" y="1287"/>
                <a:ext cx="238" cy="283"/>
              </a:xfrm>
              <a:custGeom>
                <a:avLst/>
                <a:gdLst>
                  <a:gd name="T0" fmla="*/ 1028 w 47"/>
                  <a:gd name="T1" fmla="*/ 384 h 56"/>
                  <a:gd name="T2" fmla="*/ 694 w 47"/>
                  <a:gd name="T3" fmla="*/ 1430 h 56"/>
                  <a:gd name="T4" fmla="*/ 1028 w 47"/>
                  <a:gd name="T5" fmla="*/ 384 h 56"/>
                  <a:gd name="T6" fmla="*/ 0 60000 65536"/>
                  <a:gd name="T7" fmla="*/ 0 60000 65536"/>
                  <a:gd name="T8" fmla="*/ 0 60000 65536"/>
                </a:gdLst>
                <a:ahLst/>
                <a:cxnLst>
                  <a:cxn ang="T6">
                    <a:pos x="T0" y="T1"/>
                  </a:cxn>
                  <a:cxn ang="T7">
                    <a:pos x="T2" y="T3"/>
                  </a:cxn>
                  <a:cxn ang="T8">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0" name="Freeform 238">
                <a:extLst>
                  <a:ext uri="{FF2B5EF4-FFF2-40B4-BE49-F238E27FC236}">
                    <a16:creationId xmlns:a16="http://schemas.microsoft.com/office/drawing/2014/main" id="{FA306FD8-0B74-6C23-71B0-35334D2D2FAE}"/>
                  </a:ext>
                </a:extLst>
              </p:cNvPr>
              <p:cNvSpPr>
                <a:spLocks/>
              </p:cNvSpPr>
              <p:nvPr/>
            </p:nvSpPr>
            <p:spPr bwMode="auto">
              <a:xfrm>
                <a:off x="3403" y="1403"/>
                <a:ext cx="208" cy="379"/>
              </a:xfrm>
              <a:custGeom>
                <a:avLst/>
                <a:gdLst>
                  <a:gd name="T0" fmla="*/ 487 w 41"/>
                  <a:gd name="T1" fmla="*/ 687 h 75"/>
                  <a:gd name="T2" fmla="*/ 309 w 41"/>
                  <a:gd name="T3" fmla="*/ 1764 h 75"/>
                  <a:gd name="T4" fmla="*/ 1030 w 41"/>
                  <a:gd name="T5" fmla="*/ 1147 h 75"/>
                  <a:gd name="T6" fmla="*/ 954 w 41"/>
                  <a:gd name="T7" fmla="*/ 611 h 75"/>
                  <a:gd name="T8" fmla="*/ 487 w 41"/>
                  <a:gd name="T9" fmla="*/ 687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1" name="Freeform 239">
                <a:extLst>
                  <a:ext uri="{FF2B5EF4-FFF2-40B4-BE49-F238E27FC236}">
                    <a16:creationId xmlns:a16="http://schemas.microsoft.com/office/drawing/2014/main" id="{4E9EBCE8-0BCA-215F-C96B-FD5AE54F9D1D}"/>
                  </a:ext>
                </a:extLst>
              </p:cNvPr>
              <p:cNvSpPr>
                <a:spLocks/>
              </p:cNvSpPr>
              <p:nvPr/>
            </p:nvSpPr>
            <p:spPr bwMode="auto">
              <a:xfrm>
                <a:off x="3272" y="645"/>
                <a:ext cx="683" cy="318"/>
              </a:xfrm>
              <a:custGeom>
                <a:avLst/>
                <a:gdLst>
                  <a:gd name="T0" fmla="*/ 2869 w 135"/>
                  <a:gd name="T1" fmla="*/ 101 h 63"/>
                  <a:gd name="T2" fmla="*/ 612 w 135"/>
                  <a:gd name="T3" fmla="*/ 101 h 63"/>
                  <a:gd name="T4" fmla="*/ 51 w 135"/>
                  <a:gd name="T5" fmla="*/ 636 h 63"/>
                  <a:gd name="T6" fmla="*/ 1538 w 135"/>
                  <a:gd name="T7" fmla="*/ 1479 h 63"/>
                  <a:gd name="T8" fmla="*/ 2459 w 135"/>
                  <a:gd name="T9" fmla="*/ 1378 h 63"/>
                  <a:gd name="T10" fmla="*/ 2894 w 135"/>
                  <a:gd name="T11" fmla="*/ 1353 h 63"/>
                  <a:gd name="T12" fmla="*/ 2869 w 135"/>
                  <a:gd name="T13" fmla="*/ 101 h 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2" name="Freeform 240">
                <a:extLst>
                  <a:ext uri="{FF2B5EF4-FFF2-40B4-BE49-F238E27FC236}">
                    <a16:creationId xmlns:a16="http://schemas.microsoft.com/office/drawing/2014/main" id="{053B95B4-427C-0E12-93C0-85A017E9A51D}"/>
                  </a:ext>
                </a:extLst>
              </p:cNvPr>
              <p:cNvSpPr>
                <a:spLocks/>
              </p:cNvSpPr>
              <p:nvPr/>
            </p:nvSpPr>
            <p:spPr bwMode="auto">
              <a:xfrm>
                <a:off x="4046" y="1545"/>
                <a:ext cx="490" cy="515"/>
              </a:xfrm>
              <a:custGeom>
                <a:avLst/>
                <a:gdLst>
                  <a:gd name="T0" fmla="*/ 1707 w 97"/>
                  <a:gd name="T1" fmla="*/ 126 h 102"/>
                  <a:gd name="T2" fmla="*/ 793 w 97"/>
                  <a:gd name="T3" fmla="*/ 126 h 102"/>
                  <a:gd name="T4" fmla="*/ 308 w 97"/>
                  <a:gd name="T5" fmla="*/ 1454 h 102"/>
                  <a:gd name="T6" fmla="*/ 2016 w 97"/>
                  <a:gd name="T7" fmla="*/ 1580 h 102"/>
                  <a:gd name="T8" fmla="*/ 1707 w 97"/>
                  <a:gd name="T9" fmla="*/ 12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3" name="Freeform 241">
                <a:extLst>
                  <a:ext uri="{FF2B5EF4-FFF2-40B4-BE49-F238E27FC236}">
                    <a16:creationId xmlns:a16="http://schemas.microsoft.com/office/drawing/2014/main" id="{A0BE4F66-156A-E5F9-8A59-B17965D6BCCA}"/>
                  </a:ext>
                </a:extLst>
              </p:cNvPr>
              <p:cNvSpPr>
                <a:spLocks/>
              </p:cNvSpPr>
              <p:nvPr/>
            </p:nvSpPr>
            <p:spPr bwMode="auto">
              <a:xfrm>
                <a:off x="5173" y="1024"/>
                <a:ext cx="501" cy="96"/>
              </a:xfrm>
              <a:custGeom>
                <a:avLst/>
                <a:gdLst>
                  <a:gd name="T0" fmla="*/ 385 w 99"/>
                  <a:gd name="T1" fmla="*/ 0 h 19"/>
                  <a:gd name="T2" fmla="*/ 1022 w 99"/>
                  <a:gd name="T3" fmla="*/ 384 h 19"/>
                  <a:gd name="T4" fmla="*/ 385 w 99"/>
                  <a:gd name="T5" fmla="*/ 0 h 19"/>
                  <a:gd name="T6" fmla="*/ 0 60000 65536"/>
                  <a:gd name="T7" fmla="*/ 0 60000 65536"/>
                  <a:gd name="T8" fmla="*/ 0 60000 65536"/>
                </a:gdLst>
                <a:ahLst/>
                <a:cxnLst>
                  <a:cxn ang="T6">
                    <a:pos x="T0" y="T1"/>
                  </a:cxn>
                  <a:cxn ang="T7">
                    <a:pos x="T2" y="T3"/>
                  </a:cxn>
                  <a:cxn ang="T8">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4" name="Freeform 242">
                <a:extLst>
                  <a:ext uri="{FF2B5EF4-FFF2-40B4-BE49-F238E27FC236}">
                    <a16:creationId xmlns:a16="http://schemas.microsoft.com/office/drawing/2014/main" id="{6E09D5FA-9A19-A6AF-A16D-51CEA468A60F}"/>
                  </a:ext>
                </a:extLst>
              </p:cNvPr>
              <p:cNvSpPr>
                <a:spLocks/>
              </p:cNvSpPr>
              <p:nvPr/>
            </p:nvSpPr>
            <p:spPr bwMode="auto">
              <a:xfrm>
                <a:off x="5340" y="1004"/>
                <a:ext cx="385" cy="237"/>
              </a:xfrm>
              <a:custGeom>
                <a:avLst/>
                <a:gdLst>
                  <a:gd name="T0" fmla="*/ 537 w 76"/>
                  <a:gd name="T1" fmla="*/ 943 h 47"/>
                  <a:gd name="T2" fmla="*/ 1798 w 76"/>
                  <a:gd name="T3" fmla="*/ 434 h 47"/>
                  <a:gd name="T4" fmla="*/ 1231 w 76"/>
                  <a:gd name="T5" fmla="*/ 76 h 47"/>
                  <a:gd name="T6" fmla="*/ 486 w 76"/>
                  <a:gd name="T7" fmla="*/ 812 h 47"/>
                  <a:gd name="T8" fmla="*/ 537 w 76"/>
                  <a:gd name="T9" fmla="*/ 943 h 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5" name="Freeform 243">
                <a:extLst>
                  <a:ext uri="{FF2B5EF4-FFF2-40B4-BE49-F238E27FC236}">
                    <a16:creationId xmlns:a16="http://schemas.microsoft.com/office/drawing/2014/main" id="{E7204963-357A-E3DC-04FA-0305283CB521}"/>
                  </a:ext>
                </a:extLst>
              </p:cNvPr>
              <p:cNvSpPr>
                <a:spLocks/>
              </p:cNvSpPr>
              <p:nvPr/>
            </p:nvSpPr>
            <p:spPr bwMode="auto">
              <a:xfrm>
                <a:off x="5325" y="1201"/>
                <a:ext cx="415" cy="187"/>
              </a:xfrm>
              <a:custGeom>
                <a:avLst/>
                <a:gdLst>
                  <a:gd name="T0" fmla="*/ 1842 w 82"/>
                  <a:gd name="T1" fmla="*/ 152 h 37"/>
                  <a:gd name="T2" fmla="*/ 612 w 82"/>
                  <a:gd name="T3" fmla="*/ 435 h 37"/>
                  <a:gd name="T4" fmla="*/ 435 w 82"/>
                  <a:gd name="T5" fmla="*/ 662 h 37"/>
                  <a:gd name="T6" fmla="*/ 1948 w 82"/>
                  <a:gd name="T7" fmla="*/ 586 h 37"/>
                  <a:gd name="T8" fmla="*/ 2100 w 82"/>
                  <a:gd name="T9" fmla="*/ 510 h 37"/>
                  <a:gd name="T10" fmla="*/ 2100 w 82"/>
                  <a:gd name="T11" fmla="*/ 0 h 37"/>
                  <a:gd name="T12" fmla="*/ 1842 w 82"/>
                  <a:gd name="T13" fmla="*/ 152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6" name="Freeform 244">
                <a:extLst>
                  <a:ext uri="{FF2B5EF4-FFF2-40B4-BE49-F238E27FC236}">
                    <a16:creationId xmlns:a16="http://schemas.microsoft.com/office/drawing/2014/main" id="{A20E5D83-D8FC-AA86-C9EE-1256C4B918DF}"/>
                  </a:ext>
                </a:extLst>
              </p:cNvPr>
              <p:cNvSpPr>
                <a:spLocks/>
              </p:cNvSpPr>
              <p:nvPr/>
            </p:nvSpPr>
            <p:spPr bwMode="auto">
              <a:xfrm>
                <a:off x="5001" y="1378"/>
                <a:ext cx="698" cy="167"/>
              </a:xfrm>
              <a:custGeom>
                <a:avLst/>
                <a:gdLst>
                  <a:gd name="T0" fmla="*/ 536 w 138"/>
                  <a:gd name="T1" fmla="*/ 25 h 33"/>
                  <a:gd name="T2" fmla="*/ 202 w 138"/>
                  <a:gd name="T3" fmla="*/ 359 h 33"/>
                  <a:gd name="T4" fmla="*/ 1457 w 138"/>
                  <a:gd name="T5" fmla="*/ 562 h 33"/>
                  <a:gd name="T6" fmla="*/ 2994 w 138"/>
                  <a:gd name="T7" fmla="*/ 587 h 33"/>
                  <a:gd name="T8" fmla="*/ 2918 w 138"/>
                  <a:gd name="T9" fmla="*/ 202 h 33"/>
                  <a:gd name="T10" fmla="*/ 2099 w 138"/>
                  <a:gd name="T11" fmla="*/ 76 h 33"/>
                  <a:gd name="T12" fmla="*/ 536 w 138"/>
                  <a:gd name="T13" fmla="*/ 25 h 3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7" name="Freeform 245">
                <a:extLst>
                  <a:ext uri="{FF2B5EF4-FFF2-40B4-BE49-F238E27FC236}">
                    <a16:creationId xmlns:a16="http://schemas.microsoft.com/office/drawing/2014/main" id="{80706FDD-15AA-8888-E38A-ECDF19D7DDAA}"/>
                  </a:ext>
                </a:extLst>
              </p:cNvPr>
              <p:cNvSpPr>
                <a:spLocks/>
              </p:cNvSpPr>
              <p:nvPr/>
            </p:nvSpPr>
            <p:spPr bwMode="auto">
              <a:xfrm>
                <a:off x="5077" y="1540"/>
                <a:ext cx="567" cy="146"/>
              </a:xfrm>
              <a:custGeom>
                <a:avLst/>
                <a:gdLst>
                  <a:gd name="T0" fmla="*/ 2511 w 112"/>
                  <a:gd name="T1" fmla="*/ 483 h 29"/>
                  <a:gd name="T2" fmla="*/ 2638 w 112"/>
                  <a:gd name="T3" fmla="*/ 101 h 29"/>
                  <a:gd name="T4" fmla="*/ 1898 w 112"/>
                  <a:gd name="T5" fmla="*/ 252 h 29"/>
                  <a:gd name="T6" fmla="*/ 921 w 112"/>
                  <a:gd name="T7" fmla="*/ 151 h 29"/>
                  <a:gd name="T8" fmla="*/ 51 w 112"/>
                  <a:gd name="T9" fmla="*/ 101 h 29"/>
                  <a:gd name="T10" fmla="*/ 2511 w 112"/>
                  <a:gd name="T11" fmla="*/ 483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8" name="Freeform 246">
                <a:extLst>
                  <a:ext uri="{FF2B5EF4-FFF2-40B4-BE49-F238E27FC236}">
                    <a16:creationId xmlns:a16="http://schemas.microsoft.com/office/drawing/2014/main" id="{1588B9BF-A3F1-8F1D-B5A9-D3B3B2A84D97}"/>
                  </a:ext>
                </a:extLst>
              </p:cNvPr>
              <p:cNvSpPr>
                <a:spLocks/>
              </p:cNvSpPr>
              <p:nvPr/>
            </p:nvSpPr>
            <p:spPr bwMode="auto">
              <a:xfrm>
                <a:off x="5042" y="1656"/>
                <a:ext cx="581" cy="480"/>
              </a:xfrm>
              <a:custGeom>
                <a:avLst/>
                <a:gdLst>
                  <a:gd name="T0" fmla="*/ 76 w 115"/>
                  <a:gd name="T1" fmla="*/ 1354 h 95"/>
                  <a:gd name="T2" fmla="*/ 662 w 115"/>
                  <a:gd name="T3" fmla="*/ 1379 h 95"/>
                  <a:gd name="T4" fmla="*/ 1278 w 115"/>
                  <a:gd name="T5" fmla="*/ 1965 h 95"/>
                  <a:gd name="T6" fmla="*/ 1506 w 115"/>
                  <a:gd name="T7" fmla="*/ 2142 h 95"/>
                  <a:gd name="T8" fmla="*/ 2066 w 115"/>
                  <a:gd name="T9" fmla="*/ 1329 h 95"/>
                  <a:gd name="T10" fmla="*/ 2834 w 115"/>
                  <a:gd name="T11" fmla="*/ 1329 h 95"/>
                  <a:gd name="T12" fmla="*/ 2016 w 115"/>
                  <a:gd name="T13" fmla="*/ 687 h 95"/>
                  <a:gd name="T14" fmla="*/ 945 w 115"/>
                  <a:gd name="T15" fmla="*/ 409 h 95"/>
                  <a:gd name="T16" fmla="*/ 308 w 115"/>
                  <a:gd name="T17" fmla="*/ 1046 h 95"/>
                  <a:gd name="T18" fmla="*/ 76 w 115"/>
                  <a:gd name="T19" fmla="*/ 1354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079" name="Freeform 247">
                <a:extLst>
                  <a:ext uri="{FF2B5EF4-FFF2-40B4-BE49-F238E27FC236}">
                    <a16:creationId xmlns:a16="http://schemas.microsoft.com/office/drawing/2014/main" id="{C7CD4C0A-D59A-D750-A54E-8A6E788709D2}"/>
                  </a:ext>
                </a:extLst>
              </p:cNvPr>
              <p:cNvSpPr>
                <a:spLocks/>
              </p:cNvSpPr>
              <p:nvPr/>
            </p:nvSpPr>
            <p:spPr bwMode="auto">
              <a:xfrm>
                <a:off x="5421" y="1464"/>
                <a:ext cx="329" cy="854"/>
              </a:xfrm>
              <a:custGeom>
                <a:avLst/>
                <a:gdLst>
                  <a:gd name="T0" fmla="*/ 1306 w 65"/>
                  <a:gd name="T1" fmla="*/ 1021 h 169"/>
                  <a:gd name="T2" fmla="*/ 562 w 65"/>
                  <a:gd name="T3" fmla="*/ 1253 h 169"/>
                  <a:gd name="T4" fmla="*/ 562 w 65"/>
                  <a:gd name="T5" fmla="*/ 1506 h 169"/>
                  <a:gd name="T6" fmla="*/ 1281 w 65"/>
                  <a:gd name="T7" fmla="*/ 2299 h 169"/>
                  <a:gd name="T8" fmla="*/ 871 w 65"/>
                  <a:gd name="T9" fmla="*/ 3012 h 169"/>
                  <a:gd name="T10" fmla="*/ 0 w 65"/>
                  <a:gd name="T11" fmla="*/ 3780 h 169"/>
                  <a:gd name="T12" fmla="*/ 435 w 65"/>
                  <a:gd name="T13" fmla="*/ 3957 h 169"/>
                  <a:gd name="T14" fmla="*/ 1205 w 65"/>
                  <a:gd name="T15" fmla="*/ 4240 h 169"/>
                  <a:gd name="T16" fmla="*/ 1615 w 65"/>
                  <a:gd name="T17" fmla="*/ 4139 h 169"/>
                  <a:gd name="T18" fmla="*/ 1665 w 65"/>
                  <a:gd name="T19" fmla="*/ 0 h 169"/>
                  <a:gd name="T20" fmla="*/ 1306 w 65"/>
                  <a:gd name="T21" fmla="*/ 1021 h 1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sp>
        <p:nvSpPr>
          <p:cNvPr id="187640" name="Rectangle 248">
            <a:extLst>
              <a:ext uri="{FF2B5EF4-FFF2-40B4-BE49-F238E27FC236}">
                <a16:creationId xmlns:a16="http://schemas.microsoft.com/office/drawing/2014/main" id="{595607CD-75F7-0757-1E1A-AC170D49199D}"/>
              </a:ext>
            </a:extLst>
          </p:cNvPr>
          <p:cNvSpPr>
            <a:spLocks noGrp="1" noRot="1" noChangeArrowheads="1"/>
          </p:cNvSpPr>
          <p:nvPr>
            <p:ph type="title"/>
          </p:nvPr>
        </p:nvSpPr>
        <p:spPr bwMode="auto">
          <a:xfrm>
            <a:off x="1476375" y="73025"/>
            <a:ext cx="7056438" cy="1143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87641" name="Rectangle 249">
            <a:extLst>
              <a:ext uri="{FF2B5EF4-FFF2-40B4-BE49-F238E27FC236}">
                <a16:creationId xmlns:a16="http://schemas.microsoft.com/office/drawing/2014/main" id="{1859E836-B62E-C1CD-1C00-356808A00A11}"/>
              </a:ext>
            </a:extLst>
          </p:cNvPr>
          <p:cNvSpPr>
            <a:spLocks noGrp="1" noRot="1" noChangeArrowheads="1"/>
          </p:cNvSpPr>
          <p:nvPr>
            <p:ph type="body" idx="1"/>
          </p:nvPr>
        </p:nvSpPr>
        <p:spPr bwMode="auto">
          <a:xfrm>
            <a:off x="609600" y="1773238"/>
            <a:ext cx="8153400" cy="432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7642" name="Rectangle 250">
            <a:extLst>
              <a:ext uri="{FF2B5EF4-FFF2-40B4-BE49-F238E27FC236}">
                <a16:creationId xmlns:a16="http://schemas.microsoft.com/office/drawing/2014/main" id="{0BCC2BA0-5268-AC59-F22B-777CE0D0BA27}"/>
              </a:ext>
            </a:extLst>
          </p:cNvPr>
          <p:cNvSpPr>
            <a:spLocks noGrp="1" noChangeArrowheads="1"/>
          </p:cNvSpPr>
          <p:nvPr>
            <p:ph type="dt" sz="half" idx="2"/>
          </p:nvPr>
        </p:nvSpPr>
        <p:spPr bwMode="auto">
          <a:xfrm>
            <a:off x="29845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zh-CN"/>
              <a:t>2009-4-7</a:t>
            </a:r>
          </a:p>
        </p:txBody>
      </p:sp>
      <p:sp>
        <p:nvSpPr>
          <p:cNvPr id="187643" name="Rectangle 251">
            <a:extLst>
              <a:ext uri="{FF2B5EF4-FFF2-40B4-BE49-F238E27FC236}">
                <a16:creationId xmlns:a16="http://schemas.microsoft.com/office/drawing/2014/main" id="{00587293-67DF-0DFD-96FE-7AA8F0DA6A5C}"/>
              </a:ext>
            </a:extLst>
          </p:cNvPr>
          <p:cNvSpPr>
            <a:spLocks noGrp="1" noChangeArrowheads="1"/>
          </p:cNvSpPr>
          <p:nvPr>
            <p:ph type="ftr" sz="quarter" idx="3"/>
          </p:nvPr>
        </p:nvSpPr>
        <p:spPr bwMode="auto">
          <a:xfrm>
            <a:off x="3121025"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187644" name="Rectangle 252">
            <a:extLst>
              <a:ext uri="{FF2B5EF4-FFF2-40B4-BE49-F238E27FC236}">
                <a16:creationId xmlns:a16="http://schemas.microsoft.com/office/drawing/2014/main" id="{B8979263-0DBC-2FC9-BE57-A15D7BCFE84B}"/>
              </a:ext>
            </a:extLst>
          </p:cNvPr>
          <p:cNvSpPr>
            <a:spLocks noGrp="1" noChangeArrowheads="1"/>
          </p:cNvSpPr>
          <p:nvPr>
            <p:ph type="sldNum" sz="quarter" idx="4"/>
          </p:nvPr>
        </p:nvSpPr>
        <p:spPr bwMode="auto">
          <a:xfrm>
            <a:off x="65500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41F45D87-2483-3548-A2E1-72C25922DC5D}" type="slidenum">
              <a:rPr lang="en-US" altLang="zh-CN"/>
              <a:pPr/>
              <a:t>‹#›</a:t>
            </a:fld>
            <a:endParaRPr lang="en-US" altLang="zh-CN"/>
          </a:p>
        </p:txBody>
      </p:sp>
      <p:sp>
        <p:nvSpPr>
          <p:cNvPr id="2063" name="WordArt 253">
            <a:extLst>
              <a:ext uri="{FF2B5EF4-FFF2-40B4-BE49-F238E27FC236}">
                <a16:creationId xmlns:a16="http://schemas.microsoft.com/office/drawing/2014/main" id="{89AADBD8-0717-F5F5-D9AC-AFFF62EB5D87}"/>
              </a:ext>
            </a:extLst>
          </p:cNvPr>
          <p:cNvSpPr>
            <a:spLocks noChangeArrowheads="1" noChangeShapeType="1" noTextEdit="1"/>
          </p:cNvSpPr>
          <p:nvPr/>
        </p:nvSpPr>
        <p:spPr bwMode="auto">
          <a:xfrm>
            <a:off x="323850" y="1341438"/>
            <a:ext cx="8820150" cy="215900"/>
          </a:xfrm>
          <a:prstGeom prst="rect">
            <a:avLst/>
          </a:prstGeom>
        </p:spPr>
        <p:txBody>
          <a:bodyPr wrap="none" fromWordArt="1">
            <a:prstTxWarp prst="textWave4">
              <a:avLst>
                <a:gd name="adj1" fmla="val 6500"/>
                <a:gd name="adj2" fmla="val 0"/>
              </a:avLst>
            </a:prstTxWarp>
          </a:bodyPr>
          <a:lstStyle/>
          <a:p>
            <a:pPr algn="ctr"/>
            <a:r>
              <a:rPr lang="en" altLang="zh-CN"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rPr>
              <a:t>School of Software,Yunnan University</a:t>
            </a:r>
            <a:endParaRPr lang="zh-CN" altLang="en-US" sz="3600" kern="10">
              <a:ln w="12700">
                <a:solidFill>
                  <a:srgbClr val="FFCC99"/>
                </a:solidFill>
                <a:round/>
                <a:headEnd/>
                <a:tailEnd/>
              </a:ln>
              <a:solidFill>
                <a:srgbClr val="00FF00"/>
              </a:solidFill>
              <a:effectLst>
                <a:outerShdw dist="35921" dir="2700000" sy="50000" kx="2115830" algn="bl" rotWithShape="0">
                  <a:srgbClr val="C0C0C0">
                    <a:alpha val="79999"/>
                  </a:srgbClr>
                </a:outerShdw>
              </a:effectLst>
              <a:latin typeface="宋体" panose="02010600030101010101" pitchFamily="2" charset="-122"/>
            </a:endParaRPr>
          </a:p>
        </p:txBody>
      </p:sp>
      <p:graphicFrame>
        <p:nvGraphicFramePr>
          <p:cNvPr id="2064" name="Object 254">
            <a:extLst>
              <a:ext uri="{FF2B5EF4-FFF2-40B4-BE49-F238E27FC236}">
                <a16:creationId xmlns:a16="http://schemas.microsoft.com/office/drawing/2014/main" id="{89387592-CA07-D1B0-F77D-3DC58D81DDB0}"/>
              </a:ext>
            </a:extLst>
          </p:cNvPr>
          <p:cNvGraphicFramePr>
            <a:graphicFrameLocks noChangeAspect="1"/>
          </p:cNvGraphicFramePr>
          <p:nvPr/>
        </p:nvGraphicFramePr>
        <p:xfrm>
          <a:off x="0" y="0"/>
          <a:ext cx="1371600" cy="1327150"/>
        </p:xfrm>
        <a:graphic>
          <a:graphicData uri="http://schemas.openxmlformats.org/presentationml/2006/ole">
            <mc:AlternateContent xmlns:mc="http://schemas.openxmlformats.org/markup-compatibility/2006">
              <mc:Choice xmlns:v="urn:schemas-microsoft-com:vml" Requires="v">
                <p:oleObj name="位图图像" r:id="rId15" imgW="603250" imgH="584200" progId="Paint.Picture">
                  <p:embed/>
                </p:oleObj>
              </mc:Choice>
              <mc:Fallback>
                <p:oleObj name="位图图像" r:id="rId15" imgW="603250" imgH="584200" progId="Paint.Picture">
                  <p:embed/>
                  <p:pic>
                    <p:nvPicPr>
                      <p:cNvPr id="0" name="Object 254"/>
                      <p:cNvPicPr>
                        <a:picLocks noChangeAspect="1" noChangeArrowheads="1"/>
                      </p:cNvPicPr>
                      <p:nvPr/>
                    </p:nvPicPr>
                    <p:blipFill>
                      <a:blip r:embed="rId16">
                        <a:clrChange>
                          <a:clrFrom>
                            <a:srgbClr val="FFFFFF"/>
                          </a:clrFrom>
                          <a:clrTo>
                            <a:srgbClr val="FFFFFF">
                              <a:alpha val="0"/>
                            </a:srgbClr>
                          </a:clrTo>
                        </a:clrChange>
                        <a:lum bright="-12000" contrast="30000"/>
                        <a:extLst>
                          <a:ext uri="{28A0092B-C50C-407E-A947-70E740481C1C}">
                            <a14:useLocalDpi xmlns:a14="http://schemas.microsoft.com/office/drawing/2010/main" val="0"/>
                          </a:ext>
                        </a:extLst>
                      </a:blip>
                      <a:srcRect/>
                      <a:stretch>
                        <a:fillRect/>
                      </a:stretch>
                    </p:blipFill>
                    <p:spPr bwMode="auto">
                      <a:xfrm>
                        <a:off x="0" y="0"/>
                        <a:ext cx="137160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67"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transition spd="med">
    <p:random/>
    <p:sndAc>
      <p:stSnd>
        <p:snd r:embed="rId14" name="camera.wav"/>
      </p:stSnd>
    </p:sndAc>
  </p:transition>
  <p:hf hdr="0" ftr="0"/>
  <p:txStyles>
    <p:titleStyle>
      <a:lvl1pPr algn="l" rtl="0" eaLnBrk="0" fontAlgn="base" hangingPunct="0">
        <a:spcBef>
          <a:spcPct val="0"/>
        </a:spcBef>
        <a:spcAft>
          <a:spcPct val="0"/>
        </a:spcAft>
        <a:defRPr sz="44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b="1"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b="1" kern="1200">
          <a:solidFill>
            <a:srgbClr val="0033CC"/>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lr>
          <a:schemeClr val="hlink"/>
        </a:buClr>
        <a:buSzPct val="95000"/>
        <a:buFont typeface="Wingdings 2" pitchFamily="2" charset="2"/>
        <a:buChar char="¡"/>
        <a:defRPr sz="2400" b="1" kern="1200">
          <a:solidFill>
            <a:srgbClr val="660033"/>
          </a:solidFill>
          <a:effectLst>
            <a:outerShdw blurRad="38100" dist="38100" dir="2700000" algn="tl">
              <a:srgbClr val="C0C0C0"/>
            </a:outerShdw>
          </a:effectLst>
          <a:latin typeface="+mn-lt"/>
          <a:ea typeface="幼圆" panose="02010509060101010101" pitchFamily="49" charset="-122"/>
          <a:cs typeface="+mn-cs"/>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b="1" kern="1200">
          <a:solidFill>
            <a:schemeClr val="hlink"/>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lr>
          <a:schemeClr val="hlink"/>
        </a:buClr>
        <a:buFont typeface="Wingdings 2" pitchFamily="2" charset="2"/>
        <a:buChar char="¡"/>
        <a:defRPr sz="2000" b="1" kern="1200">
          <a:solidFill>
            <a:srgbClr val="FF0000"/>
          </a:solidFill>
          <a:latin typeface="+mn-lt"/>
          <a:ea typeface="楷体_GB2312"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7CFAFE8-E15D-B291-83E1-5D3BE6CE563B}"/>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B4C64877-B66C-A469-FB03-FDB348D84781}"/>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0468" name="Rectangle 4">
            <a:extLst>
              <a:ext uri="{FF2B5EF4-FFF2-40B4-BE49-F238E27FC236}">
                <a16:creationId xmlns:a16="http://schemas.microsoft.com/office/drawing/2014/main" id="{56DA4D3B-BA1E-1F8E-2A99-E924E49AC71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zh-CN" altLang="en-US"/>
              <a:t>2003年9月28日</a:t>
            </a:r>
            <a:endParaRPr lang="en-US" altLang="zh-CN"/>
          </a:p>
        </p:txBody>
      </p:sp>
      <p:sp>
        <p:nvSpPr>
          <p:cNvPr id="190469" name="Rectangle 5">
            <a:extLst>
              <a:ext uri="{FF2B5EF4-FFF2-40B4-BE49-F238E27FC236}">
                <a16:creationId xmlns:a16="http://schemas.microsoft.com/office/drawing/2014/main" id="{3F7CDA6D-C647-FF7E-156B-F540E9089547}"/>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190470" name="Rectangle 6">
            <a:extLst>
              <a:ext uri="{FF2B5EF4-FFF2-40B4-BE49-F238E27FC236}">
                <a16:creationId xmlns:a16="http://schemas.microsoft.com/office/drawing/2014/main" id="{B4A530C6-222A-31DC-953B-1303F94D0C32}"/>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408CF996-A344-CB42-A2D0-009ABB8E0C2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ransition spd="med">
    <p:random/>
    <p:sndAc>
      <p:stSnd>
        <p:snd r:embed="rId13" name="camera.wav"/>
      </p:stSnd>
    </p:sndAc>
  </p:transition>
  <p:hf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F8121706-8E1D-71F6-3BA6-4AD2EA11579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0FC600D-E577-FB40-BA26-13B02DBB03B2}" type="slidenum">
              <a:rPr lang="en-US" altLang="zh-CN">
                <a:latin typeface="Arial" panose="020B0604020202020204" pitchFamily="34" charset="0"/>
              </a:rPr>
              <a:pPr/>
              <a:t>1</a:t>
            </a:fld>
            <a:endParaRPr lang="en-US" altLang="zh-CN">
              <a:latin typeface="Arial" panose="020B0604020202020204" pitchFamily="34" charset="0"/>
            </a:endParaRPr>
          </a:p>
        </p:txBody>
      </p:sp>
      <p:sp>
        <p:nvSpPr>
          <p:cNvPr id="37890" name="Rectangle 2">
            <a:extLst>
              <a:ext uri="{FF2B5EF4-FFF2-40B4-BE49-F238E27FC236}">
                <a16:creationId xmlns:a16="http://schemas.microsoft.com/office/drawing/2014/main" id="{9C7DE4DF-77B2-3798-C523-EDAC2B2A0F29}"/>
              </a:ext>
            </a:extLst>
          </p:cNvPr>
          <p:cNvSpPr>
            <a:spLocks noGrp="1" noRot="1" noChangeArrowheads="1"/>
          </p:cNvSpPr>
          <p:nvPr>
            <p:ph type="title"/>
          </p:nvPr>
        </p:nvSpPr>
        <p:spPr>
          <a:xfrm>
            <a:off x="2252663" y="160338"/>
            <a:ext cx="5997575" cy="1049337"/>
          </a:xfrm>
        </p:spPr>
        <p:txBody>
          <a:bodyPr/>
          <a:lstStyle/>
          <a:p>
            <a:pPr eaLnBrk="1" hangingPunct="1"/>
            <a:r>
              <a:rPr lang="zh-CN" altLang="en-US" sz="4800" dirty="0"/>
              <a:t>操作系统原理</a:t>
            </a:r>
          </a:p>
        </p:txBody>
      </p:sp>
      <p:sp>
        <p:nvSpPr>
          <p:cNvPr id="37893" name="Rectangle 5">
            <a:extLst>
              <a:ext uri="{FF2B5EF4-FFF2-40B4-BE49-F238E27FC236}">
                <a16:creationId xmlns:a16="http://schemas.microsoft.com/office/drawing/2014/main" id="{0CF4BA5E-76C3-C728-DC74-604A83C4CF03}"/>
              </a:ext>
            </a:extLst>
          </p:cNvPr>
          <p:cNvSpPr>
            <a:spLocks noChangeArrowheads="1"/>
          </p:cNvSpPr>
          <p:nvPr/>
        </p:nvSpPr>
        <p:spPr bwMode="auto">
          <a:xfrm>
            <a:off x="1258888" y="3141663"/>
            <a:ext cx="6985000" cy="2579687"/>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spcBef>
                <a:spcPct val="20000"/>
              </a:spcBef>
            </a:pPr>
            <a:endParaRPr lang="en-US" altLang="zh-CN" sz="3200" dirty="0">
              <a:solidFill>
                <a:srgbClr val="9900FF"/>
              </a:solidFill>
              <a:latin typeface="Arial" panose="020B0604020202020204" pitchFamily="34" charset="0"/>
            </a:endParaRPr>
          </a:p>
          <a:p>
            <a:pPr algn="ctr" eaLnBrk="1" hangingPunct="1">
              <a:spcBef>
                <a:spcPct val="20000"/>
              </a:spcBef>
            </a:pP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任课教师</a:t>
            </a:r>
            <a:r>
              <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a:t>
            </a: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康洪炜</a:t>
            </a:r>
          </a:p>
          <a:p>
            <a:pPr algn="ctr" eaLnBrk="1" hangingPunct="1">
              <a:spcBef>
                <a:spcPct val="20000"/>
              </a:spcBef>
            </a:pP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    </a:t>
            </a:r>
            <a:r>
              <a:rPr lang="en-US" altLang="zh-CN" sz="3600" b="1" dirty="0" err="1">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E-mail:hwkang@ynu.edu.cn</a:t>
            </a:r>
            <a:endPar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endParaRPr>
          </a:p>
          <a:p>
            <a:pPr algn="ctr" eaLnBrk="1" hangingPunct="1">
              <a:spcBef>
                <a:spcPct val="20000"/>
              </a:spcBef>
            </a:pPr>
            <a:r>
              <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2023</a:t>
            </a: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年</a:t>
            </a:r>
            <a:r>
              <a:rPr lang="en-US" altLang="zh-CN"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3</a:t>
            </a:r>
            <a:r>
              <a:rPr lang="zh-CN" altLang="en-US" sz="3600" b="1" dirty="0">
                <a:solidFill>
                  <a:srgbClr val="0033CC"/>
                </a:solidFill>
                <a:effectLst>
                  <a:outerShdw blurRad="38100" dist="38100" dir="2700000" algn="tl">
                    <a:srgbClr val="C0C0C0"/>
                  </a:outerShdw>
                </a:effectLst>
                <a:latin typeface="Arial" panose="020B0604020202020204" pitchFamily="34" charset="0"/>
                <a:ea typeface="华文行楷" panose="02010800040101010101" pitchFamily="2" charset="-122"/>
              </a:rPr>
              <a:t>月</a:t>
            </a:r>
            <a:endParaRPr lang="zh-CN" altLang="en-US" sz="3200" b="1" dirty="0">
              <a:solidFill>
                <a:srgbClr val="0033CC"/>
              </a:solidFill>
              <a:effectLst>
                <a:outerShdw blurRad="38100" dist="38100" dir="2700000" algn="tl">
                  <a:srgbClr val="C0C0C0"/>
                </a:outerShdw>
              </a:effectLst>
              <a:latin typeface="Arial" panose="020B0604020202020204" pitchFamily="34" charset="0"/>
              <a:ea typeface="隶书" pitchFamily="49" charset="-122"/>
            </a:endParaRPr>
          </a:p>
        </p:txBody>
      </p:sp>
      <p:sp>
        <p:nvSpPr>
          <p:cNvPr id="6150" name="WordArt 6">
            <a:extLst>
              <a:ext uri="{FF2B5EF4-FFF2-40B4-BE49-F238E27FC236}">
                <a16:creationId xmlns:a16="http://schemas.microsoft.com/office/drawing/2014/main" id="{D1FF8918-9B7A-032A-F227-325772C5F769}"/>
              </a:ext>
            </a:extLst>
          </p:cNvPr>
          <p:cNvSpPr>
            <a:spLocks noChangeArrowheads="1" noChangeShapeType="1" noTextEdit="1"/>
          </p:cNvSpPr>
          <p:nvPr/>
        </p:nvSpPr>
        <p:spPr bwMode="auto">
          <a:xfrm>
            <a:off x="2771775" y="2492375"/>
            <a:ext cx="3657600" cy="2160588"/>
          </a:xfrm>
          <a:prstGeom prst="rect">
            <a:avLst/>
          </a:prstGeom>
        </p:spPr>
        <p:txBody>
          <a:bodyPr spcFirstLastPara="1" wrap="none" fromWordArt="1">
            <a:prstTxWarp prst="textArchUp">
              <a:avLst>
                <a:gd name="adj" fmla="val 10800000"/>
              </a:avLst>
            </a:prstTxWarp>
          </a:bodyPr>
          <a:lstStyle/>
          <a:p>
            <a:pPr algn="ctr"/>
            <a:r>
              <a:rPr lang="zh-CN" altLang="en-US" sz="3600" kern="10">
                <a:ln w="9525">
                  <a:solidFill>
                    <a:srgbClr val="FF0000"/>
                  </a:solidFill>
                  <a:round/>
                  <a:headEnd/>
                  <a:tailEnd/>
                </a:ln>
                <a:solidFill>
                  <a:srgbClr val="FF0000"/>
                </a:solidFill>
                <a:latin typeface="华文彩云" panose="02010800040101010101" pitchFamily="2" charset="-122"/>
                <a:ea typeface="华文彩云" panose="02010800040101010101" pitchFamily="2" charset="-122"/>
              </a:rPr>
              <a:t>云南大学软件学院</a:t>
            </a:r>
          </a:p>
        </p:txBody>
      </p:sp>
    </p:spTree>
  </p:cSld>
  <p:clrMapOvr>
    <a:masterClrMapping/>
  </p:clrMapOvr>
  <p:transition spd="med">
    <p:random/>
    <p:sndAc>
      <p:stSnd>
        <p:snd r:embed="rId3"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65AB687-EB88-0ED7-A9F6-2C4BDF279A1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E96DDB3-3FCE-1043-8895-117E57AD457B}" type="slidenum">
              <a:rPr lang="en-US" altLang="zh-CN">
                <a:latin typeface="Arial" panose="020B0604020202020204" pitchFamily="34" charset="0"/>
              </a:rPr>
              <a:pPr/>
              <a:t>2</a:t>
            </a:fld>
            <a:endParaRPr lang="en-US" altLang="zh-CN">
              <a:latin typeface="Arial" panose="020B0604020202020204" pitchFamily="34" charset="0"/>
            </a:endParaRPr>
          </a:p>
        </p:txBody>
      </p:sp>
      <p:sp>
        <p:nvSpPr>
          <p:cNvPr id="569346" name="Rectangle 2">
            <a:extLst>
              <a:ext uri="{FF2B5EF4-FFF2-40B4-BE49-F238E27FC236}">
                <a16:creationId xmlns:a16="http://schemas.microsoft.com/office/drawing/2014/main" id="{907D515F-DB31-AA7F-0B38-6FC3AD26380F}"/>
              </a:ext>
            </a:extLst>
          </p:cNvPr>
          <p:cNvSpPr>
            <a:spLocks noGrp="1" noRot="1" noChangeArrowheads="1"/>
          </p:cNvSpPr>
          <p:nvPr>
            <p:ph type="title"/>
          </p:nvPr>
        </p:nvSpPr>
        <p:spPr/>
        <p:txBody>
          <a:bodyPr/>
          <a:lstStyle/>
          <a:p>
            <a:pPr eaLnBrk="1" hangingPunct="1"/>
            <a:r>
              <a:rPr lang="zh-CN" altLang="en-US" dirty="0"/>
              <a:t>第六章   设备管理</a:t>
            </a:r>
          </a:p>
        </p:txBody>
      </p:sp>
      <p:sp>
        <p:nvSpPr>
          <p:cNvPr id="569347" name="Text Box 3">
            <a:extLst>
              <a:ext uri="{FF2B5EF4-FFF2-40B4-BE49-F238E27FC236}">
                <a16:creationId xmlns:a16="http://schemas.microsoft.com/office/drawing/2014/main" id="{14407DAD-1F12-29EF-71AE-F43FB41E7F87}"/>
              </a:ext>
            </a:extLst>
          </p:cNvPr>
          <p:cNvSpPr txBox="1">
            <a:spLocks noGrp="1" noChangeArrowheads="1"/>
          </p:cNvSpPr>
          <p:nvPr>
            <p:ph type="body" idx="1"/>
          </p:nvPr>
        </p:nvSpPr>
        <p:spPr>
          <a:xfrm>
            <a:off x="1331913" y="1916113"/>
            <a:ext cx="5483225" cy="4114800"/>
          </a:xfrm>
          <a:extLs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a:lstStyle/>
          <a:p>
            <a:pPr eaLnBrk="1" hangingPunct="1">
              <a:buFont typeface="Wingdings" pitchFamily="2" charset="2"/>
              <a:buNone/>
            </a:pPr>
            <a:r>
              <a:rPr lang="en-US" altLang="zh-CN" b="0" dirty="0"/>
              <a:t>6.1 </a:t>
            </a:r>
            <a:r>
              <a:rPr lang="zh-CN" altLang="en-US" b="0" dirty="0"/>
              <a:t>引言</a:t>
            </a:r>
          </a:p>
          <a:p>
            <a:pPr eaLnBrk="1" hangingPunct="1">
              <a:buFont typeface="Wingdings" pitchFamily="2" charset="2"/>
              <a:buNone/>
            </a:pPr>
            <a:r>
              <a:rPr lang="en-US" altLang="zh-CN" b="0" dirty="0"/>
              <a:t>6.2 </a:t>
            </a:r>
            <a:r>
              <a:rPr lang="zh-CN" altLang="en-US" b="0" dirty="0"/>
              <a:t>数据传送控制方式</a:t>
            </a:r>
          </a:p>
          <a:p>
            <a:pPr eaLnBrk="1" hangingPunct="1">
              <a:buFont typeface="Wingdings" pitchFamily="2" charset="2"/>
              <a:buNone/>
            </a:pPr>
            <a:r>
              <a:rPr lang="en-US" altLang="zh-CN" b="0" dirty="0"/>
              <a:t>6.3 </a:t>
            </a:r>
            <a:r>
              <a:rPr lang="zh-CN" altLang="en-US" b="0" dirty="0"/>
              <a:t>中断技术</a:t>
            </a:r>
          </a:p>
          <a:p>
            <a:pPr eaLnBrk="1" hangingPunct="1">
              <a:buFont typeface="Wingdings" pitchFamily="2" charset="2"/>
              <a:buNone/>
            </a:pPr>
            <a:r>
              <a:rPr lang="en-US" altLang="zh-CN" b="0" dirty="0"/>
              <a:t>6.4 </a:t>
            </a:r>
            <a:r>
              <a:rPr lang="zh-CN" altLang="en-US" b="0" dirty="0"/>
              <a:t>缓冲技术</a:t>
            </a:r>
          </a:p>
          <a:p>
            <a:pPr eaLnBrk="1" hangingPunct="1">
              <a:buFont typeface="Wingdings" pitchFamily="2" charset="2"/>
              <a:buNone/>
            </a:pPr>
            <a:r>
              <a:rPr lang="en-US" altLang="zh-CN" b="0" dirty="0"/>
              <a:t>6.5 </a:t>
            </a:r>
            <a:r>
              <a:rPr lang="zh-CN" altLang="en-US" b="0" dirty="0"/>
              <a:t>设备分配</a:t>
            </a:r>
          </a:p>
          <a:p>
            <a:pPr eaLnBrk="1" hangingPunct="1">
              <a:buFont typeface="Wingdings" pitchFamily="2" charset="2"/>
              <a:buNone/>
            </a:pPr>
            <a:r>
              <a:rPr lang="en-US" altLang="zh-CN" b="0" dirty="0"/>
              <a:t>6.6 I/O</a:t>
            </a:r>
            <a:r>
              <a:rPr lang="zh-CN" altLang="en-US" b="0" dirty="0"/>
              <a:t>进程控制</a:t>
            </a:r>
          </a:p>
          <a:p>
            <a:pPr eaLnBrk="1" hangingPunct="1">
              <a:buFont typeface="Wingdings" pitchFamily="2" charset="2"/>
              <a:buNone/>
            </a:pPr>
            <a:r>
              <a:rPr lang="en-US" altLang="zh-CN" b="0" dirty="0"/>
              <a:t>6.7 </a:t>
            </a:r>
            <a:r>
              <a:rPr lang="zh-CN" altLang="en-US" b="0" dirty="0"/>
              <a:t>设备驱动程序</a:t>
            </a:r>
          </a:p>
        </p:txBody>
      </p:sp>
    </p:spTree>
  </p:cSld>
  <p:clrMapOvr>
    <a:masterClrMapping/>
  </p:clrMapOvr>
  <p:transition spd="med">
    <p:random/>
    <p:sndAc>
      <p:stSnd>
        <p:snd r:embed="rId2"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5D9BEFB-C68C-1CEC-6B42-F9F19B829AF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9E5B461-8150-604E-AB5F-191E8BCB9270}" type="slidenum">
              <a:rPr lang="en-US" altLang="zh-CN">
                <a:latin typeface="Arial" panose="020B0604020202020204" pitchFamily="34" charset="0"/>
              </a:rPr>
              <a:pPr/>
              <a:t>3</a:t>
            </a:fld>
            <a:endParaRPr lang="en-US" altLang="zh-CN">
              <a:latin typeface="Arial" panose="020B0604020202020204" pitchFamily="34" charset="0"/>
            </a:endParaRPr>
          </a:p>
        </p:txBody>
      </p:sp>
      <p:sp>
        <p:nvSpPr>
          <p:cNvPr id="570370" name="Rectangle 2">
            <a:extLst>
              <a:ext uri="{FF2B5EF4-FFF2-40B4-BE49-F238E27FC236}">
                <a16:creationId xmlns:a16="http://schemas.microsoft.com/office/drawing/2014/main" id="{FBC5A66F-ABA7-B05C-6FAC-1BAEE3FBE0F9}"/>
              </a:ext>
            </a:extLst>
          </p:cNvPr>
          <p:cNvSpPr>
            <a:spLocks noGrp="1" noRot="1" noChangeArrowheads="1"/>
          </p:cNvSpPr>
          <p:nvPr>
            <p:ph type="title"/>
          </p:nvPr>
        </p:nvSpPr>
        <p:spPr/>
        <p:txBody>
          <a:bodyPr/>
          <a:lstStyle/>
          <a:p>
            <a:pPr eaLnBrk="1" hangingPunct="1">
              <a:defRPr/>
            </a:pPr>
            <a:r>
              <a:rPr lang="en-US" altLang="zh-CN" dirty="0"/>
              <a:t>  6.1 </a:t>
            </a:r>
            <a:r>
              <a:rPr lang="zh-CN" altLang="en-US" dirty="0"/>
              <a:t>引言</a:t>
            </a:r>
          </a:p>
        </p:txBody>
      </p:sp>
      <p:sp>
        <p:nvSpPr>
          <p:cNvPr id="570371" name="Rectangle 3">
            <a:extLst>
              <a:ext uri="{FF2B5EF4-FFF2-40B4-BE49-F238E27FC236}">
                <a16:creationId xmlns:a16="http://schemas.microsoft.com/office/drawing/2014/main" id="{F9393B31-1B4E-F81F-28EC-FFCA905F8CD5}"/>
              </a:ext>
            </a:extLst>
          </p:cNvPr>
          <p:cNvSpPr>
            <a:spLocks noGrp="1" noRot="1" noChangeArrowheads="1"/>
          </p:cNvSpPr>
          <p:nvPr>
            <p:ph type="body" idx="1"/>
          </p:nvPr>
        </p:nvSpPr>
        <p:spPr/>
        <p:txBody>
          <a:bodyPr/>
          <a:lstStyle/>
          <a:p>
            <a:pPr algn="just" eaLnBrk="1" hangingPunct="1"/>
            <a:r>
              <a:rPr lang="zh-CN" altLang="en-US" sz="2800">
                <a:latin typeface="宋体" panose="02010600030101010101" pitchFamily="2" charset="-122"/>
              </a:rPr>
              <a:t>计算机外部设备</a:t>
            </a:r>
          </a:p>
          <a:p>
            <a:pPr algn="just" eaLnBrk="1" hangingPunct="1">
              <a:buFont typeface="Wingdings" pitchFamily="2" charset="2"/>
              <a:buNone/>
            </a:pPr>
            <a:r>
              <a:rPr lang="zh-CN" altLang="en-US" sz="2800">
                <a:latin typeface="宋体" panose="02010600030101010101" pitchFamily="2" charset="-122"/>
              </a:rPr>
              <a:t>    在计算机系统中除</a:t>
            </a:r>
            <a:r>
              <a:rPr lang="en-US" altLang="zh-CN" sz="2800">
                <a:latin typeface="宋体" panose="02010600030101010101" pitchFamily="2" charset="-122"/>
              </a:rPr>
              <a:t>CPU</a:t>
            </a:r>
            <a:r>
              <a:rPr lang="zh-CN" altLang="en-US" sz="2800">
                <a:latin typeface="宋体" panose="02010600030101010101" pitchFamily="2" charset="-122"/>
              </a:rPr>
              <a:t>和内存储器外所有的设备和装置称为计算机外部设备（外围设备、</a:t>
            </a:r>
            <a:r>
              <a:rPr lang="en-US" altLang="zh-CN" sz="2800">
                <a:latin typeface="宋体" panose="02010600030101010101" pitchFamily="2" charset="-122"/>
              </a:rPr>
              <a:t>I/O</a:t>
            </a:r>
            <a:r>
              <a:rPr lang="zh-CN" altLang="en-US" sz="2800">
                <a:latin typeface="宋体" panose="02010600030101010101" pitchFamily="2" charset="-122"/>
              </a:rPr>
              <a:t>设备）。</a:t>
            </a:r>
          </a:p>
          <a:p>
            <a:pPr algn="just" eaLnBrk="1" hangingPunct="1"/>
            <a:r>
              <a:rPr lang="zh-CN" altLang="en-US" sz="2800">
                <a:latin typeface="宋体" panose="02010600030101010101" pitchFamily="2" charset="-122"/>
              </a:rPr>
              <a:t>早期设备：速度慢，应用面窄，如纸带、卡片等。</a:t>
            </a:r>
          </a:p>
          <a:p>
            <a:pPr algn="just" eaLnBrk="1" hangingPunct="1"/>
            <a:r>
              <a:rPr lang="zh-CN" altLang="en-US" sz="2800">
                <a:latin typeface="宋体" panose="02010600030101010101" pitchFamily="2" charset="-122"/>
              </a:rPr>
              <a:t>现代设备：种类繁多、特性各异、操作复杂。如：硬盘、打印机、扫描仪、数码相机等。</a:t>
            </a:r>
          </a:p>
        </p:txBody>
      </p:sp>
    </p:spTree>
  </p:cSld>
  <p:clrMapOvr>
    <a:masterClrMapping/>
  </p:clrMapOvr>
  <p:transition spd="med">
    <p:random/>
    <p:sndAc>
      <p:stSnd>
        <p:snd r:embed="rId2"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479D511-6B96-7F34-26E2-31EDD876EEA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B7FFBD1-BCFE-A94B-90A9-9C3F5AF2239A}" type="slidenum">
              <a:rPr lang="en-US" altLang="zh-CN">
                <a:latin typeface="Arial" panose="020B0604020202020204" pitchFamily="34" charset="0"/>
              </a:rPr>
              <a:pPr/>
              <a:t>4</a:t>
            </a:fld>
            <a:endParaRPr lang="en-US" altLang="zh-CN">
              <a:latin typeface="Arial" panose="020B0604020202020204" pitchFamily="34" charset="0"/>
            </a:endParaRPr>
          </a:p>
        </p:txBody>
      </p:sp>
      <p:sp>
        <p:nvSpPr>
          <p:cNvPr id="571394" name="Rectangle 2">
            <a:extLst>
              <a:ext uri="{FF2B5EF4-FFF2-40B4-BE49-F238E27FC236}">
                <a16:creationId xmlns:a16="http://schemas.microsoft.com/office/drawing/2014/main" id="{983851C1-22A2-0BD2-D72F-FBF30DA89205}"/>
              </a:ext>
            </a:extLst>
          </p:cNvPr>
          <p:cNvSpPr>
            <a:spLocks noGrp="1" noRot="1" noChangeArrowheads="1"/>
          </p:cNvSpPr>
          <p:nvPr>
            <p:ph type="title"/>
          </p:nvPr>
        </p:nvSpPr>
        <p:spPr/>
        <p:txBody>
          <a:bodyPr/>
          <a:lstStyle/>
          <a:p>
            <a:pPr eaLnBrk="1" hangingPunct="1"/>
            <a:r>
              <a:rPr lang="en-US" altLang="zh-CN" dirty="0"/>
              <a:t>6.1.1 </a:t>
            </a:r>
            <a:r>
              <a:rPr lang="zh-CN" altLang="en-US" dirty="0"/>
              <a:t>设备的类别</a:t>
            </a:r>
          </a:p>
        </p:txBody>
      </p:sp>
      <p:sp>
        <p:nvSpPr>
          <p:cNvPr id="571395" name="Rectangle 3">
            <a:extLst>
              <a:ext uri="{FF2B5EF4-FFF2-40B4-BE49-F238E27FC236}">
                <a16:creationId xmlns:a16="http://schemas.microsoft.com/office/drawing/2014/main" id="{1076D99E-22D4-9908-6026-F8B0350EBA17}"/>
              </a:ext>
            </a:extLst>
          </p:cNvPr>
          <p:cNvSpPr>
            <a:spLocks noGrp="1" noRot="1" noChangeArrowheads="1"/>
          </p:cNvSpPr>
          <p:nvPr>
            <p:ph type="body" idx="1"/>
          </p:nvPr>
        </p:nvSpPr>
        <p:spPr>
          <a:xfrm>
            <a:off x="609600" y="2012950"/>
            <a:ext cx="8153400" cy="4086225"/>
          </a:xfrm>
        </p:spPr>
        <p:txBody>
          <a:bodyPr/>
          <a:lstStyle/>
          <a:p>
            <a:pPr eaLnBrk="1" hangingPunct="1"/>
            <a:r>
              <a:rPr lang="zh-CN" altLang="en-US">
                <a:solidFill>
                  <a:schemeClr val="hlink"/>
                </a:solidFill>
              </a:rPr>
              <a:t>按交互对象分类：</a:t>
            </a:r>
          </a:p>
          <a:p>
            <a:pPr eaLnBrk="1" hangingPunct="1"/>
            <a:r>
              <a:rPr lang="zh-CN" altLang="en-US">
                <a:solidFill>
                  <a:srgbClr val="CC0066"/>
                </a:solidFill>
              </a:rPr>
              <a:t>人机交互设备</a:t>
            </a:r>
            <a:r>
              <a:rPr lang="zh-CN" altLang="en-US"/>
              <a:t>：视频显示设备、键盘、鼠标、打印机</a:t>
            </a:r>
          </a:p>
          <a:p>
            <a:pPr eaLnBrk="1" hangingPunct="1"/>
            <a:r>
              <a:rPr lang="zh-CN" altLang="en-US">
                <a:solidFill>
                  <a:srgbClr val="CC0066"/>
                </a:solidFill>
              </a:rPr>
              <a:t>与计算机或其他电子设备交互的设备</a:t>
            </a:r>
            <a:r>
              <a:rPr lang="zh-CN" altLang="en-US"/>
              <a:t>：磁盘、磁带、传感器、控制器</a:t>
            </a:r>
          </a:p>
          <a:p>
            <a:pPr eaLnBrk="1" hangingPunct="1"/>
            <a:r>
              <a:rPr lang="zh-CN" altLang="en-US"/>
              <a:t>计算机间的</a:t>
            </a:r>
            <a:r>
              <a:rPr lang="zh-CN" altLang="en-US">
                <a:solidFill>
                  <a:srgbClr val="CC0066"/>
                </a:solidFill>
              </a:rPr>
              <a:t>通信设备</a:t>
            </a:r>
            <a:r>
              <a:rPr lang="zh-CN" altLang="en-US"/>
              <a:t>：网卡、调制解调器</a:t>
            </a:r>
          </a:p>
        </p:txBody>
      </p:sp>
    </p:spTree>
  </p:cSld>
  <p:clrMapOvr>
    <a:masterClrMapping/>
  </p:clrMapOvr>
  <p:transition spd="med">
    <p:random/>
    <p:sndAc>
      <p:stSnd>
        <p:snd r:embed="rId2"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64C2651-051E-0170-C23B-FF5400596C4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5B26F77-A6D3-014A-93CA-E28402F2B883}" type="slidenum">
              <a:rPr lang="en-US" altLang="zh-CN">
                <a:latin typeface="Arial" panose="020B0604020202020204" pitchFamily="34" charset="0"/>
              </a:rPr>
              <a:pPr/>
              <a:t>5</a:t>
            </a:fld>
            <a:endParaRPr lang="en-US" altLang="zh-CN">
              <a:latin typeface="Arial" panose="020B0604020202020204" pitchFamily="34" charset="0"/>
            </a:endParaRPr>
          </a:p>
        </p:txBody>
      </p:sp>
      <p:sp>
        <p:nvSpPr>
          <p:cNvPr id="572418" name="Rectangle 2">
            <a:extLst>
              <a:ext uri="{FF2B5EF4-FFF2-40B4-BE49-F238E27FC236}">
                <a16:creationId xmlns:a16="http://schemas.microsoft.com/office/drawing/2014/main" id="{4D65B497-4977-CCA8-6348-35AE949D9BBC}"/>
              </a:ext>
            </a:extLst>
          </p:cNvPr>
          <p:cNvSpPr>
            <a:spLocks noGrp="1" noRot="1" noChangeArrowheads="1"/>
          </p:cNvSpPr>
          <p:nvPr>
            <p:ph type="title"/>
          </p:nvPr>
        </p:nvSpPr>
        <p:spPr/>
        <p:txBody>
          <a:bodyPr/>
          <a:lstStyle/>
          <a:p>
            <a:pPr eaLnBrk="1" hangingPunct="1"/>
            <a:r>
              <a:rPr lang="en-US" altLang="zh-CN" dirty="0"/>
              <a:t>6.1.1 </a:t>
            </a:r>
            <a:r>
              <a:rPr lang="zh-CN" altLang="en-US" dirty="0"/>
              <a:t>设备的类别（续）</a:t>
            </a:r>
          </a:p>
        </p:txBody>
      </p:sp>
      <p:sp>
        <p:nvSpPr>
          <p:cNvPr id="572419" name="Rectangle 3">
            <a:extLst>
              <a:ext uri="{FF2B5EF4-FFF2-40B4-BE49-F238E27FC236}">
                <a16:creationId xmlns:a16="http://schemas.microsoft.com/office/drawing/2014/main" id="{85E78361-AB6F-9D78-8667-9A69C55C78E0}"/>
              </a:ext>
            </a:extLst>
          </p:cNvPr>
          <p:cNvSpPr>
            <a:spLocks noGrp="1" noRot="1" noChangeArrowheads="1"/>
          </p:cNvSpPr>
          <p:nvPr>
            <p:ph type="body" idx="1"/>
          </p:nvPr>
        </p:nvSpPr>
        <p:spPr/>
        <p:txBody>
          <a:bodyPr/>
          <a:lstStyle/>
          <a:p>
            <a:pPr eaLnBrk="1" hangingPunct="1"/>
            <a:r>
              <a:rPr lang="zh-CN" altLang="en-US"/>
              <a:t>按使用特性分类：</a:t>
            </a:r>
          </a:p>
          <a:p>
            <a:pPr lvl="1" eaLnBrk="1" hangingPunct="1"/>
            <a:r>
              <a:rPr lang="zh-CN" altLang="en-US"/>
              <a:t>存储设备</a:t>
            </a:r>
          </a:p>
          <a:p>
            <a:pPr lvl="1" eaLnBrk="1" hangingPunct="1"/>
            <a:r>
              <a:rPr lang="zh-CN" altLang="en-US"/>
              <a:t>输入输出设备</a:t>
            </a:r>
          </a:p>
          <a:p>
            <a:pPr lvl="1" eaLnBrk="1" hangingPunct="1"/>
            <a:r>
              <a:rPr lang="zh-CN" altLang="en-US"/>
              <a:t>终端设备</a:t>
            </a:r>
          </a:p>
          <a:p>
            <a:pPr lvl="1" eaLnBrk="1" hangingPunct="1"/>
            <a:r>
              <a:rPr lang="zh-CN" altLang="en-US"/>
              <a:t>脱机设备</a:t>
            </a:r>
          </a:p>
        </p:txBody>
      </p:sp>
    </p:spTree>
  </p:cSld>
  <p:clrMapOvr>
    <a:masterClrMapping/>
  </p:clrMapOvr>
  <p:transition spd="med">
    <p:random/>
    <p:sndAc>
      <p:stSnd>
        <p:snd r:embed="rId2"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42" name="Rectangle 2">
            <a:extLst>
              <a:ext uri="{FF2B5EF4-FFF2-40B4-BE49-F238E27FC236}">
                <a16:creationId xmlns:a16="http://schemas.microsoft.com/office/drawing/2014/main" id="{5A9FC858-FEAA-AB9A-F13A-798ADC640C3C}"/>
              </a:ext>
            </a:extLst>
          </p:cNvPr>
          <p:cNvSpPr>
            <a:spLocks noGrp="1" noRot="1" noChangeArrowheads="1"/>
          </p:cNvSpPr>
          <p:nvPr>
            <p:ph type="title"/>
          </p:nvPr>
        </p:nvSpPr>
        <p:spPr>
          <a:xfrm>
            <a:off x="0" y="333375"/>
            <a:ext cx="3887788" cy="544513"/>
          </a:xfrm>
        </p:spPr>
        <p:txBody>
          <a:bodyPr/>
          <a:lstStyle/>
          <a:p>
            <a:pPr eaLnBrk="1" hangingPunct="1"/>
            <a:r>
              <a:rPr lang="zh-CN" altLang="en-US" sz="4000"/>
              <a:t>按使用特性分类</a:t>
            </a:r>
          </a:p>
        </p:txBody>
      </p:sp>
      <p:sp>
        <p:nvSpPr>
          <p:cNvPr id="12291" name="Text Box 3">
            <a:extLst>
              <a:ext uri="{FF2B5EF4-FFF2-40B4-BE49-F238E27FC236}">
                <a16:creationId xmlns:a16="http://schemas.microsoft.com/office/drawing/2014/main" id="{0FC05383-125F-93FF-1FFB-08E9DDD9FE96}"/>
              </a:ext>
            </a:extLst>
          </p:cNvPr>
          <p:cNvSpPr txBox="1">
            <a:spLocks noChangeArrowheads="1"/>
          </p:cNvSpPr>
          <p:nvPr/>
        </p:nvSpPr>
        <p:spPr bwMode="auto">
          <a:xfrm>
            <a:off x="250825" y="364490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外部设备</a:t>
            </a:r>
          </a:p>
        </p:txBody>
      </p:sp>
      <p:sp>
        <p:nvSpPr>
          <p:cNvPr id="12292" name="Line 4">
            <a:extLst>
              <a:ext uri="{FF2B5EF4-FFF2-40B4-BE49-F238E27FC236}">
                <a16:creationId xmlns:a16="http://schemas.microsoft.com/office/drawing/2014/main" id="{9C01E539-D26F-E7EF-080C-16152600F48C}"/>
              </a:ext>
            </a:extLst>
          </p:cNvPr>
          <p:cNvSpPr>
            <a:spLocks noChangeShapeType="1"/>
          </p:cNvSpPr>
          <p:nvPr/>
        </p:nvSpPr>
        <p:spPr bwMode="auto">
          <a:xfrm>
            <a:off x="1692275" y="39338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3" name="Line 5">
            <a:extLst>
              <a:ext uri="{FF2B5EF4-FFF2-40B4-BE49-F238E27FC236}">
                <a16:creationId xmlns:a16="http://schemas.microsoft.com/office/drawing/2014/main" id="{16AED22A-73A1-9448-88AB-B2E351CFDECD}"/>
              </a:ext>
            </a:extLst>
          </p:cNvPr>
          <p:cNvSpPr>
            <a:spLocks noChangeShapeType="1"/>
          </p:cNvSpPr>
          <p:nvPr/>
        </p:nvSpPr>
        <p:spPr bwMode="auto">
          <a:xfrm>
            <a:off x="2124075" y="1196975"/>
            <a:ext cx="0" cy="48958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4" name="Line 6">
            <a:extLst>
              <a:ext uri="{FF2B5EF4-FFF2-40B4-BE49-F238E27FC236}">
                <a16:creationId xmlns:a16="http://schemas.microsoft.com/office/drawing/2014/main" id="{074F5FA0-58C4-C407-31A4-E82E476BE72A}"/>
              </a:ext>
            </a:extLst>
          </p:cNvPr>
          <p:cNvSpPr>
            <a:spLocks noChangeShapeType="1"/>
          </p:cNvSpPr>
          <p:nvPr/>
        </p:nvSpPr>
        <p:spPr bwMode="auto">
          <a:xfrm>
            <a:off x="2124075" y="119697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5" name="Line 7">
            <a:extLst>
              <a:ext uri="{FF2B5EF4-FFF2-40B4-BE49-F238E27FC236}">
                <a16:creationId xmlns:a16="http://schemas.microsoft.com/office/drawing/2014/main" id="{BF632DBD-32F9-C816-2698-1653C002AD34}"/>
              </a:ext>
            </a:extLst>
          </p:cNvPr>
          <p:cNvSpPr>
            <a:spLocks noChangeShapeType="1"/>
          </p:cNvSpPr>
          <p:nvPr/>
        </p:nvSpPr>
        <p:spPr bwMode="auto">
          <a:xfrm>
            <a:off x="2124075" y="3763963"/>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6" name="Line 8">
            <a:extLst>
              <a:ext uri="{FF2B5EF4-FFF2-40B4-BE49-F238E27FC236}">
                <a16:creationId xmlns:a16="http://schemas.microsoft.com/office/drawing/2014/main" id="{38635964-D46F-7033-F475-FF02C1752E2A}"/>
              </a:ext>
            </a:extLst>
          </p:cNvPr>
          <p:cNvSpPr>
            <a:spLocks noChangeShapeType="1"/>
          </p:cNvSpPr>
          <p:nvPr/>
        </p:nvSpPr>
        <p:spPr bwMode="auto">
          <a:xfrm>
            <a:off x="2124075" y="556418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7" name="Line 9">
            <a:extLst>
              <a:ext uri="{FF2B5EF4-FFF2-40B4-BE49-F238E27FC236}">
                <a16:creationId xmlns:a16="http://schemas.microsoft.com/office/drawing/2014/main" id="{EDDA7EAF-572A-6496-EB05-E30EDC73F77A}"/>
              </a:ext>
            </a:extLst>
          </p:cNvPr>
          <p:cNvSpPr>
            <a:spLocks noChangeShapeType="1"/>
          </p:cNvSpPr>
          <p:nvPr/>
        </p:nvSpPr>
        <p:spPr bwMode="auto">
          <a:xfrm>
            <a:off x="2124075" y="609282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8" name="Text Box 10">
            <a:extLst>
              <a:ext uri="{FF2B5EF4-FFF2-40B4-BE49-F238E27FC236}">
                <a16:creationId xmlns:a16="http://schemas.microsoft.com/office/drawing/2014/main" id="{7BDA753B-C712-057E-8678-BD1A70A9C943}"/>
              </a:ext>
            </a:extLst>
          </p:cNvPr>
          <p:cNvSpPr txBox="1">
            <a:spLocks noChangeArrowheads="1"/>
          </p:cNvSpPr>
          <p:nvPr/>
        </p:nvSpPr>
        <p:spPr bwMode="auto">
          <a:xfrm>
            <a:off x="2555875" y="981075"/>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存储设备</a:t>
            </a:r>
          </a:p>
        </p:txBody>
      </p:sp>
      <p:sp>
        <p:nvSpPr>
          <p:cNvPr id="12299" name="Text Box 11">
            <a:extLst>
              <a:ext uri="{FF2B5EF4-FFF2-40B4-BE49-F238E27FC236}">
                <a16:creationId xmlns:a16="http://schemas.microsoft.com/office/drawing/2014/main" id="{6B9963E4-6E7E-05F4-6AA5-052E87A425C1}"/>
              </a:ext>
            </a:extLst>
          </p:cNvPr>
          <p:cNvSpPr txBox="1">
            <a:spLocks noChangeArrowheads="1"/>
          </p:cNvSpPr>
          <p:nvPr/>
        </p:nvSpPr>
        <p:spPr bwMode="auto">
          <a:xfrm>
            <a:off x="2555875" y="3548063"/>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输入</a:t>
            </a:r>
            <a:r>
              <a:rPr lang="en-US" altLang="zh-CN" sz="2400" b="0">
                <a:latin typeface="Tahoma" panose="020B0604030504040204" pitchFamily="34" charset="0"/>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输出设备</a:t>
            </a:r>
          </a:p>
        </p:txBody>
      </p:sp>
      <p:sp>
        <p:nvSpPr>
          <p:cNvPr id="12300" name="Text Box 12">
            <a:extLst>
              <a:ext uri="{FF2B5EF4-FFF2-40B4-BE49-F238E27FC236}">
                <a16:creationId xmlns:a16="http://schemas.microsoft.com/office/drawing/2014/main" id="{24DA1E00-142A-058F-8096-4C8B3562FDC6}"/>
              </a:ext>
            </a:extLst>
          </p:cNvPr>
          <p:cNvSpPr txBox="1">
            <a:spLocks noChangeArrowheads="1"/>
          </p:cNvSpPr>
          <p:nvPr/>
        </p:nvSpPr>
        <p:spPr bwMode="auto">
          <a:xfrm>
            <a:off x="2484438" y="5348288"/>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终端设备</a:t>
            </a:r>
          </a:p>
        </p:txBody>
      </p:sp>
      <p:sp>
        <p:nvSpPr>
          <p:cNvPr id="12301" name="Text Box 13">
            <a:extLst>
              <a:ext uri="{FF2B5EF4-FFF2-40B4-BE49-F238E27FC236}">
                <a16:creationId xmlns:a16="http://schemas.microsoft.com/office/drawing/2014/main" id="{9597A9F0-B3E9-3CD6-9A19-ECFACD14060F}"/>
              </a:ext>
            </a:extLst>
          </p:cNvPr>
          <p:cNvSpPr txBox="1">
            <a:spLocks noChangeArrowheads="1"/>
          </p:cNvSpPr>
          <p:nvPr/>
        </p:nvSpPr>
        <p:spPr bwMode="auto">
          <a:xfrm>
            <a:off x="2484438" y="5876925"/>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脱机设备</a:t>
            </a:r>
          </a:p>
        </p:txBody>
      </p:sp>
      <p:sp>
        <p:nvSpPr>
          <p:cNvPr id="12302" name="Line 14">
            <a:extLst>
              <a:ext uri="{FF2B5EF4-FFF2-40B4-BE49-F238E27FC236}">
                <a16:creationId xmlns:a16="http://schemas.microsoft.com/office/drawing/2014/main" id="{0B6250A3-C827-0A1E-9781-D9A6EAFCBCA8}"/>
              </a:ext>
            </a:extLst>
          </p:cNvPr>
          <p:cNvSpPr>
            <a:spLocks noChangeShapeType="1"/>
          </p:cNvSpPr>
          <p:nvPr/>
        </p:nvSpPr>
        <p:spPr bwMode="auto">
          <a:xfrm>
            <a:off x="3924300" y="119697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3" name="Line 15">
            <a:extLst>
              <a:ext uri="{FF2B5EF4-FFF2-40B4-BE49-F238E27FC236}">
                <a16:creationId xmlns:a16="http://schemas.microsoft.com/office/drawing/2014/main" id="{00626915-A682-B502-7D3F-E56621EEF5BB}"/>
              </a:ext>
            </a:extLst>
          </p:cNvPr>
          <p:cNvSpPr>
            <a:spLocks noChangeShapeType="1"/>
          </p:cNvSpPr>
          <p:nvPr/>
        </p:nvSpPr>
        <p:spPr bwMode="auto">
          <a:xfrm>
            <a:off x="4284663" y="622300"/>
            <a:ext cx="0" cy="1150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4" name="Line 16">
            <a:extLst>
              <a:ext uri="{FF2B5EF4-FFF2-40B4-BE49-F238E27FC236}">
                <a16:creationId xmlns:a16="http://schemas.microsoft.com/office/drawing/2014/main" id="{981E8C93-42F5-1861-D241-AF4D9F3CE577}"/>
              </a:ext>
            </a:extLst>
          </p:cNvPr>
          <p:cNvSpPr>
            <a:spLocks noChangeShapeType="1"/>
          </p:cNvSpPr>
          <p:nvPr/>
        </p:nvSpPr>
        <p:spPr bwMode="auto">
          <a:xfrm>
            <a:off x="4283075" y="620713"/>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5" name="Line 17">
            <a:extLst>
              <a:ext uri="{FF2B5EF4-FFF2-40B4-BE49-F238E27FC236}">
                <a16:creationId xmlns:a16="http://schemas.microsoft.com/office/drawing/2014/main" id="{2B9608A1-9E7D-3803-ABF9-04B0918F3657}"/>
              </a:ext>
            </a:extLst>
          </p:cNvPr>
          <p:cNvSpPr>
            <a:spLocks noChangeShapeType="1"/>
          </p:cNvSpPr>
          <p:nvPr/>
        </p:nvSpPr>
        <p:spPr bwMode="auto">
          <a:xfrm>
            <a:off x="4284663" y="1196975"/>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6" name="Line 18">
            <a:extLst>
              <a:ext uri="{FF2B5EF4-FFF2-40B4-BE49-F238E27FC236}">
                <a16:creationId xmlns:a16="http://schemas.microsoft.com/office/drawing/2014/main" id="{A1EE82AD-A98B-468A-EF92-FAABF37E9969}"/>
              </a:ext>
            </a:extLst>
          </p:cNvPr>
          <p:cNvSpPr>
            <a:spLocks noChangeShapeType="1"/>
          </p:cNvSpPr>
          <p:nvPr/>
        </p:nvSpPr>
        <p:spPr bwMode="auto">
          <a:xfrm>
            <a:off x="4283075" y="177323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7" name="Text Box 19">
            <a:extLst>
              <a:ext uri="{FF2B5EF4-FFF2-40B4-BE49-F238E27FC236}">
                <a16:creationId xmlns:a16="http://schemas.microsoft.com/office/drawing/2014/main" id="{5EA95339-CD41-878A-A268-1FC0EFE6D5F1}"/>
              </a:ext>
            </a:extLst>
          </p:cNvPr>
          <p:cNvSpPr txBox="1">
            <a:spLocks noChangeArrowheads="1"/>
          </p:cNvSpPr>
          <p:nvPr/>
        </p:nvSpPr>
        <p:spPr bwMode="auto">
          <a:xfrm>
            <a:off x="4643438" y="404813"/>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磁带</a:t>
            </a:r>
          </a:p>
        </p:txBody>
      </p:sp>
      <p:sp>
        <p:nvSpPr>
          <p:cNvPr id="12308" name="Text Box 20">
            <a:extLst>
              <a:ext uri="{FF2B5EF4-FFF2-40B4-BE49-F238E27FC236}">
                <a16:creationId xmlns:a16="http://schemas.microsoft.com/office/drawing/2014/main" id="{25CEA72B-2D0E-1C8F-6658-0FE737491142}"/>
              </a:ext>
            </a:extLst>
          </p:cNvPr>
          <p:cNvSpPr txBox="1">
            <a:spLocks noChangeArrowheads="1"/>
          </p:cNvSpPr>
          <p:nvPr/>
        </p:nvSpPr>
        <p:spPr bwMode="auto">
          <a:xfrm>
            <a:off x="4643438" y="98107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磁盘</a:t>
            </a:r>
          </a:p>
        </p:txBody>
      </p:sp>
      <p:sp>
        <p:nvSpPr>
          <p:cNvPr id="12309" name="Text Box 21">
            <a:extLst>
              <a:ext uri="{FF2B5EF4-FFF2-40B4-BE49-F238E27FC236}">
                <a16:creationId xmlns:a16="http://schemas.microsoft.com/office/drawing/2014/main" id="{8AB21907-FEAF-024C-C5FC-85FFC58F5D41}"/>
              </a:ext>
            </a:extLst>
          </p:cNvPr>
          <p:cNvSpPr txBox="1">
            <a:spLocks noChangeArrowheads="1"/>
          </p:cNvSpPr>
          <p:nvPr/>
        </p:nvSpPr>
        <p:spPr bwMode="auto">
          <a:xfrm>
            <a:off x="4572000" y="1484313"/>
            <a:ext cx="3241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其它（磁鼓、光盘等）</a:t>
            </a:r>
          </a:p>
        </p:txBody>
      </p:sp>
      <p:sp>
        <p:nvSpPr>
          <p:cNvPr id="12310" name="Line 22">
            <a:extLst>
              <a:ext uri="{FF2B5EF4-FFF2-40B4-BE49-F238E27FC236}">
                <a16:creationId xmlns:a16="http://schemas.microsoft.com/office/drawing/2014/main" id="{4AC62C7E-4FA2-C289-FF8E-FF43A492A85B}"/>
              </a:ext>
            </a:extLst>
          </p:cNvPr>
          <p:cNvSpPr>
            <a:spLocks noChangeShapeType="1"/>
          </p:cNvSpPr>
          <p:nvPr/>
        </p:nvSpPr>
        <p:spPr bwMode="auto">
          <a:xfrm>
            <a:off x="5437188" y="1196975"/>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1" name="Line 23">
            <a:extLst>
              <a:ext uri="{FF2B5EF4-FFF2-40B4-BE49-F238E27FC236}">
                <a16:creationId xmlns:a16="http://schemas.microsoft.com/office/drawing/2014/main" id="{0760DFC8-6F64-52B6-2932-DA5C7DF6252A}"/>
              </a:ext>
            </a:extLst>
          </p:cNvPr>
          <p:cNvSpPr>
            <a:spLocks noChangeShapeType="1"/>
          </p:cNvSpPr>
          <p:nvPr/>
        </p:nvSpPr>
        <p:spPr bwMode="auto">
          <a:xfrm>
            <a:off x="5795963" y="782638"/>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2" name="Line 24">
            <a:extLst>
              <a:ext uri="{FF2B5EF4-FFF2-40B4-BE49-F238E27FC236}">
                <a16:creationId xmlns:a16="http://schemas.microsoft.com/office/drawing/2014/main" id="{5C87BDB5-E91B-9827-CAF1-B12FF630428D}"/>
              </a:ext>
            </a:extLst>
          </p:cNvPr>
          <p:cNvSpPr>
            <a:spLocks noChangeShapeType="1"/>
          </p:cNvSpPr>
          <p:nvPr/>
        </p:nvSpPr>
        <p:spPr bwMode="auto">
          <a:xfrm>
            <a:off x="5797550" y="138747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3" name="Text Box 25">
            <a:extLst>
              <a:ext uri="{FF2B5EF4-FFF2-40B4-BE49-F238E27FC236}">
                <a16:creationId xmlns:a16="http://schemas.microsoft.com/office/drawing/2014/main" id="{15957CB3-792C-BAB7-408A-795B107F715A}"/>
              </a:ext>
            </a:extLst>
          </p:cNvPr>
          <p:cNvSpPr txBox="1">
            <a:spLocks noChangeArrowheads="1"/>
          </p:cNvSpPr>
          <p:nvPr/>
        </p:nvSpPr>
        <p:spPr bwMode="auto">
          <a:xfrm>
            <a:off x="6156325" y="595313"/>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软盘</a:t>
            </a:r>
          </a:p>
        </p:txBody>
      </p:sp>
      <p:sp>
        <p:nvSpPr>
          <p:cNvPr id="12314" name="Text Box 26">
            <a:extLst>
              <a:ext uri="{FF2B5EF4-FFF2-40B4-BE49-F238E27FC236}">
                <a16:creationId xmlns:a16="http://schemas.microsoft.com/office/drawing/2014/main" id="{022BBFC6-7F00-9633-2C46-89A58DE9A1FE}"/>
              </a:ext>
            </a:extLst>
          </p:cNvPr>
          <p:cNvSpPr txBox="1">
            <a:spLocks noChangeArrowheads="1"/>
          </p:cNvSpPr>
          <p:nvPr/>
        </p:nvSpPr>
        <p:spPr bwMode="auto">
          <a:xfrm>
            <a:off x="6156325" y="117157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硬盘</a:t>
            </a:r>
          </a:p>
        </p:txBody>
      </p:sp>
      <p:sp>
        <p:nvSpPr>
          <p:cNvPr id="12315" name="Line 27">
            <a:extLst>
              <a:ext uri="{FF2B5EF4-FFF2-40B4-BE49-F238E27FC236}">
                <a16:creationId xmlns:a16="http://schemas.microsoft.com/office/drawing/2014/main" id="{1FBE4BE0-928A-B810-AA70-D8BF9DCFCBFB}"/>
              </a:ext>
            </a:extLst>
          </p:cNvPr>
          <p:cNvSpPr>
            <a:spLocks noChangeShapeType="1"/>
          </p:cNvSpPr>
          <p:nvPr/>
        </p:nvSpPr>
        <p:spPr bwMode="auto">
          <a:xfrm>
            <a:off x="5795963" y="765175"/>
            <a:ext cx="0" cy="6477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6" name="Line 28">
            <a:extLst>
              <a:ext uri="{FF2B5EF4-FFF2-40B4-BE49-F238E27FC236}">
                <a16:creationId xmlns:a16="http://schemas.microsoft.com/office/drawing/2014/main" id="{9F2BADF4-E1B0-F886-E75B-41D516A69270}"/>
              </a:ext>
            </a:extLst>
          </p:cNvPr>
          <p:cNvSpPr>
            <a:spLocks noChangeShapeType="1"/>
          </p:cNvSpPr>
          <p:nvPr/>
        </p:nvSpPr>
        <p:spPr bwMode="auto">
          <a:xfrm>
            <a:off x="4643438" y="378936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7" name="Line 29">
            <a:extLst>
              <a:ext uri="{FF2B5EF4-FFF2-40B4-BE49-F238E27FC236}">
                <a16:creationId xmlns:a16="http://schemas.microsoft.com/office/drawing/2014/main" id="{0E29D928-7726-4025-62CC-26FFCDB40FBD}"/>
              </a:ext>
            </a:extLst>
          </p:cNvPr>
          <p:cNvSpPr>
            <a:spLocks noChangeShapeType="1"/>
          </p:cNvSpPr>
          <p:nvPr/>
        </p:nvSpPr>
        <p:spPr bwMode="auto">
          <a:xfrm>
            <a:off x="5003800" y="2087563"/>
            <a:ext cx="0" cy="29511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8" name="Line 30">
            <a:extLst>
              <a:ext uri="{FF2B5EF4-FFF2-40B4-BE49-F238E27FC236}">
                <a16:creationId xmlns:a16="http://schemas.microsoft.com/office/drawing/2014/main" id="{916257A9-96C6-840D-09CF-2F7E83E252AE}"/>
              </a:ext>
            </a:extLst>
          </p:cNvPr>
          <p:cNvSpPr>
            <a:spLocks noChangeShapeType="1"/>
          </p:cNvSpPr>
          <p:nvPr/>
        </p:nvSpPr>
        <p:spPr bwMode="auto">
          <a:xfrm>
            <a:off x="5002213" y="2085975"/>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9" name="Line 31">
            <a:extLst>
              <a:ext uri="{FF2B5EF4-FFF2-40B4-BE49-F238E27FC236}">
                <a16:creationId xmlns:a16="http://schemas.microsoft.com/office/drawing/2014/main" id="{991DC563-DB31-58AE-E5FC-C30480E7C4DA}"/>
              </a:ext>
            </a:extLst>
          </p:cNvPr>
          <p:cNvSpPr>
            <a:spLocks noChangeShapeType="1"/>
          </p:cNvSpPr>
          <p:nvPr/>
        </p:nvSpPr>
        <p:spPr bwMode="auto">
          <a:xfrm>
            <a:off x="5003800" y="244633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0" name="Line 32">
            <a:extLst>
              <a:ext uri="{FF2B5EF4-FFF2-40B4-BE49-F238E27FC236}">
                <a16:creationId xmlns:a16="http://schemas.microsoft.com/office/drawing/2014/main" id="{730393A3-AB46-578D-52F0-99F50A9629CE}"/>
              </a:ext>
            </a:extLst>
          </p:cNvPr>
          <p:cNvSpPr>
            <a:spLocks noChangeShapeType="1"/>
          </p:cNvSpPr>
          <p:nvPr/>
        </p:nvSpPr>
        <p:spPr bwMode="auto">
          <a:xfrm>
            <a:off x="5002213" y="280511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1" name="Line 33">
            <a:extLst>
              <a:ext uri="{FF2B5EF4-FFF2-40B4-BE49-F238E27FC236}">
                <a16:creationId xmlns:a16="http://schemas.microsoft.com/office/drawing/2014/main" id="{64A6C996-704F-46ED-BD89-CE1B669654A3}"/>
              </a:ext>
            </a:extLst>
          </p:cNvPr>
          <p:cNvSpPr>
            <a:spLocks noChangeShapeType="1"/>
          </p:cNvSpPr>
          <p:nvPr/>
        </p:nvSpPr>
        <p:spPr bwMode="auto">
          <a:xfrm>
            <a:off x="5003800" y="3238500"/>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2" name="Line 34">
            <a:extLst>
              <a:ext uri="{FF2B5EF4-FFF2-40B4-BE49-F238E27FC236}">
                <a16:creationId xmlns:a16="http://schemas.microsoft.com/office/drawing/2014/main" id="{708062F8-16AA-64D8-47E2-B26BE3129439}"/>
              </a:ext>
            </a:extLst>
          </p:cNvPr>
          <p:cNvSpPr>
            <a:spLocks noChangeShapeType="1"/>
          </p:cNvSpPr>
          <p:nvPr/>
        </p:nvSpPr>
        <p:spPr bwMode="auto">
          <a:xfrm>
            <a:off x="5005388" y="359886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3" name="Line 35">
            <a:extLst>
              <a:ext uri="{FF2B5EF4-FFF2-40B4-BE49-F238E27FC236}">
                <a16:creationId xmlns:a16="http://schemas.microsoft.com/office/drawing/2014/main" id="{EA396808-B341-E89D-7614-40F848A65F2C}"/>
              </a:ext>
            </a:extLst>
          </p:cNvPr>
          <p:cNvSpPr>
            <a:spLocks noChangeShapeType="1"/>
          </p:cNvSpPr>
          <p:nvPr/>
        </p:nvSpPr>
        <p:spPr bwMode="auto">
          <a:xfrm>
            <a:off x="5003800" y="395763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4" name="Line 36">
            <a:extLst>
              <a:ext uri="{FF2B5EF4-FFF2-40B4-BE49-F238E27FC236}">
                <a16:creationId xmlns:a16="http://schemas.microsoft.com/office/drawing/2014/main" id="{FD897ADA-4000-CDDC-77CF-6AC95035061F}"/>
              </a:ext>
            </a:extLst>
          </p:cNvPr>
          <p:cNvSpPr>
            <a:spLocks noChangeShapeType="1"/>
          </p:cNvSpPr>
          <p:nvPr/>
        </p:nvSpPr>
        <p:spPr bwMode="auto">
          <a:xfrm>
            <a:off x="5003800" y="431958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5" name="Line 37">
            <a:extLst>
              <a:ext uri="{FF2B5EF4-FFF2-40B4-BE49-F238E27FC236}">
                <a16:creationId xmlns:a16="http://schemas.microsoft.com/office/drawing/2014/main" id="{858856DB-1398-6D30-9118-4966A7FD4DC6}"/>
              </a:ext>
            </a:extLst>
          </p:cNvPr>
          <p:cNvSpPr>
            <a:spLocks noChangeShapeType="1"/>
          </p:cNvSpPr>
          <p:nvPr/>
        </p:nvSpPr>
        <p:spPr bwMode="auto">
          <a:xfrm>
            <a:off x="5005388" y="4679950"/>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6" name="Line 38">
            <a:extLst>
              <a:ext uri="{FF2B5EF4-FFF2-40B4-BE49-F238E27FC236}">
                <a16:creationId xmlns:a16="http://schemas.microsoft.com/office/drawing/2014/main" id="{A3DF936B-0A19-A67C-D27D-4E1B8776D3AB}"/>
              </a:ext>
            </a:extLst>
          </p:cNvPr>
          <p:cNvSpPr>
            <a:spLocks noChangeShapeType="1"/>
          </p:cNvSpPr>
          <p:nvPr/>
        </p:nvSpPr>
        <p:spPr bwMode="auto">
          <a:xfrm>
            <a:off x="5003800" y="503872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7" name="Text Box 39">
            <a:extLst>
              <a:ext uri="{FF2B5EF4-FFF2-40B4-BE49-F238E27FC236}">
                <a16:creationId xmlns:a16="http://schemas.microsoft.com/office/drawing/2014/main" id="{883CCEE4-2678-8DF5-EA19-FDA93AEECBB1}"/>
              </a:ext>
            </a:extLst>
          </p:cNvPr>
          <p:cNvSpPr txBox="1">
            <a:spLocks noChangeArrowheads="1"/>
          </p:cNvSpPr>
          <p:nvPr/>
        </p:nvSpPr>
        <p:spPr bwMode="auto">
          <a:xfrm>
            <a:off x="5364163" y="184467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键盘</a:t>
            </a:r>
          </a:p>
        </p:txBody>
      </p:sp>
      <p:sp>
        <p:nvSpPr>
          <p:cNvPr id="12328" name="Text Box 40">
            <a:extLst>
              <a:ext uri="{FF2B5EF4-FFF2-40B4-BE49-F238E27FC236}">
                <a16:creationId xmlns:a16="http://schemas.microsoft.com/office/drawing/2014/main" id="{412F76B5-08A8-2D9B-99C1-750AD491BE14}"/>
              </a:ext>
            </a:extLst>
          </p:cNvPr>
          <p:cNvSpPr txBox="1">
            <a:spLocks noChangeArrowheads="1"/>
          </p:cNvSpPr>
          <p:nvPr/>
        </p:nvSpPr>
        <p:spPr bwMode="auto">
          <a:xfrm>
            <a:off x="5364163" y="2230438"/>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打印机</a:t>
            </a:r>
          </a:p>
        </p:txBody>
      </p:sp>
      <p:sp>
        <p:nvSpPr>
          <p:cNvPr id="12329" name="Text Box 41">
            <a:extLst>
              <a:ext uri="{FF2B5EF4-FFF2-40B4-BE49-F238E27FC236}">
                <a16:creationId xmlns:a16="http://schemas.microsoft.com/office/drawing/2014/main" id="{D3363ADD-4465-9AAD-F949-8567D39021DE}"/>
              </a:ext>
            </a:extLst>
          </p:cNvPr>
          <p:cNvSpPr txBox="1">
            <a:spLocks noChangeArrowheads="1"/>
          </p:cNvSpPr>
          <p:nvPr/>
        </p:nvSpPr>
        <p:spPr bwMode="auto">
          <a:xfrm>
            <a:off x="5364163" y="2565400"/>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显示器</a:t>
            </a:r>
          </a:p>
        </p:txBody>
      </p:sp>
      <p:sp>
        <p:nvSpPr>
          <p:cNvPr id="12330" name="Text Box 42">
            <a:extLst>
              <a:ext uri="{FF2B5EF4-FFF2-40B4-BE49-F238E27FC236}">
                <a16:creationId xmlns:a16="http://schemas.microsoft.com/office/drawing/2014/main" id="{C9A84816-A6FE-2DD2-4F28-7E52014499AF}"/>
              </a:ext>
            </a:extLst>
          </p:cNvPr>
          <p:cNvSpPr txBox="1">
            <a:spLocks noChangeArrowheads="1"/>
          </p:cNvSpPr>
          <p:nvPr/>
        </p:nvSpPr>
        <p:spPr bwMode="auto">
          <a:xfrm>
            <a:off x="5364163" y="2997200"/>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图形输入</a:t>
            </a:r>
            <a:r>
              <a:rPr lang="en-US" altLang="zh-CN" sz="2400" b="0">
                <a:latin typeface="Tahoma" panose="020B0604030504040204" pitchFamily="34" charset="0"/>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输出设备</a:t>
            </a:r>
          </a:p>
        </p:txBody>
      </p:sp>
      <p:sp>
        <p:nvSpPr>
          <p:cNvPr id="12331" name="Text Box 43">
            <a:extLst>
              <a:ext uri="{FF2B5EF4-FFF2-40B4-BE49-F238E27FC236}">
                <a16:creationId xmlns:a16="http://schemas.microsoft.com/office/drawing/2014/main" id="{FADE6A5E-DB58-AD41-C3FA-E61B5F20E328}"/>
              </a:ext>
            </a:extLst>
          </p:cNvPr>
          <p:cNvSpPr txBox="1">
            <a:spLocks noChangeArrowheads="1"/>
          </p:cNvSpPr>
          <p:nvPr/>
        </p:nvSpPr>
        <p:spPr bwMode="auto">
          <a:xfrm>
            <a:off x="5364163" y="3381375"/>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图像输入</a:t>
            </a:r>
            <a:r>
              <a:rPr lang="en-US" altLang="zh-CN" sz="2400" b="0">
                <a:latin typeface="Tahoma" panose="020B0604030504040204" pitchFamily="34" charset="0"/>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输出设备</a:t>
            </a:r>
          </a:p>
        </p:txBody>
      </p:sp>
      <p:sp>
        <p:nvSpPr>
          <p:cNvPr id="12332" name="Text Box 44">
            <a:extLst>
              <a:ext uri="{FF2B5EF4-FFF2-40B4-BE49-F238E27FC236}">
                <a16:creationId xmlns:a16="http://schemas.microsoft.com/office/drawing/2014/main" id="{0BDF231A-7E89-7700-DE19-D33BCEE1ED6B}"/>
              </a:ext>
            </a:extLst>
          </p:cNvPr>
          <p:cNvSpPr txBox="1">
            <a:spLocks noChangeArrowheads="1"/>
          </p:cNvSpPr>
          <p:nvPr/>
        </p:nvSpPr>
        <p:spPr bwMode="auto">
          <a:xfrm>
            <a:off x="5364163" y="4076700"/>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声音输入</a:t>
            </a:r>
            <a:r>
              <a:rPr lang="en-US" altLang="zh-CN" sz="2400" b="0">
                <a:latin typeface="Tahoma" panose="020B0604030504040204" pitchFamily="34" charset="0"/>
                <a:ea typeface="华文中宋" panose="02010600040101010101" pitchFamily="2" charset="-122"/>
              </a:rPr>
              <a:t>/</a:t>
            </a:r>
            <a:r>
              <a:rPr lang="zh-CN" altLang="en-US" sz="2400" b="0">
                <a:latin typeface="Tahoma" panose="020B0604030504040204" pitchFamily="34" charset="0"/>
                <a:ea typeface="华文中宋" panose="02010600040101010101" pitchFamily="2" charset="-122"/>
              </a:rPr>
              <a:t>输出设备</a:t>
            </a:r>
          </a:p>
        </p:txBody>
      </p:sp>
      <p:sp>
        <p:nvSpPr>
          <p:cNvPr id="12333" name="Text Box 45">
            <a:extLst>
              <a:ext uri="{FF2B5EF4-FFF2-40B4-BE49-F238E27FC236}">
                <a16:creationId xmlns:a16="http://schemas.microsoft.com/office/drawing/2014/main" id="{103C88A4-BB46-E9E0-B68C-365C1421F094}"/>
              </a:ext>
            </a:extLst>
          </p:cNvPr>
          <p:cNvSpPr txBox="1">
            <a:spLocks noChangeArrowheads="1"/>
          </p:cNvSpPr>
          <p:nvPr/>
        </p:nvSpPr>
        <p:spPr bwMode="auto">
          <a:xfrm>
            <a:off x="5364163" y="3741738"/>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绘图机</a:t>
            </a:r>
          </a:p>
        </p:txBody>
      </p:sp>
      <p:sp>
        <p:nvSpPr>
          <p:cNvPr id="12334" name="Text Box 46">
            <a:extLst>
              <a:ext uri="{FF2B5EF4-FFF2-40B4-BE49-F238E27FC236}">
                <a16:creationId xmlns:a16="http://schemas.microsoft.com/office/drawing/2014/main" id="{6C4BB4F9-6A5B-B723-4EEF-0BE45402E72C}"/>
              </a:ext>
            </a:extLst>
          </p:cNvPr>
          <p:cNvSpPr txBox="1">
            <a:spLocks noChangeArrowheads="1"/>
          </p:cNvSpPr>
          <p:nvPr/>
        </p:nvSpPr>
        <p:spPr bwMode="auto">
          <a:xfrm>
            <a:off x="5364163" y="4437063"/>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网络通信板</a:t>
            </a:r>
          </a:p>
        </p:txBody>
      </p:sp>
      <p:sp>
        <p:nvSpPr>
          <p:cNvPr id="12335" name="Text Box 47">
            <a:extLst>
              <a:ext uri="{FF2B5EF4-FFF2-40B4-BE49-F238E27FC236}">
                <a16:creationId xmlns:a16="http://schemas.microsoft.com/office/drawing/2014/main" id="{815B5A55-543A-6DFE-B147-FE7972795D96}"/>
              </a:ext>
            </a:extLst>
          </p:cNvPr>
          <p:cNvSpPr txBox="1">
            <a:spLocks noChangeArrowheads="1"/>
          </p:cNvSpPr>
          <p:nvPr/>
        </p:nvSpPr>
        <p:spPr bwMode="auto">
          <a:xfrm>
            <a:off x="5364163" y="4797425"/>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其它</a:t>
            </a:r>
          </a:p>
        </p:txBody>
      </p:sp>
      <p:sp>
        <p:nvSpPr>
          <p:cNvPr id="12336" name="Line 48">
            <a:extLst>
              <a:ext uri="{FF2B5EF4-FFF2-40B4-BE49-F238E27FC236}">
                <a16:creationId xmlns:a16="http://schemas.microsoft.com/office/drawing/2014/main" id="{4033AC14-FE57-901F-ADBF-4072822DEB1E}"/>
              </a:ext>
            </a:extLst>
          </p:cNvPr>
          <p:cNvSpPr>
            <a:spLocks noChangeShapeType="1"/>
          </p:cNvSpPr>
          <p:nvPr/>
        </p:nvSpPr>
        <p:spPr bwMode="auto">
          <a:xfrm>
            <a:off x="3924300" y="556418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7" name="Line 49">
            <a:extLst>
              <a:ext uri="{FF2B5EF4-FFF2-40B4-BE49-F238E27FC236}">
                <a16:creationId xmlns:a16="http://schemas.microsoft.com/office/drawing/2014/main" id="{6EED01C1-6689-BE47-C382-C39DC65F3897}"/>
              </a:ext>
            </a:extLst>
          </p:cNvPr>
          <p:cNvSpPr>
            <a:spLocks noChangeShapeType="1"/>
          </p:cNvSpPr>
          <p:nvPr/>
        </p:nvSpPr>
        <p:spPr bwMode="auto">
          <a:xfrm>
            <a:off x="4286250" y="5445125"/>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8" name="Line 50">
            <a:extLst>
              <a:ext uri="{FF2B5EF4-FFF2-40B4-BE49-F238E27FC236}">
                <a16:creationId xmlns:a16="http://schemas.microsoft.com/office/drawing/2014/main" id="{B1D197B5-8D26-B394-E9D6-EB8FED43F7E8}"/>
              </a:ext>
            </a:extLst>
          </p:cNvPr>
          <p:cNvSpPr>
            <a:spLocks noChangeShapeType="1"/>
          </p:cNvSpPr>
          <p:nvPr/>
        </p:nvSpPr>
        <p:spPr bwMode="auto">
          <a:xfrm>
            <a:off x="4284663" y="5803900"/>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9" name="Line 51">
            <a:extLst>
              <a:ext uri="{FF2B5EF4-FFF2-40B4-BE49-F238E27FC236}">
                <a16:creationId xmlns:a16="http://schemas.microsoft.com/office/drawing/2014/main" id="{42629AFD-2B28-5F77-9123-8167B12A6300}"/>
              </a:ext>
            </a:extLst>
          </p:cNvPr>
          <p:cNvSpPr>
            <a:spLocks noChangeShapeType="1"/>
          </p:cNvSpPr>
          <p:nvPr/>
        </p:nvSpPr>
        <p:spPr bwMode="auto">
          <a:xfrm>
            <a:off x="4284663" y="6165850"/>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0" name="Line 52">
            <a:extLst>
              <a:ext uri="{FF2B5EF4-FFF2-40B4-BE49-F238E27FC236}">
                <a16:creationId xmlns:a16="http://schemas.microsoft.com/office/drawing/2014/main" id="{D12A13EB-64F7-DF0A-A040-6ACC7634A875}"/>
              </a:ext>
            </a:extLst>
          </p:cNvPr>
          <p:cNvSpPr>
            <a:spLocks noChangeShapeType="1"/>
          </p:cNvSpPr>
          <p:nvPr/>
        </p:nvSpPr>
        <p:spPr bwMode="auto">
          <a:xfrm>
            <a:off x="4284663" y="5445125"/>
            <a:ext cx="0" cy="7207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1" name="Text Box 53">
            <a:extLst>
              <a:ext uri="{FF2B5EF4-FFF2-40B4-BE49-F238E27FC236}">
                <a16:creationId xmlns:a16="http://schemas.microsoft.com/office/drawing/2014/main" id="{0E8F0235-A464-D5CD-241A-C87D968374AC}"/>
              </a:ext>
            </a:extLst>
          </p:cNvPr>
          <p:cNvSpPr txBox="1">
            <a:spLocks noChangeArrowheads="1"/>
          </p:cNvSpPr>
          <p:nvPr/>
        </p:nvSpPr>
        <p:spPr bwMode="auto">
          <a:xfrm>
            <a:off x="4572000" y="5229225"/>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通用终端</a:t>
            </a:r>
          </a:p>
        </p:txBody>
      </p:sp>
      <p:sp>
        <p:nvSpPr>
          <p:cNvPr id="12342" name="Text Box 54">
            <a:extLst>
              <a:ext uri="{FF2B5EF4-FFF2-40B4-BE49-F238E27FC236}">
                <a16:creationId xmlns:a16="http://schemas.microsoft.com/office/drawing/2014/main" id="{EE6F6418-D9AE-ED37-8B85-BC63A13E3B2B}"/>
              </a:ext>
            </a:extLst>
          </p:cNvPr>
          <p:cNvSpPr txBox="1">
            <a:spLocks noChangeArrowheads="1"/>
          </p:cNvSpPr>
          <p:nvPr/>
        </p:nvSpPr>
        <p:spPr bwMode="auto">
          <a:xfrm>
            <a:off x="4572000" y="5564188"/>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专用终端</a:t>
            </a:r>
          </a:p>
        </p:txBody>
      </p:sp>
      <p:sp>
        <p:nvSpPr>
          <p:cNvPr id="12343" name="Text Box 55">
            <a:extLst>
              <a:ext uri="{FF2B5EF4-FFF2-40B4-BE49-F238E27FC236}">
                <a16:creationId xmlns:a16="http://schemas.microsoft.com/office/drawing/2014/main" id="{0DBB02D7-42F1-1A02-548C-F14B451E6306}"/>
              </a:ext>
            </a:extLst>
          </p:cNvPr>
          <p:cNvSpPr txBox="1">
            <a:spLocks noChangeArrowheads="1"/>
          </p:cNvSpPr>
          <p:nvPr/>
        </p:nvSpPr>
        <p:spPr bwMode="auto">
          <a:xfrm>
            <a:off x="4572000" y="5924550"/>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虚终端</a:t>
            </a:r>
          </a:p>
        </p:txBody>
      </p:sp>
      <p:sp>
        <p:nvSpPr>
          <p:cNvPr id="12344" name="Line 56">
            <a:extLst>
              <a:ext uri="{FF2B5EF4-FFF2-40B4-BE49-F238E27FC236}">
                <a16:creationId xmlns:a16="http://schemas.microsoft.com/office/drawing/2014/main" id="{7A0FEE31-877C-6FD9-8E97-8C54AC3ACEF8}"/>
              </a:ext>
            </a:extLst>
          </p:cNvPr>
          <p:cNvSpPr>
            <a:spLocks noChangeShapeType="1"/>
          </p:cNvSpPr>
          <p:nvPr/>
        </p:nvSpPr>
        <p:spPr bwMode="auto">
          <a:xfrm>
            <a:off x="6013450" y="5467350"/>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5" name="Line 57">
            <a:extLst>
              <a:ext uri="{FF2B5EF4-FFF2-40B4-BE49-F238E27FC236}">
                <a16:creationId xmlns:a16="http://schemas.microsoft.com/office/drawing/2014/main" id="{539E0CE2-F988-3087-E107-7CAFBC3A2183}"/>
              </a:ext>
            </a:extLst>
          </p:cNvPr>
          <p:cNvSpPr>
            <a:spLocks noChangeShapeType="1"/>
          </p:cNvSpPr>
          <p:nvPr/>
        </p:nvSpPr>
        <p:spPr bwMode="auto">
          <a:xfrm>
            <a:off x="6375400" y="5348288"/>
            <a:ext cx="3603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6" name="Line 58">
            <a:extLst>
              <a:ext uri="{FF2B5EF4-FFF2-40B4-BE49-F238E27FC236}">
                <a16:creationId xmlns:a16="http://schemas.microsoft.com/office/drawing/2014/main" id="{65CC697F-A1CD-462C-C998-DD40B29C50BB}"/>
              </a:ext>
            </a:extLst>
          </p:cNvPr>
          <p:cNvSpPr>
            <a:spLocks noChangeShapeType="1"/>
          </p:cNvSpPr>
          <p:nvPr/>
        </p:nvSpPr>
        <p:spPr bwMode="auto">
          <a:xfrm>
            <a:off x="6373813" y="570706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7" name="Line 59">
            <a:extLst>
              <a:ext uri="{FF2B5EF4-FFF2-40B4-BE49-F238E27FC236}">
                <a16:creationId xmlns:a16="http://schemas.microsoft.com/office/drawing/2014/main" id="{F9168678-1C1F-73E4-100E-1CA0172358B2}"/>
              </a:ext>
            </a:extLst>
          </p:cNvPr>
          <p:cNvSpPr>
            <a:spLocks noChangeShapeType="1"/>
          </p:cNvSpPr>
          <p:nvPr/>
        </p:nvSpPr>
        <p:spPr bwMode="auto">
          <a:xfrm>
            <a:off x="6373813" y="6069013"/>
            <a:ext cx="3603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8" name="Line 60">
            <a:extLst>
              <a:ext uri="{FF2B5EF4-FFF2-40B4-BE49-F238E27FC236}">
                <a16:creationId xmlns:a16="http://schemas.microsoft.com/office/drawing/2014/main" id="{268B6C9B-7E2A-51DF-A2C7-5926795BF327}"/>
              </a:ext>
            </a:extLst>
          </p:cNvPr>
          <p:cNvSpPr>
            <a:spLocks noChangeShapeType="1"/>
          </p:cNvSpPr>
          <p:nvPr/>
        </p:nvSpPr>
        <p:spPr bwMode="auto">
          <a:xfrm>
            <a:off x="6373813" y="5348288"/>
            <a:ext cx="0" cy="7207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9" name="Text Box 61">
            <a:extLst>
              <a:ext uri="{FF2B5EF4-FFF2-40B4-BE49-F238E27FC236}">
                <a16:creationId xmlns:a16="http://schemas.microsoft.com/office/drawing/2014/main" id="{590F59B9-081A-59ED-F16F-C9C39BB91690}"/>
              </a:ext>
            </a:extLst>
          </p:cNvPr>
          <p:cNvSpPr txBox="1">
            <a:spLocks noChangeArrowheads="1"/>
          </p:cNvSpPr>
          <p:nvPr/>
        </p:nvSpPr>
        <p:spPr bwMode="auto">
          <a:xfrm>
            <a:off x="6661150" y="5132388"/>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会话型</a:t>
            </a:r>
          </a:p>
        </p:txBody>
      </p:sp>
      <p:sp>
        <p:nvSpPr>
          <p:cNvPr id="12350" name="Text Box 62">
            <a:extLst>
              <a:ext uri="{FF2B5EF4-FFF2-40B4-BE49-F238E27FC236}">
                <a16:creationId xmlns:a16="http://schemas.microsoft.com/office/drawing/2014/main" id="{B19F5547-A15A-F4C2-E6C7-77FB50F91150}"/>
              </a:ext>
            </a:extLst>
          </p:cNvPr>
          <p:cNvSpPr txBox="1">
            <a:spLocks noChangeArrowheads="1"/>
          </p:cNvSpPr>
          <p:nvPr/>
        </p:nvSpPr>
        <p:spPr bwMode="auto">
          <a:xfrm>
            <a:off x="6661150" y="5467350"/>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批处理型</a:t>
            </a:r>
          </a:p>
        </p:txBody>
      </p:sp>
      <p:sp>
        <p:nvSpPr>
          <p:cNvPr id="12351" name="Text Box 63">
            <a:extLst>
              <a:ext uri="{FF2B5EF4-FFF2-40B4-BE49-F238E27FC236}">
                <a16:creationId xmlns:a16="http://schemas.microsoft.com/office/drawing/2014/main" id="{0595197D-6D57-08F2-948D-67310893E866}"/>
              </a:ext>
            </a:extLst>
          </p:cNvPr>
          <p:cNvSpPr txBox="1">
            <a:spLocks noChangeArrowheads="1"/>
          </p:cNvSpPr>
          <p:nvPr/>
        </p:nvSpPr>
        <p:spPr bwMode="auto">
          <a:xfrm>
            <a:off x="6661150" y="5827713"/>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智能终端</a:t>
            </a:r>
          </a:p>
        </p:txBody>
      </p:sp>
    </p:spTree>
  </p:cSld>
  <p:clrMapOvr>
    <a:masterClrMapping/>
  </p:clrMapOvr>
  <p:transition spd="med">
    <p:random/>
    <p:sndAc>
      <p:stSnd>
        <p:snd r:embed="rId2"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9A4B0E5-CC1C-D63D-6421-DDC25BF6CA8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C85B237-CA05-6742-BE32-CB1C6E39E315}" type="slidenum">
              <a:rPr lang="en-US" altLang="zh-CN">
                <a:latin typeface="Arial" panose="020B0604020202020204" pitchFamily="34" charset="0"/>
              </a:rPr>
              <a:pPr/>
              <a:t>7</a:t>
            </a:fld>
            <a:endParaRPr lang="en-US" altLang="zh-CN">
              <a:latin typeface="Arial" panose="020B0604020202020204" pitchFamily="34" charset="0"/>
            </a:endParaRPr>
          </a:p>
        </p:txBody>
      </p:sp>
      <p:sp>
        <p:nvSpPr>
          <p:cNvPr id="574466" name="Rectangle 2">
            <a:extLst>
              <a:ext uri="{FF2B5EF4-FFF2-40B4-BE49-F238E27FC236}">
                <a16:creationId xmlns:a16="http://schemas.microsoft.com/office/drawing/2014/main" id="{2F57390E-4954-F5B5-E968-14669724C51E}"/>
              </a:ext>
            </a:extLst>
          </p:cNvPr>
          <p:cNvSpPr>
            <a:spLocks noGrp="1" noRot="1" noChangeArrowheads="1"/>
          </p:cNvSpPr>
          <p:nvPr>
            <p:ph type="title"/>
          </p:nvPr>
        </p:nvSpPr>
        <p:spPr/>
        <p:txBody>
          <a:bodyPr/>
          <a:lstStyle/>
          <a:p>
            <a:pPr eaLnBrk="1" hangingPunct="1"/>
            <a:r>
              <a:rPr lang="en-US" altLang="zh-CN" dirty="0"/>
              <a:t>6.1.1 </a:t>
            </a:r>
            <a:r>
              <a:rPr lang="zh-CN" altLang="en-US" dirty="0"/>
              <a:t>设备的类别（续）</a:t>
            </a:r>
          </a:p>
        </p:txBody>
      </p:sp>
      <p:sp>
        <p:nvSpPr>
          <p:cNvPr id="574467" name="Rectangle 3">
            <a:extLst>
              <a:ext uri="{FF2B5EF4-FFF2-40B4-BE49-F238E27FC236}">
                <a16:creationId xmlns:a16="http://schemas.microsoft.com/office/drawing/2014/main" id="{6F0F62D3-02F2-517A-C186-273DDE860EE2}"/>
              </a:ext>
            </a:extLst>
          </p:cNvPr>
          <p:cNvSpPr>
            <a:spLocks noGrp="1" noRot="1" noChangeArrowheads="1"/>
          </p:cNvSpPr>
          <p:nvPr>
            <p:ph type="body" idx="1"/>
          </p:nvPr>
        </p:nvSpPr>
        <p:spPr/>
        <p:txBody>
          <a:bodyPr/>
          <a:lstStyle/>
          <a:p>
            <a:pPr eaLnBrk="1" hangingPunct="1"/>
            <a:r>
              <a:rPr lang="zh-CN" altLang="en-US">
                <a:solidFill>
                  <a:schemeClr val="hlink"/>
                </a:solidFill>
              </a:rPr>
              <a:t>按从属关系分类</a:t>
            </a:r>
            <a:r>
              <a:rPr lang="zh-CN" altLang="en-US"/>
              <a:t>：</a:t>
            </a:r>
            <a:r>
              <a:rPr lang="zh-CN" altLang="en-US">
                <a:solidFill>
                  <a:srgbClr val="CC0066"/>
                </a:solidFill>
              </a:rPr>
              <a:t>系统设备</a:t>
            </a:r>
            <a:r>
              <a:rPr lang="zh-CN" altLang="en-US"/>
              <a:t>和</a:t>
            </a:r>
            <a:r>
              <a:rPr lang="zh-CN" altLang="en-US">
                <a:solidFill>
                  <a:srgbClr val="CC0066"/>
                </a:solidFill>
              </a:rPr>
              <a:t>用户设备</a:t>
            </a:r>
          </a:p>
          <a:p>
            <a:pPr eaLnBrk="1" hangingPunct="1"/>
            <a:r>
              <a:rPr lang="zh-CN" altLang="en-US">
                <a:solidFill>
                  <a:schemeClr val="hlink"/>
                </a:solidFill>
              </a:rPr>
              <a:t>系统设备</a:t>
            </a:r>
            <a:r>
              <a:rPr lang="zh-CN" altLang="en-US"/>
              <a:t>：在操作系统生成时就已配置好的设备，如键盘、打印机及磁盘等</a:t>
            </a:r>
          </a:p>
          <a:p>
            <a:pPr eaLnBrk="1" hangingPunct="1"/>
            <a:r>
              <a:rPr lang="zh-CN" altLang="en-US">
                <a:solidFill>
                  <a:schemeClr val="hlink"/>
                </a:solidFill>
              </a:rPr>
              <a:t>用户设备</a:t>
            </a:r>
            <a:r>
              <a:rPr lang="zh-CN" altLang="en-US"/>
              <a:t>：由用户自己安装配置后由操作系统统一管理的设备，如网络板、调制解调器、图像设备等。</a:t>
            </a:r>
          </a:p>
        </p:txBody>
      </p:sp>
    </p:spTree>
  </p:cSld>
  <p:clrMapOvr>
    <a:masterClrMapping/>
  </p:clrMapOvr>
  <p:transition spd="med">
    <p:random/>
    <p:sndAc>
      <p:stSnd>
        <p:snd r:embed="rId2"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0E48115-3409-EA16-DDA2-51E15E7ECEB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CC1D07E-3E78-3841-9B06-AF88CA9724F5}" type="slidenum">
              <a:rPr lang="en-US" altLang="zh-CN">
                <a:latin typeface="Arial" panose="020B0604020202020204" pitchFamily="34" charset="0"/>
              </a:rPr>
              <a:pPr/>
              <a:t>8</a:t>
            </a:fld>
            <a:endParaRPr lang="en-US" altLang="zh-CN">
              <a:latin typeface="Arial" panose="020B0604020202020204" pitchFamily="34" charset="0"/>
            </a:endParaRPr>
          </a:p>
        </p:txBody>
      </p:sp>
      <p:sp>
        <p:nvSpPr>
          <p:cNvPr id="575490" name="Rectangle 2">
            <a:extLst>
              <a:ext uri="{FF2B5EF4-FFF2-40B4-BE49-F238E27FC236}">
                <a16:creationId xmlns:a16="http://schemas.microsoft.com/office/drawing/2014/main" id="{9B6D7155-E2BF-6CE1-75AE-C24CFADD00C7}"/>
              </a:ext>
            </a:extLst>
          </p:cNvPr>
          <p:cNvSpPr>
            <a:spLocks noGrp="1" noRot="1" noChangeArrowheads="1"/>
          </p:cNvSpPr>
          <p:nvPr>
            <p:ph type="title"/>
          </p:nvPr>
        </p:nvSpPr>
        <p:spPr/>
        <p:txBody>
          <a:bodyPr/>
          <a:lstStyle/>
          <a:p>
            <a:pPr eaLnBrk="1" hangingPunct="1"/>
            <a:r>
              <a:rPr lang="en-US" altLang="zh-CN" dirty="0"/>
              <a:t>6.1.1 </a:t>
            </a:r>
            <a:r>
              <a:rPr lang="zh-CN" altLang="en-US" dirty="0"/>
              <a:t>设备的类别（续）</a:t>
            </a:r>
          </a:p>
        </p:txBody>
      </p:sp>
      <p:sp>
        <p:nvSpPr>
          <p:cNvPr id="575491" name="Rectangle 3">
            <a:extLst>
              <a:ext uri="{FF2B5EF4-FFF2-40B4-BE49-F238E27FC236}">
                <a16:creationId xmlns:a16="http://schemas.microsoft.com/office/drawing/2014/main" id="{CAE69206-0CF2-F07D-0732-AB698AC5A576}"/>
              </a:ext>
            </a:extLst>
          </p:cNvPr>
          <p:cNvSpPr>
            <a:spLocks noGrp="1" noRot="1" noChangeArrowheads="1"/>
          </p:cNvSpPr>
          <p:nvPr>
            <p:ph type="body" idx="1"/>
          </p:nvPr>
        </p:nvSpPr>
        <p:spPr>
          <a:xfrm>
            <a:off x="457200" y="1905000"/>
            <a:ext cx="8229600" cy="4692650"/>
          </a:xfrm>
        </p:spPr>
        <p:txBody>
          <a:bodyPr/>
          <a:lstStyle/>
          <a:p>
            <a:pPr eaLnBrk="1" hangingPunct="1">
              <a:lnSpc>
                <a:spcPct val="80000"/>
              </a:lnSpc>
            </a:pPr>
            <a:r>
              <a:rPr lang="zh-CN" altLang="en-US" sz="2400" b="0" dirty="0">
                <a:solidFill>
                  <a:schemeClr val="hlink"/>
                </a:solidFill>
                <a:latin typeface="宋体" panose="02010600030101010101" pitchFamily="2" charset="-122"/>
              </a:rPr>
              <a:t>按信息交换的单位分类：</a:t>
            </a:r>
            <a:endParaRPr lang="zh-CN" altLang="en-US" sz="2400" dirty="0">
              <a:solidFill>
                <a:schemeClr val="hlink"/>
              </a:solidFill>
              <a:latin typeface="宋体" panose="02010600030101010101" pitchFamily="2" charset="-122"/>
            </a:endParaRPr>
          </a:p>
          <a:p>
            <a:pPr eaLnBrk="1" hangingPunct="1">
              <a:lnSpc>
                <a:spcPct val="80000"/>
              </a:lnSpc>
            </a:pPr>
            <a:r>
              <a:rPr lang="zh-CN" altLang="en-US" sz="2400" b="0" dirty="0">
                <a:solidFill>
                  <a:srgbClr val="CC0066"/>
                </a:solidFill>
                <a:latin typeface="宋体" panose="02010600030101010101" pitchFamily="2" charset="-122"/>
              </a:rPr>
              <a:t>块设备</a:t>
            </a:r>
            <a:r>
              <a:rPr lang="zh-CN" altLang="en-US" sz="2400" dirty="0">
                <a:solidFill>
                  <a:srgbClr val="CC0066"/>
                </a:solidFill>
                <a:latin typeface="宋体" panose="02010600030101010101" pitchFamily="2" charset="-122"/>
              </a:rPr>
              <a:t>（</a:t>
            </a:r>
            <a:r>
              <a:rPr lang="en-US" altLang="zh-CN" sz="2400" dirty="0">
                <a:solidFill>
                  <a:srgbClr val="CC0066"/>
                </a:solidFill>
                <a:latin typeface="宋体" panose="02010600030101010101" pitchFamily="2" charset="-122"/>
              </a:rPr>
              <a:t>Block Device</a:t>
            </a:r>
            <a:r>
              <a:rPr lang="zh-CN" altLang="en-US" sz="2400" dirty="0">
                <a:solidFill>
                  <a:srgbClr val="CC0066"/>
                </a:solidFill>
                <a:latin typeface="宋体" panose="02010600030101010101" pitchFamily="2" charset="-122"/>
              </a:rPr>
              <a:t>）</a:t>
            </a:r>
            <a:r>
              <a:rPr lang="zh-CN" altLang="en-US" sz="2400" dirty="0">
                <a:latin typeface="宋体" panose="02010600030101010101" pitchFamily="2" charset="-122"/>
              </a:rPr>
              <a:t>：</a:t>
            </a:r>
            <a:r>
              <a:rPr lang="zh-CN" altLang="en-US" sz="2400" dirty="0">
                <a:latin typeface="华文中宋" panose="02010600040101010101" pitchFamily="2" charset="-122"/>
                <a:ea typeface="华文中宋" panose="02010600040101010101" pitchFamily="2" charset="-122"/>
              </a:rPr>
              <a:t>指以数据块为单位来组织和传送数据信息的设备。这类设备用于存储信息，有磁盘和磁带等。它属于有结构设备。典型的块设备是磁盘，每个盘块的大小为</a:t>
            </a:r>
            <a:r>
              <a:rPr lang="en-US" altLang="zh-CN" sz="2400" dirty="0">
                <a:latin typeface="华文中宋" panose="02010600040101010101" pitchFamily="2" charset="-122"/>
                <a:ea typeface="华文中宋" panose="02010600040101010101" pitchFamily="2" charset="-122"/>
              </a:rPr>
              <a:t>512B</a:t>
            </a:r>
            <a:r>
              <a:rPr lang="zh-CN" altLang="en-US"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4KB</a:t>
            </a:r>
            <a:r>
              <a:rPr lang="zh-CN" altLang="en-US" sz="2400" dirty="0">
                <a:latin typeface="华文中宋" panose="02010600040101010101" pitchFamily="2" charset="-122"/>
                <a:ea typeface="华文中宋" panose="02010600040101010101" pitchFamily="2" charset="-122"/>
              </a:rPr>
              <a:t>，磁盘设备的基本特征是：①传输速率较高，通常每秒钟为几兆位；②它是可寻址的，即可随机地读</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写任意一块；③磁盘设备的</a:t>
            </a:r>
            <a:r>
              <a:rPr lang="en-US" altLang="zh-CN" sz="2400" dirty="0">
                <a:latin typeface="华文中宋" panose="02010600040101010101" pitchFamily="2" charset="-122"/>
                <a:ea typeface="华文中宋" panose="02010600040101010101" pitchFamily="2" charset="-122"/>
              </a:rPr>
              <a:t>I/O</a:t>
            </a:r>
            <a:r>
              <a:rPr lang="zh-CN" altLang="en-US" sz="2400" dirty="0">
                <a:latin typeface="华文中宋" panose="02010600040101010101" pitchFamily="2" charset="-122"/>
                <a:ea typeface="华文中宋" panose="02010600040101010101" pitchFamily="2" charset="-122"/>
              </a:rPr>
              <a:t>采用</a:t>
            </a:r>
            <a:r>
              <a:rPr lang="en-US" altLang="zh-CN" sz="2400" dirty="0">
                <a:latin typeface="华文中宋" panose="02010600040101010101" pitchFamily="2" charset="-122"/>
                <a:ea typeface="华文中宋" panose="02010600040101010101" pitchFamily="2" charset="-122"/>
              </a:rPr>
              <a:t>DMA</a:t>
            </a:r>
            <a:r>
              <a:rPr lang="zh-CN" altLang="en-US" sz="2400" dirty="0">
                <a:latin typeface="华文中宋" panose="02010600040101010101" pitchFamily="2" charset="-122"/>
                <a:ea typeface="华文中宋" panose="02010600040101010101" pitchFamily="2" charset="-122"/>
              </a:rPr>
              <a:t>方式。</a:t>
            </a:r>
          </a:p>
          <a:p>
            <a:pPr eaLnBrk="1" hangingPunct="1">
              <a:lnSpc>
                <a:spcPct val="80000"/>
              </a:lnSpc>
            </a:pPr>
            <a:r>
              <a:rPr lang="zh-CN" altLang="en-US" sz="2400" b="0" dirty="0">
                <a:solidFill>
                  <a:srgbClr val="CC0066"/>
                </a:solidFill>
                <a:latin typeface="宋体" panose="02010600030101010101" pitchFamily="2" charset="-122"/>
              </a:rPr>
              <a:t>字符设备</a:t>
            </a:r>
            <a:r>
              <a:rPr lang="zh-CN" altLang="en-US" sz="2400" dirty="0">
                <a:solidFill>
                  <a:srgbClr val="CC0066"/>
                </a:solidFill>
                <a:latin typeface="宋体" panose="02010600030101010101" pitchFamily="2" charset="-122"/>
              </a:rPr>
              <a:t>（</a:t>
            </a:r>
            <a:r>
              <a:rPr lang="en-US" altLang="zh-CN" sz="2400" dirty="0">
                <a:solidFill>
                  <a:srgbClr val="CC0066"/>
                </a:solidFill>
                <a:latin typeface="宋体" panose="02010600030101010101" pitchFamily="2" charset="-122"/>
              </a:rPr>
              <a:t>Character Device</a:t>
            </a:r>
            <a:r>
              <a:rPr lang="zh-CN" altLang="en-US" sz="2400" dirty="0">
                <a:solidFill>
                  <a:srgbClr val="CC0066"/>
                </a:solidFill>
                <a:latin typeface="宋体" panose="02010600030101010101" pitchFamily="2" charset="-122"/>
              </a:rPr>
              <a:t>）：</a:t>
            </a:r>
            <a:r>
              <a:rPr lang="zh-CN" altLang="en-US" sz="2400" dirty="0">
                <a:latin typeface="华文中宋" panose="02010600040101010101" pitchFamily="2" charset="-122"/>
                <a:ea typeface="华文中宋" panose="02010600040101010101" pitchFamily="2" charset="-122"/>
              </a:rPr>
              <a:t>指以单个字符为单位来传送数据信息的设备。这类设备一般用于数据的输入和输出，有交互式终端、打印机等。它属于无结构设备。字符设备的基本特征是：①传输速率较低；②不可寻址，即不能指定输入时的源地址或输出时的目标地址；③字符设备的</a:t>
            </a:r>
            <a:r>
              <a:rPr lang="en-US" altLang="zh-CN" sz="2400" dirty="0">
                <a:latin typeface="华文中宋" panose="02010600040101010101" pitchFamily="2" charset="-122"/>
                <a:ea typeface="华文中宋" panose="02010600040101010101" pitchFamily="2" charset="-122"/>
              </a:rPr>
              <a:t>I</a:t>
            </a:r>
            <a:r>
              <a:rPr lang="zh-CN" altLang="en-US"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O</a:t>
            </a:r>
            <a:r>
              <a:rPr lang="zh-CN" altLang="en-US" sz="2400" dirty="0">
                <a:latin typeface="华文中宋" panose="02010600040101010101" pitchFamily="2" charset="-122"/>
                <a:ea typeface="华文中宋" panose="02010600040101010101" pitchFamily="2" charset="-122"/>
              </a:rPr>
              <a:t>常采用中断驱动方式。</a:t>
            </a:r>
          </a:p>
          <a:p>
            <a:pPr eaLnBrk="1" hangingPunct="1">
              <a:lnSpc>
                <a:spcPct val="80000"/>
              </a:lnSpc>
            </a:pPr>
            <a:endParaRPr lang="en-US" altLang="zh-CN" sz="2000" dirty="0">
              <a:latin typeface="华文中宋" panose="02010600040101010101" pitchFamily="2" charset="-122"/>
              <a:ea typeface="华文中宋" panose="02010600040101010101" pitchFamily="2" charset="-122"/>
            </a:endParaRPr>
          </a:p>
        </p:txBody>
      </p:sp>
    </p:spTree>
  </p:cSld>
  <p:clrMapOvr>
    <a:masterClrMapping/>
  </p:clrMapOvr>
  <p:transition spd="med">
    <p:random/>
    <p:sndAc>
      <p:stSnd>
        <p:snd r:embed="rId2"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DC6682DD-97D7-80F1-FCF1-CE533AF6E37C}"/>
              </a:ext>
            </a:extLst>
          </p:cNvPr>
          <p:cNvSpPr>
            <a:spLocks noGrp="1" noRot="1" noChangeArrowheads="1"/>
          </p:cNvSpPr>
          <p:nvPr>
            <p:ph type="title"/>
          </p:nvPr>
        </p:nvSpPr>
        <p:spPr>
          <a:xfrm>
            <a:off x="1476375" y="73025"/>
            <a:ext cx="7488238" cy="747713"/>
          </a:xfrm>
        </p:spPr>
        <p:txBody>
          <a:bodyPr/>
          <a:lstStyle/>
          <a:p>
            <a:pPr eaLnBrk="1" hangingPunct="1"/>
            <a:r>
              <a:rPr lang="en-US" altLang="zh-CN" dirty="0"/>
              <a:t>6.1.2 </a:t>
            </a:r>
            <a:r>
              <a:rPr lang="zh-CN" altLang="en-US" dirty="0"/>
              <a:t>设备管理的功能和任务</a:t>
            </a:r>
          </a:p>
        </p:txBody>
      </p:sp>
      <p:sp>
        <p:nvSpPr>
          <p:cNvPr id="576515" name="Rectangle 3">
            <a:extLst>
              <a:ext uri="{FF2B5EF4-FFF2-40B4-BE49-F238E27FC236}">
                <a16:creationId xmlns:a16="http://schemas.microsoft.com/office/drawing/2014/main" id="{30D14A6E-C7CA-E186-887A-6CB7304A0488}"/>
              </a:ext>
            </a:extLst>
          </p:cNvPr>
          <p:cNvSpPr>
            <a:spLocks noGrp="1" noRot="1" noChangeArrowheads="1"/>
          </p:cNvSpPr>
          <p:nvPr>
            <p:ph type="body" idx="1"/>
          </p:nvPr>
        </p:nvSpPr>
        <p:spPr>
          <a:xfrm>
            <a:off x="-180975" y="1196975"/>
            <a:ext cx="9324975" cy="5184775"/>
          </a:xfrm>
        </p:spPr>
        <p:txBody>
          <a:bodyPr/>
          <a:lstStyle/>
          <a:p>
            <a:pPr eaLnBrk="1" hangingPunct="1"/>
            <a:r>
              <a:rPr lang="zh-CN" altLang="en-US" sz="2800"/>
              <a:t>设备管理的任务：</a:t>
            </a:r>
          </a:p>
          <a:p>
            <a:pPr lvl="1" eaLnBrk="1" hangingPunct="1"/>
            <a:r>
              <a:rPr lang="zh-CN" altLang="en-US" sz="2600"/>
              <a:t>（</a:t>
            </a:r>
            <a:r>
              <a:rPr lang="en-US" altLang="zh-CN" sz="2600"/>
              <a:t>1</a:t>
            </a:r>
            <a:r>
              <a:rPr lang="zh-CN" altLang="en-US" sz="2600"/>
              <a:t>）选择和分配输入输出设备以便进行数据传输操作；</a:t>
            </a:r>
          </a:p>
          <a:p>
            <a:pPr lvl="1" eaLnBrk="1" hangingPunct="1"/>
            <a:r>
              <a:rPr lang="zh-CN" altLang="en-US" sz="2600"/>
              <a:t>（</a:t>
            </a:r>
            <a:r>
              <a:rPr lang="en-US" altLang="zh-CN" sz="2600"/>
              <a:t>2</a:t>
            </a:r>
            <a:r>
              <a:rPr lang="zh-CN" altLang="en-US" sz="2600"/>
              <a:t>）控制输入输出设备和</a:t>
            </a:r>
            <a:r>
              <a:rPr lang="en-US" altLang="zh-CN" sz="2600"/>
              <a:t>CPU</a:t>
            </a:r>
            <a:r>
              <a:rPr lang="zh-CN" altLang="en-US" sz="2600"/>
              <a:t>（或内存）之间交换数据；</a:t>
            </a:r>
          </a:p>
          <a:p>
            <a:pPr lvl="1" eaLnBrk="1" hangingPunct="1"/>
            <a:r>
              <a:rPr lang="zh-CN" altLang="en-US" sz="2600"/>
              <a:t>（</a:t>
            </a:r>
            <a:r>
              <a:rPr lang="en-US" altLang="zh-CN" sz="2600"/>
              <a:t>3</a:t>
            </a:r>
            <a:r>
              <a:rPr lang="zh-CN" altLang="en-US" sz="2600"/>
              <a:t>）为用户提供一个友好的透明接口，把用户和设备硬件特性分开，使用户在编应用程序时不必涉及到具体设备，系统按用户要求控制设备工作。另外这个接口还为新增加的用户设备提供一个和系统核心相连接的入口，以便用户开发新的设备管理程序；</a:t>
            </a:r>
          </a:p>
          <a:p>
            <a:pPr lvl="1" eaLnBrk="1" hangingPunct="1"/>
            <a:r>
              <a:rPr lang="zh-CN" altLang="en-US" sz="2600"/>
              <a:t>（</a:t>
            </a:r>
            <a:r>
              <a:rPr lang="en-US" altLang="zh-CN" sz="2600"/>
              <a:t>4</a:t>
            </a:r>
            <a:r>
              <a:rPr lang="zh-CN" altLang="en-US" sz="2600"/>
              <a:t>）提高设备和设备之间、</a:t>
            </a:r>
            <a:r>
              <a:rPr lang="en-US" altLang="zh-CN" sz="2600"/>
              <a:t>CPU</a:t>
            </a:r>
            <a:r>
              <a:rPr lang="zh-CN" altLang="en-US" sz="2600"/>
              <a:t>和设备之间，以及进程和进程之间的并行操作度，使操作系统获得最佳效率。</a:t>
            </a:r>
          </a:p>
        </p:txBody>
      </p:sp>
    </p:spTree>
  </p:cSld>
  <p:clrMapOvr>
    <a:masterClrMapping/>
  </p:clrMapOvr>
  <p:transition spd="med">
    <p:random/>
    <p:sndAc>
      <p:stSnd>
        <p:snd r:embed="rId2"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D6F18ED-4E02-4512-6A52-A137DB4D4A0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4D8A8C9-FAA1-1F45-9F71-1C9CEBC880BB}" type="slidenum">
              <a:rPr lang="en-US" altLang="zh-CN">
                <a:latin typeface="Arial" panose="020B0604020202020204" pitchFamily="34" charset="0"/>
              </a:rPr>
              <a:pPr/>
              <a:t>10</a:t>
            </a:fld>
            <a:endParaRPr lang="en-US" altLang="zh-CN">
              <a:latin typeface="Arial" panose="020B0604020202020204" pitchFamily="34" charset="0"/>
            </a:endParaRPr>
          </a:p>
        </p:txBody>
      </p:sp>
      <p:sp>
        <p:nvSpPr>
          <p:cNvPr id="577538" name="Rectangle 2">
            <a:extLst>
              <a:ext uri="{FF2B5EF4-FFF2-40B4-BE49-F238E27FC236}">
                <a16:creationId xmlns:a16="http://schemas.microsoft.com/office/drawing/2014/main" id="{188C495A-B2B0-0C85-894A-9C8F16F89926}"/>
              </a:ext>
            </a:extLst>
          </p:cNvPr>
          <p:cNvSpPr>
            <a:spLocks noGrp="1" noRot="1" noChangeArrowheads="1"/>
          </p:cNvSpPr>
          <p:nvPr>
            <p:ph type="title"/>
          </p:nvPr>
        </p:nvSpPr>
        <p:spPr>
          <a:xfrm>
            <a:off x="1476375" y="73025"/>
            <a:ext cx="7343775" cy="1143000"/>
          </a:xfrm>
        </p:spPr>
        <p:txBody>
          <a:bodyPr/>
          <a:lstStyle/>
          <a:p>
            <a:pPr eaLnBrk="1" hangingPunct="1"/>
            <a:r>
              <a:rPr lang="en-US" altLang="zh-CN" dirty="0"/>
              <a:t>6.1.2 </a:t>
            </a:r>
            <a:r>
              <a:rPr lang="zh-CN" altLang="en-US" dirty="0"/>
              <a:t>设备管理的功能和任务</a:t>
            </a:r>
          </a:p>
        </p:txBody>
      </p:sp>
      <p:sp>
        <p:nvSpPr>
          <p:cNvPr id="577539" name="Rectangle 3">
            <a:extLst>
              <a:ext uri="{FF2B5EF4-FFF2-40B4-BE49-F238E27FC236}">
                <a16:creationId xmlns:a16="http://schemas.microsoft.com/office/drawing/2014/main" id="{C34A573C-1113-7896-D966-7E5B702029E2}"/>
              </a:ext>
            </a:extLst>
          </p:cNvPr>
          <p:cNvSpPr>
            <a:spLocks noGrp="1" noRot="1" noChangeArrowheads="1"/>
          </p:cNvSpPr>
          <p:nvPr>
            <p:ph type="body" idx="1"/>
          </p:nvPr>
        </p:nvSpPr>
        <p:spPr/>
        <p:txBody>
          <a:bodyPr/>
          <a:lstStyle/>
          <a:p>
            <a:pPr eaLnBrk="1" hangingPunct="1">
              <a:lnSpc>
                <a:spcPct val="90000"/>
              </a:lnSpc>
            </a:pPr>
            <a:r>
              <a:rPr lang="zh-CN" altLang="en-US"/>
              <a:t>设备管理的功能：</a:t>
            </a:r>
          </a:p>
          <a:p>
            <a:pPr lvl="1" eaLnBrk="1" hangingPunct="1">
              <a:lnSpc>
                <a:spcPct val="90000"/>
              </a:lnSpc>
            </a:pPr>
            <a:r>
              <a:rPr lang="zh-CN" altLang="en-US"/>
              <a:t>（</a:t>
            </a:r>
            <a:r>
              <a:rPr lang="en-US" altLang="zh-CN"/>
              <a:t>1</a:t>
            </a:r>
            <a:r>
              <a:rPr lang="zh-CN" altLang="en-US"/>
              <a:t>）提供设备和管理系统的接口。</a:t>
            </a:r>
          </a:p>
          <a:p>
            <a:pPr lvl="1" eaLnBrk="1" hangingPunct="1">
              <a:lnSpc>
                <a:spcPct val="90000"/>
              </a:lnSpc>
            </a:pPr>
            <a:r>
              <a:rPr lang="zh-CN" altLang="en-US"/>
              <a:t>（</a:t>
            </a:r>
            <a:r>
              <a:rPr lang="en-US" altLang="zh-CN"/>
              <a:t>2</a:t>
            </a:r>
            <a:r>
              <a:rPr lang="zh-CN" altLang="en-US"/>
              <a:t>）进行设备分配。按设备类型和相应分配算法把设备其他有关的硬件分配给请求该设备的进程，并把未分配到所请求调和或其他有关硬件的进程放入等待队列；</a:t>
            </a:r>
          </a:p>
          <a:p>
            <a:pPr lvl="1" eaLnBrk="1" hangingPunct="1">
              <a:lnSpc>
                <a:spcPct val="90000"/>
              </a:lnSpc>
            </a:pPr>
            <a:r>
              <a:rPr lang="zh-CN" altLang="en-US"/>
              <a:t>（</a:t>
            </a:r>
            <a:r>
              <a:rPr lang="en-US" altLang="zh-CN"/>
              <a:t>3</a:t>
            </a:r>
            <a:r>
              <a:rPr lang="zh-CN" altLang="en-US"/>
              <a:t>）实现设备和设备、设备和</a:t>
            </a:r>
            <a:r>
              <a:rPr lang="en-US" altLang="zh-CN"/>
              <a:t>CPU</a:t>
            </a:r>
            <a:r>
              <a:rPr lang="zh-CN" altLang="en-US"/>
              <a:t>等之间的并行操作。</a:t>
            </a:r>
          </a:p>
          <a:p>
            <a:pPr lvl="1" eaLnBrk="1" hangingPunct="1">
              <a:lnSpc>
                <a:spcPct val="90000"/>
              </a:lnSpc>
            </a:pPr>
            <a:r>
              <a:rPr lang="zh-CN" altLang="en-US"/>
              <a:t>（</a:t>
            </a:r>
            <a:r>
              <a:rPr lang="en-US" altLang="zh-CN"/>
              <a:t>4</a:t>
            </a:r>
            <a:r>
              <a:rPr lang="zh-CN" altLang="en-US"/>
              <a:t>）进行缓冲区管理。</a:t>
            </a:r>
          </a:p>
        </p:txBody>
      </p:sp>
    </p:spTree>
  </p:cSld>
  <p:clrMapOvr>
    <a:masterClrMapping/>
  </p:clrMapOvr>
  <p:transition spd="med">
    <p:random/>
    <p:sndAc>
      <p:stSnd>
        <p:snd r:embed="rId2"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7DD9755-F726-821A-617C-BCE1F94C235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6AA49E-FABE-E640-B575-6D085952E2FE}" type="slidenum">
              <a:rPr lang="en-US" altLang="zh-CN">
                <a:latin typeface="Arial" panose="020B0604020202020204" pitchFamily="34" charset="0"/>
              </a:rPr>
              <a:pPr/>
              <a:t>11</a:t>
            </a:fld>
            <a:endParaRPr lang="en-US" altLang="zh-CN">
              <a:latin typeface="Arial" panose="020B0604020202020204" pitchFamily="34" charset="0"/>
            </a:endParaRPr>
          </a:p>
        </p:txBody>
      </p:sp>
      <p:sp>
        <p:nvSpPr>
          <p:cNvPr id="578562" name="Rectangle 2">
            <a:extLst>
              <a:ext uri="{FF2B5EF4-FFF2-40B4-BE49-F238E27FC236}">
                <a16:creationId xmlns:a16="http://schemas.microsoft.com/office/drawing/2014/main" id="{16810352-9578-B866-C1E2-5E910EEF7275}"/>
              </a:ext>
            </a:extLst>
          </p:cNvPr>
          <p:cNvSpPr>
            <a:spLocks noGrp="1" noRot="1" noChangeArrowheads="1"/>
          </p:cNvSpPr>
          <p:nvPr>
            <p:ph type="title"/>
          </p:nvPr>
        </p:nvSpPr>
        <p:spPr/>
        <p:txBody>
          <a:bodyPr/>
          <a:lstStyle/>
          <a:p>
            <a:pPr eaLnBrk="1" hangingPunct="1"/>
            <a:r>
              <a:rPr lang="en-US" altLang="zh-CN" dirty="0"/>
              <a:t>6.2 </a:t>
            </a:r>
            <a:r>
              <a:rPr lang="zh-CN" altLang="en-US" dirty="0"/>
              <a:t>数据传送控制方式</a:t>
            </a:r>
          </a:p>
        </p:txBody>
      </p:sp>
      <p:sp>
        <p:nvSpPr>
          <p:cNvPr id="578563" name="Rectangle 3">
            <a:extLst>
              <a:ext uri="{FF2B5EF4-FFF2-40B4-BE49-F238E27FC236}">
                <a16:creationId xmlns:a16="http://schemas.microsoft.com/office/drawing/2014/main" id="{276398EA-5F8F-EA72-5959-8F74B568914B}"/>
              </a:ext>
            </a:extLst>
          </p:cNvPr>
          <p:cNvSpPr>
            <a:spLocks noGrp="1" noRot="1" noChangeArrowheads="1"/>
          </p:cNvSpPr>
          <p:nvPr>
            <p:ph type="body" idx="1"/>
          </p:nvPr>
        </p:nvSpPr>
        <p:spPr/>
        <p:txBody>
          <a:bodyPr/>
          <a:lstStyle/>
          <a:p>
            <a:pPr eaLnBrk="1" hangingPunct="1"/>
            <a:r>
              <a:rPr lang="zh-CN" altLang="en-US"/>
              <a:t>控制设备和内存（或</a:t>
            </a:r>
            <a:r>
              <a:rPr lang="en-US" altLang="zh-CN"/>
              <a:t>CPU</a:t>
            </a:r>
            <a:r>
              <a:rPr lang="zh-CN" altLang="en-US"/>
              <a:t>）之间的数据传送是设备管理的主要任务之一。</a:t>
            </a:r>
          </a:p>
          <a:p>
            <a:pPr eaLnBrk="1" hangingPunct="1"/>
            <a:r>
              <a:rPr lang="zh-CN" altLang="en-US"/>
              <a:t>选择和衡量数据传送控制方式的原则：</a:t>
            </a:r>
          </a:p>
          <a:p>
            <a:pPr lvl="1" eaLnBrk="1" hangingPunct="1"/>
            <a:r>
              <a:rPr lang="zh-CN" altLang="en-US"/>
              <a:t>（</a:t>
            </a:r>
            <a:r>
              <a:rPr lang="en-US" altLang="zh-CN"/>
              <a:t>1</a:t>
            </a:r>
            <a:r>
              <a:rPr lang="zh-CN" altLang="en-US"/>
              <a:t>）数据传送速度足够高，能满足用户需要但又不丢失数据；</a:t>
            </a:r>
          </a:p>
          <a:p>
            <a:pPr lvl="1" eaLnBrk="1" hangingPunct="1"/>
            <a:r>
              <a:rPr lang="zh-CN" altLang="en-US"/>
              <a:t>（</a:t>
            </a:r>
            <a:r>
              <a:rPr lang="en-US" altLang="zh-CN"/>
              <a:t>2</a:t>
            </a:r>
            <a:r>
              <a:rPr lang="zh-CN" altLang="en-US"/>
              <a:t>）系统开销小，所需的处理控制程序少；</a:t>
            </a:r>
          </a:p>
          <a:p>
            <a:pPr lvl="1" eaLnBrk="1" hangingPunct="1"/>
            <a:r>
              <a:rPr lang="zh-CN" altLang="en-US"/>
              <a:t>（</a:t>
            </a:r>
            <a:r>
              <a:rPr lang="en-US" altLang="zh-CN"/>
              <a:t>3</a:t>
            </a:r>
            <a:r>
              <a:rPr lang="zh-CN" altLang="en-US"/>
              <a:t>）能充分发挥硬件资源的能力，使得</a:t>
            </a:r>
            <a:r>
              <a:rPr lang="en-US" altLang="zh-CN"/>
              <a:t>I/O</a:t>
            </a:r>
            <a:r>
              <a:rPr lang="zh-CN" altLang="en-US"/>
              <a:t>设备尽量忙，而</a:t>
            </a:r>
            <a:r>
              <a:rPr lang="en-US" altLang="zh-CN"/>
              <a:t>CPU</a:t>
            </a:r>
            <a:r>
              <a:rPr lang="zh-CN" altLang="en-US"/>
              <a:t>等待时间少。</a:t>
            </a:r>
          </a:p>
          <a:p>
            <a:pPr lvl="1" eaLnBrk="1" hangingPunct="1"/>
            <a:endParaRPr lang="en-US" altLang="zh-CN"/>
          </a:p>
        </p:txBody>
      </p:sp>
    </p:spTree>
  </p:cSld>
  <p:clrMapOvr>
    <a:masterClrMapping/>
  </p:clrMapOvr>
  <p:transition spd="med">
    <p:random/>
    <p:sndAc>
      <p:stSnd>
        <p:snd r:embed="rId2"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88E430F-FF53-00BA-70BD-917E29C37D6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34D44FB-1137-F94D-93DA-FA9B4C6A36D8}" type="slidenum">
              <a:rPr lang="en-US" altLang="zh-CN">
                <a:latin typeface="Arial" panose="020B0604020202020204" pitchFamily="34" charset="0"/>
              </a:rPr>
              <a:pPr/>
              <a:t>12</a:t>
            </a:fld>
            <a:endParaRPr lang="en-US" altLang="zh-CN">
              <a:latin typeface="Arial" panose="020B0604020202020204" pitchFamily="34" charset="0"/>
            </a:endParaRPr>
          </a:p>
        </p:txBody>
      </p:sp>
      <p:sp>
        <p:nvSpPr>
          <p:cNvPr id="579586" name="Rectangle 2">
            <a:extLst>
              <a:ext uri="{FF2B5EF4-FFF2-40B4-BE49-F238E27FC236}">
                <a16:creationId xmlns:a16="http://schemas.microsoft.com/office/drawing/2014/main" id="{AAA763D9-25CC-74DC-CDDB-F925F111EB80}"/>
              </a:ext>
            </a:extLst>
          </p:cNvPr>
          <p:cNvSpPr>
            <a:spLocks noGrp="1" noRot="1" noChangeArrowheads="1"/>
          </p:cNvSpPr>
          <p:nvPr>
            <p:ph type="title"/>
          </p:nvPr>
        </p:nvSpPr>
        <p:spPr/>
        <p:txBody>
          <a:bodyPr/>
          <a:lstStyle/>
          <a:p>
            <a:pPr eaLnBrk="1" hangingPunct="1"/>
            <a:r>
              <a:rPr lang="en-US" altLang="zh-CN" dirty="0"/>
              <a:t>6.2 </a:t>
            </a:r>
            <a:r>
              <a:rPr lang="zh-CN" altLang="en-US" dirty="0"/>
              <a:t>数据传送控制方式</a:t>
            </a:r>
          </a:p>
        </p:txBody>
      </p:sp>
      <p:sp>
        <p:nvSpPr>
          <p:cNvPr id="579587" name="Rectangle 3">
            <a:extLst>
              <a:ext uri="{FF2B5EF4-FFF2-40B4-BE49-F238E27FC236}">
                <a16:creationId xmlns:a16="http://schemas.microsoft.com/office/drawing/2014/main" id="{F3417927-D01C-531D-8741-B9282CB056B9}"/>
              </a:ext>
            </a:extLst>
          </p:cNvPr>
          <p:cNvSpPr>
            <a:spLocks noGrp="1" noRot="1" noChangeArrowheads="1"/>
          </p:cNvSpPr>
          <p:nvPr>
            <p:ph type="body" idx="1"/>
          </p:nvPr>
        </p:nvSpPr>
        <p:spPr/>
        <p:txBody>
          <a:bodyPr/>
          <a:lstStyle/>
          <a:p>
            <a:pPr eaLnBrk="1" hangingPunct="1"/>
            <a:r>
              <a:rPr lang="zh-CN" altLang="en-US"/>
              <a:t>外围设备和内存之间常用的数据传送控制方式有以下</a:t>
            </a:r>
            <a:r>
              <a:rPr lang="en-US" altLang="zh-CN"/>
              <a:t>4</a:t>
            </a:r>
            <a:r>
              <a:rPr lang="zh-CN" altLang="en-US"/>
              <a:t>种：</a:t>
            </a:r>
          </a:p>
          <a:p>
            <a:pPr lvl="1" eaLnBrk="1" hangingPunct="1"/>
            <a:r>
              <a:rPr lang="zh-CN" altLang="en-US"/>
              <a:t>（</a:t>
            </a:r>
            <a:r>
              <a:rPr lang="en-US" altLang="zh-CN"/>
              <a:t>1</a:t>
            </a:r>
            <a:r>
              <a:rPr lang="zh-CN" altLang="en-US"/>
              <a:t>）程序直接控制方式</a:t>
            </a:r>
          </a:p>
          <a:p>
            <a:pPr lvl="1" eaLnBrk="1" hangingPunct="1"/>
            <a:r>
              <a:rPr lang="zh-CN" altLang="en-US"/>
              <a:t>（</a:t>
            </a:r>
            <a:r>
              <a:rPr lang="en-US" altLang="zh-CN"/>
              <a:t>2</a:t>
            </a:r>
            <a:r>
              <a:rPr lang="zh-CN" altLang="en-US"/>
              <a:t>）中断控制方式</a:t>
            </a:r>
          </a:p>
          <a:p>
            <a:pPr lvl="1" eaLnBrk="1" hangingPunct="1"/>
            <a:r>
              <a:rPr lang="zh-CN" altLang="en-US"/>
              <a:t>（</a:t>
            </a:r>
            <a:r>
              <a:rPr lang="en-US" altLang="zh-CN"/>
              <a:t>3</a:t>
            </a:r>
            <a:r>
              <a:rPr lang="zh-CN" altLang="en-US"/>
              <a:t>）</a:t>
            </a:r>
            <a:r>
              <a:rPr lang="en-US" altLang="zh-CN"/>
              <a:t>DMA</a:t>
            </a:r>
            <a:r>
              <a:rPr lang="zh-CN" altLang="en-US"/>
              <a:t>方式</a:t>
            </a:r>
          </a:p>
          <a:p>
            <a:pPr lvl="1" eaLnBrk="1" hangingPunct="1"/>
            <a:r>
              <a:rPr lang="zh-CN" altLang="en-US"/>
              <a:t>（</a:t>
            </a:r>
            <a:r>
              <a:rPr lang="en-US" altLang="zh-CN"/>
              <a:t>4</a:t>
            </a:r>
            <a:r>
              <a:rPr lang="zh-CN" altLang="en-US"/>
              <a:t>）通道方式</a:t>
            </a:r>
          </a:p>
        </p:txBody>
      </p:sp>
    </p:spTree>
  </p:cSld>
  <p:clrMapOvr>
    <a:masterClrMapping/>
  </p:clrMapOvr>
  <p:transition spd="med">
    <p:random/>
    <p:sndAc>
      <p:stSnd>
        <p:snd r:embed="rId2"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75EF790-E4D9-CD9E-5DD6-50EC4372157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5E8A799-B625-0442-8632-FAC288643548}" type="slidenum">
              <a:rPr lang="en-US" altLang="zh-CN">
                <a:latin typeface="Arial" panose="020B0604020202020204" pitchFamily="34" charset="0"/>
              </a:rPr>
              <a:pPr/>
              <a:t>13</a:t>
            </a:fld>
            <a:endParaRPr lang="en-US" altLang="zh-CN">
              <a:latin typeface="Arial" panose="020B0604020202020204" pitchFamily="34" charset="0"/>
            </a:endParaRPr>
          </a:p>
        </p:txBody>
      </p:sp>
      <p:sp>
        <p:nvSpPr>
          <p:cNvPr id="580610" name="Rectangle 2">
            <a:extLst>
              <a:ext uri="{FF2B5EF4-FFF2-40B4-BE49-F238E27FC236}">
                <a16:creationId xmlns:a16="http://schemas.microsoft.com/office/drawing/2014/main" id="{3A748229-DB73-A33D-5495-00634958C27C}"/>
              </a:ext>
            </a:extLst>
          </p:cNvPr>
          <p:cNvSpPr>
            <a:spLocks noGrp="1" noRot="1" noChangeArrowheads="1"/>
          </p:cNvSpPr>
          <p:nvPr>
            <p:ph type="title"/>
          </p:nvPr>
        </p:nvSpPr>
        <p:spPr/>
        <p:txBody>
          <a:bodyPr/>
          <a:lstStyle/>
          <a:p>
            <a:pPr eaLnBrk="1" hangingPunct="1">
              <a:defRPr/>
            </a:pPr>
            <a:r>
              <a:rPr lang="en-US" altLang="zh-CN" dirty="0"/>
              <a:t>6.2.1 </a:t>
            </a:r>
            <a:r>
              <a:rPr lang="zh-CN" altLang="en-US" dirty="0"/>
              <a:t>程序直接控制方式</a:t>
            </a:r>
          </a:p>
        </p:txBody>
      </p:sp>
      <p:sp>
        <p:nvSpPr>
          <p:cNvPr id="580611" name="Rectangle 3">
            <a:extLst>
              <a:ext uri="{FF2B5EF4-FFF2-40B4-BE49-F238E27FC236}">
                <a16:creationId xmlns:a16="http://schemas.microsoft.com/office/drawing/2014/main" id="{AAE8DDD5-2140-9F50-0054-1429C35FACAF}"/>
              </a:ext>
            </a:extLst>
          </p:cNvPr>
          <p:cNvSpPr>
            <a:spLocks noGrp="1" noRot="1" noChangeArrowheads="1"/>
          </p:cNvSpPr>
          <p:nvPr>
            <p:ph type="body" idx="1"/>
          </p:nvPr>
        </p:nvSpPr>
        <p:spPr/>
        <p:txBody>
          <a:bodyPr/>
          <a:lstStyle/>
          <a:p>
            <a:pPr eaLnBrk="1" hangingPunct="1"/>
            <a:r>
              <a:rPr lang="zh-CN" altLang="en-US"/>
              <a:t>程序直接控制方式（</a:t>
            </a:r>
            <a:r>
              <a:rPr lang="en-US" altLang="zh-CN"/>
              <a:t>programmed direct control</a:t>
            </a:r>
            <a:r>
              <a:rPr lang="zh-CN" altLang="en-US"/>
              <a:t>）就是由用户进程来直接控制内存或</a:t>
            </a:r>
            <a:r>
              <a:rPr lang="en-US" altLang="zh-CN"/>
              <a:t>CPU</a:t>
            </a:r>
            <a:r>
              <a:rPr lang="zh-CN" altLang="en-US"/>
              <a:t>和外围设备之间的数据传送。</a:t>
            </a:r>
          </a:p>
          <a:p>
            <a:pPr eaLnBrk="1" hangingPunct="1"/>
            <a:r>
              <a:rPr lang="zh-CN" altLang="en-US"/>
              <a:t>控制者：用户进程</a:t>
            </a:r>
          </a:p>
          <a:p>
            <a:pPr eaLnBrk="1" hangingPunct="1"/>
            <a:endParaRPr lang="en-US" altLang="zh-CN"/>
          </a:p>
        </p:txBody>
      </p:sp>
    </p:spTree>
  </p:cSld>
  <p:clrMapOvr>
    <a:masterClrMapping/>
  </p:clrMapOvr>
  <p:transition spd="med">
    <p:random/>
    <p:sndAc>
      <p:stSnd>
        <p:snd r:embed="rId2"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D04579-8FF0-8211-BC12-6F8FAEE8708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2647BD5-5259-0C4C-9F57-883637839063}" type="slidenum">
              <a:rPr lang="en-US" altLang="zh-CN">
                <a:latin typeface="Arial" panose="020B0604020202020204" pitchFamily="34" charset="0"/>
              </a:rPr>
              <a:pPr/>
              <a:t>14</a:t>
            </a:fld>
            <a:endParaRPr lang="en-US" altLang="zh-CN">
              <a:latin typeface="Arial" panose="020B0604020202020204" pitchFamily="34" charset="0"/>
            </a:endParaRPr>
          </a:p>
        </p:txBody>
      </p:sp>
      <p:sp>
        <p:nvSpPr>
          <p:cNvPr id="581634" name="Rectangle 2">
            <a:extLst>
              <a:ext uri="{FF2B5EF4-FFF2-40B4-BE49-F238E27FC236}">
                <a16:creationId xmlns:a16="http://schemas.microsoft.com/office/drawing/2014/main" id="{DF5DAA57-2C4B-3E56-1155-FF6C59989283}"/>
              </a:ext>
            </a:extLst>
          </p:cNvPr>
          <p:cNvSpPr>
            <a:spLocks noGrp="1" noRot="1" noChangeArrowheads="1"/>
          </p:cNvSpPr>
          <p:nvPr>
            <p:ph type="title"/>
          </p:nvPr>
        </p:nvSpPr>
        <p:spPr/>
        <p:txBody>
          <a:bodyPr/>
          <a:lstStyle/>
          <a:p>
            <a:pPr eaLnBrk="1" hangingPunct="1">
              <a:defRPr/>
            </a:pPr>
            <a:r>
              <a:rPr lang="en-US" altLang="zh-CN" dirty="0"/>
              <a:t>6.2.1 </a:t>
            </a:r>
            <a:r>
              <a:rPr lang="zh-CN" altLang="en-US" dirty="0"/>
              <a:t>程序直接控制方式</a:t>
            </a:r>
          </a:p>
        </p:txBody>
      </p:sp>
      <p:sp>
        <p:nvSpPr>
          <p:cNvPr id="581635" name="Rectangle 3">
            <a:extLst>
              <a:ext uri="{FF2B5EF4-FFF2-40B4-BE49-F238E27FC236}">
                <a16:creationId xmlns:a16="http://schemas.microsoft.com/office/drawing/2014/main" id="{288C753C-E0DD-C4FB-2B58-252CFB7867E5}"/>
              </a:ext>
            </a:extLst>
          </p:cNvPr>
          <p:cNvSpPr>
            <a:spLocks noGrp="1" noRot="1" noChangeArrowheads="1"/>
          </p:cNvSpPr>
          <p:nvPr>
            <p:ph type="body" idx="1"/>
          </p:nvPr>
        </p:nvSpPr>
        <p:spPr/>
        <p:txBody>
          <a:bodyPr/>
          <a:lstStyle/>
          <a:p>
            <a:pPr eaLnBrk="1" hangingPunct="1"/>
            <a:r>
              <a:rPr lang="zh-CN" altLang="en-US" sz="2800"/>
              <a:t>过程描述：</a:t>
            </a:r>
          </a:p>
          <a:p>
            <a:pPr lvl="1" eaLnBrk="1" hangingPunct="1"/>
            <a:r>
              <a:rPr lang="zh-CN" altLang="en-US" sz="2400"/>
              <a:t>当用户进程需要数据时，它通过</a:t>
            </a:r>
            <a:r>
              <a:rPr lang="en-US" altLang="zh-CN" sz="2400"/>
              <a:t>CPU</a:t>
            </a:r>
            <a:r>
              <a:rPr lang="zh-CN" altLang="en-US" sz="2400"/>
              <a:t>发出启动外设准备数据的命令</a:t>
            </a:r>
            <a:r>
              <a:rPr lang="zh-CN" altLang="en-US" sz="2400">
                <a:latin typeface="华文中宋" panose="02010600040101010101" pitchFamily="2" charset="-122"/>
              </a:rPr>
              <a:t>“</a:t>
            </a:r>
            <a:r>
              <a:rPr lang="en-US" altLang="zh-CN" sz="2400"/>
              <a:t>start</a:t>
            </a:r>
            <a:r>
              <a:rPr lang="en-US" altLang="zh-CN" sz="2400">
                <a:latin typeface="华文中宋" panose="02010600040101010101" pitchFamily="2" charset="-122"/>
              </a:rPr>
              <a:t>”</a:t>
            </a:r>
            <a:r>
              <a:rPr lang="zh-CN" altLang="en-US" sz="2400"/>
              <a:t>，然后，用户进程进入测试等待状态。</a:t>
            </a:r>
          </a:p>
          <a:p>
            <a:pPr lvl="1" eaLnBrk="1" hangingPunct="1"/>
            <a:r>
              <a:rPr lang="zh-CN" altLang="en-US" sz="2400"/>
              <a:t>在等待时间内，</a:t>
            </a:r>
            <a:r>
              <a:rPr lang="en-US" altLang="zh-CN" sz="2400"/>
              <a:t>CPU</a:t>
            </a:r>
            <a:r>
              <a:rPr lang="zh-CN" altLang="en-US" sz="2400"/>
              <a:t>不断地用一条测试指令检查描述外围设备工作状态的</a:t>
            </a:r>
            <a:r>
              <a:rPr lang="zh-CN" altLang="en-US" sz="2400">
                <a:solidFill>
                  <a:srgbClr val="CC0066"/>
                </a:solidFill>
              </a:rPr>
              <a:t>控制状态寄存器</a:t>
            </a:r>
            <a:r>
              <a:rPr lang="zh-CN" altLang="en-US" sz="2400"/>
              <a:t>，而外围设备只有将数据传送的准备工作做好后，才将该寄存器置为完成状态。</a:t>
            </a:r>
          </a:p>
          <a:p>
            <a:pPr lvl="1" eaLnBrk="1" hangingPunct="1"/>
            <a:r>
              <a:rPr lang="zh-CN" altLang="en-US" sz="2400"/>
              <a:t>当</a:t>
            </a:r>
            <a:r>
              <a:rPr lang="en-US" altLang="zh-CN" sz="2400"/>
              <a:t>CPU</a:t>
            </a:r>
            <a:r>
              <a:rPr lang="zh-CN" altLang="en-US" sz="2400"/>
              <a:t>检测到控制状态寄存器的</a:t>
            </a:r>
            <a:r>
              <a:rPr lang="zh-CN" altLang="en-US" sz="2400">
                <a:latin typeface="华文中宋" panose="02010600040101010101" pitchFamily="2" charset="-122"/>
              </a:rPr>
              <a:t>“</a:t>
            </a:r>
            <a:r>
              <a:rPr lang="en-US" altLang="zh-CN" sz="2400"/>
              <a:t>Done</a:t>
            </a:r>
            <a:r>
              <a:rPr lang="en-US" altLang="zh-CN" sz="2400">
                <a:latin typeface="华文中宋" panose="02010600040101010101" pitchFamily="2" charset="-122"/>
              </a:rPr>
              <a:t>”</a:t>
            </a:r>
            <a:r>
              <a:rPr lang="zh-CN" altLang="en-US" sz="2400"/>
              <a:t>信号之后，设备开始往内存或</a:t>
            </a:r>
            <a:r>
              <a:rPr lang="en-US" altLang="zh-CN" sz="2400"/>
              <a:t>CPU</a:t>
            </a:r>
            <a:r>
              <a:rPr lang="zh-CN" altLang="en-US" sz="2400"/>
              <a:t>传送数据。</a:t>
            </a:r>
          </a:p>
        </p:txBody>
      </p:sp>
    </p:spTree>
  </p:cSld>
  <p:clrMapOvr>
    <a:masterClrMapping/>
  </p:clrMapOvr>
  <p:transition spd="med">
    <p:random/>
    <p:sndAc>
      <p:stSnd>
        <p:snd r:embed="rId2"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13F52F5-CF90-4EEF-8B1D-2FB06ED1C68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1D1199E-37B2-1C41-A20D-8699E144517B}" type="slidenum">
              <a:rPr lang="en-US" altLang="zh-CN">
                <a:latin typeface="Arial" panose="020B0604020202020204" pitchFamily="34" charset="0"/>
              </a:rPr>
              <a:pPr/>
              <a:t>15</a:t>
            </a:fld>
            <a:endParaRPr lang="en-US" altLang="zh-CN">
              <a:latin typeface="Arial" panose="020B0604020202020204" pitchFamily="34" charset="0"/>
            </a:endParaRPr>
          </a:p>
        </p:txBody>
      </p:sp>
      <p:sp>
        <p:nvSpPr>
          <p:cNvPr id="582658" name="Rectangle 2">
            <a:extLst>
              <a:ext uri="{FF2B5EF4-FFF2-40B4-BE49-F238E27FC236}">
                <a16:creationId xmlns:a16="http://schemas.microsoft.com/office/drawing/2014/main" id="{B66F773F-90E5-447B-CEB6-41EC6A592749}"/>
              </a:ext>
            </a:extLst>
          </p:cNvPr>
          <p:cNvSpPr>
            <a:spLocks noGrp="1" noRot="1" noChangeArrowheads="1"/>
          </p:cNvSpPr>
          <p:nvPr>
            <p:ph type="title"/>
          </p:nvPr>
        </p:nvSpPr>
        <p:spPr/>
        <p:txBody>
          <a:bodyPr/>
          <a:lstStyle/>
          <a:p>
            <a:pPr eaLnBrk="1" hangingPunct="1">
              <a:defRPr/>
            </a:pPr>
            <a:r>
              <a:rPr lang="en-US" altLang="zh-CN" dirty="0"/>
              <a:t>6.2.1 </a:t>
            </a:r>
            <a:r>
              <a:rPr lang="zh-CN" altLang="en-US" dirty="0"/>
              <a:t>程序直接控制方式</a:t>
            </a:r>
          </a:p>
        </p:txBody>
      </p:sp>
      <p:sp>
        <p:nvSpPr>
          <p:cNvPr id="582659" name="Rectangle 3">
            <a:extLst>
              <a:ext uri="{FF2B5EF4-FFF2-40B4-BE49-F238E27FC236}">
                <a16:creationId xmlns:a16="http://schemas.microsoft.com/office/drawing/2014/main" id="{FFC1C168-19F7-F5E7-66E0-9018BDA869A1}"/>
              </a:ext>
            </a:extLst>
          </p:cNvPr>
          <p:cNvSpPr>
            <a:spLocks noGrp="1" noRot="1" noChangeArrowheads="1"/>
          </p:cNvSpPr>
          <p:nvPr>
            <p:ph type="body" idx="1"/>
          </p:nvPr>
        </p:nvSpPr>
        <p:spPr/>
        <p:txBody>
          <a:bodyPr/>
          <a:lstStyle/>
          <a:p>
            <a:pPr eaLnBrk="1" hangingPunct="1"/>
            <a:r>
              <a:rPr lang="zh-CN" altLang="en-US"/>
              <a:t>过程描述（续）：</a:t>
            </a:r>
          </a:p>
          <a:p>
            <a:pPr lvl="1" eaLnBrk="1" hangingPunct="1"/>
            <a:r>
              <a:rPr lang="zh-CN" altLang="en-US"/>
              <a:t>当用户进程需要输出数据时，也需要发送外设启动命令并等待设备准备完成才能传送数据。</a:t>
            </a:r>
          </a:p>
          <a:p>
            <a:pPr lvl="1" eaLnBrk="1" hangingPunct="1"/>
            <a:r>
              <a:rPr lang="zh-CN" altLang="en-US"/>
              <a:t>在</a:t>
            </a:r>
            <a:r>
              <a:rPr lang="en-US" altLang="zh-CN"/>
              <a:t>CPU</a:t>
            </a:r>
            <a:r>
              <a:rPr lang="zh-CN" altLang="en-US"/>
              <a:t>与外设之间有一个数据缓冲寄存器，每次数据输入</a:t>
            </a:r>
            <a:r>
              <a:rPr lang="en-US" altLang="zh-CN"/>
              <a:t>/</a:t>
            </a:r>
            <a:r>
              <a:rPr lang="zh-CN" altLang="en-US"/>
              <a:t>输出时，先把所要输入（输出）的数据放入缓冲寄存器中，然后再取走。</a:t>
            </a:r>
          </a:p>
        </p:txBody>
      </p:sp>
    </p:spTree>
  </p:cSld>
  <p:clrMapOvr>
    <a:masterClrMapping/>
  </p:clrMapOvr>
  <p:transition spd="med">
    <p:random/>
    <p:sndAc>
      <p:stSnd>
        <p:snd r:embed="rId2"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D4101BEE-B8EF-4301-4C47-8290DD19A79A}"/>
              </a:ext>
            </a:extLst>
          </p:cNvPr>
          <p:cNvSpPr>
            <a:spLocks noGrp="1" noRot="1" noChangeArrowheads="1"/>
          </p:cNvSpPr>
          <p:nvPr>
            <p:ph type="title"/>
          </p:nvPr>
        </p:nvSpPr>
        <p:spPr>
          <a:xfrm>
            <a:off x="1476375" y="188913"/>
            <a:ext cx="7210425" cy="904875"/>
          </a:xfrm>
        </p:spPr>
        <p:txBody>
          <a:bodyPr/>
          <a:lstStyle/>
          <a:p>
            <a:pPr eaLnBrk="1" hangingPunct="1">
              <a:defRPr/>
            </a:pPr>
            <a:r>
              <a:rPr lang="zh-CN" altLang="en-US"/>
              <a:t>程序直接控制方式</a:t>
            </a:r>
          </a:p>
        </p:txBody>
      </p:sp>
      <p:sp>
        <p:nvSpPr>
          <p:cNvPr id="22531" name="Line 3">
            <a:extLst>
              <a:ext uri="{FF2B5EF4-FFF2-40B4-BE49-F238E27FC236}">
                <a16:creationId xmlns:a16="http://schemas.microsoft.com/office/drawing/2014/main" id="{402F2A02-0E71-E2D5-D11C-EE32B94AC71E}"/>
              </a:ext>
            </a:extLst>
          </p:cNvPr>
          <p:cNvSpPr>
            <a:spLocks noChangeShapeType="1"/>
          </p:cNvSpPr>
          <p:nvPr/>
        </p:nvSpPr>
        <p:spPr bwMode="auto">
          <a:xfrm>
            <a:off x="2051050" y="14843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2" name="Rectangle 4">
            <a:extLst>
              <a:ext uri="{FF2B5EF4-FFF2-40B4-BE49-F238E27FC236}">
                <a16:creationId xmlns:a16="http://schemas.microsoft.com/office/drawing/2014/main" id="{8C382E19-14FE-6D5E-2506-92F2FD9C1E6B}"/>
              </a:ext>
            </a:extLst>
          </p:cNvPr>
          <p:cNvSpPr>
            <a:spLocks noChangeArrowheads="1"/>
          </p:cNvSpPr>
          <p:nvPr/>
        </p:nvSpPr>
        <p:spPr bwMode="auto">
          <a:xfrm>
            <a:off x="539750" y="1844675"/>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接收到</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p:txBody>
      </p:sp>
      <p:sp>
        <p:nvSpPr>
          <p:cNvPr id="22533" name="Line 5">
            <a:extLst>
              <a:ext uri="{FF2B5EF4-FFF2-40B4-BE49-F238E27FC236}">
                <a16:creationId xmlns:a16="http://schemas.microsoft.com/office/drawing/2014/main" id="{04A3F2B8-5606-1B7F-1758-9EB742E13D73}"/>
              </a:ext>
            </a:extLst>
          </p:cNvPr>
          <p:cNvSpPr>
            <a:spLocks noChangeShapeType="1"/>
          </p:cNvSpPr>
          <p:nvPr/>
        </p:nvSpPr>
        <p:spPr bwMode="auto">
          <a:xfrm>
            <a:off x="2051050" y="227647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4" name="Rectangle 6">
            <a:extLst>
              <a:ext uri="{FF2B5EF4-FFF2-40B4-BE49-F238E27FC236}">
                <a16:creationId xmlns:a16="http://schemas.microsoft.com/office/drawing/2014/main" id="{0E591BF2-FDCB-ED7B-7494-47B7E2B49AA0}"/>
              </a:ext>
            </a:extLst>
          </p:cNvPr>
          <p:cNvSpPr>
            <a:spLocks noChangeArrowheads="1"/>
          </p:cNvSpPr>
          <p:nvPr/>
        </p:nvSpPr>
        <p:spPr bwMode="auto">
          <a:xfrm>
            <a:off x="539750" y="2636838"/>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做接收或发送数据准备</a:t>
            </a:r>
          </a:p>
        </p:txBody>
      </p:sp>
      <p:sp>
        <p:nvSpPr>
          <p:cNvPr id="22535" name="AutoShape 7">
            <a:extLst>
              <a:ext uri="{FF2B5EF4-FFF2-40B4-BE49-F238E27FC236}">
                <a16:creationId xmlns:a16="http://schemas.microsoft.com/office/drawing/2014/main" id="{4E195849-39A9-012E-2B8B-316C23A3FF5B}"/>
              </a:ext>
            </a:extLst>
          </p:cNvPr>
          <p:cNvSpPr>
            <a:spLocks noChangeArrowheads="1"/>
          </p:cNvSpPr>
          <p:nvPr/>
        </p:nvSpPr>
        <p:spPr bwMode="auto">
          <a:xfrm>
            <a:off x="827088" y="3429000"/>
            <a:ext cx="2447925" cy="792163"/>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准备完毕？</a:t>
            </a:r>
          </a:p>
        </p:txBody>
      </p:sp>
      <p:sp>
        <p:nvSpPr>
          <p:cNvPr id="22536" name="Line 8">
            <a:extLst>
              <a:ext uri="{FF2B5EF4-FFF2-40B4-BE49-F238E27FC236}">
                <a16:creationId xmlns:a16="http://schemas.microsoft.com/office/drawing/2014/main" id="{582C5F97-2065-9E58-6B46-1FABCE07D50B}"/>
              </a:ext>
            </a:extLst>
          </p:cNvPr>
          <p:cNvSpPr>
            <a:spLocks noChangeShapeType="1"/>
          </p:cNvSpPr>
          <p:nvPr/>
        </p:nvSpPr>
        <p:spPr bwMode="auto">
          <a:xfrm>
            <a:off x="2051050" y="306863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7" name="Line 9">
            <a:extLst>
              <a:ext uri="{FF2B5EF4-FFF2-40B4-BE49-F238E27FC236}">
                <a16:creationId xmlns:a16="http://schemas.microsoft.com/office/drawing/2014/main" id="{24C6B0C8-7E89-2B61-F8C5-A8C6EE46DC72}"/>
              </a:ext>
            </a:extLst>
          </p:cNvPr>
          <p:cNvSpPr>
            <a:spLocks noChangeShapeType="1"/>
          </p:cNvSpPr>
          <p:nvPr/>
        </p:nvSpPr>
        <p:spPr bwMode="auto">
          <a:xfrm>
            <a:off x="2051050" y="422116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8" name="Rectangle 10">
            <a:extLst>
              <a:ext uri="{FF2B5EF4-FFF2-40B4-BE49-F238E27FC236}">
                <a16:creationId xmlns:a16="http://schemas.microsoft.com/office/drawing/2014/main" id="{C422EFD9-DA0E-EFD5-3172-B84A0D2F6D3B}"/>
              </a:ext>
            </a:extLst>
          </p:cNvPr>
          <p:cNvSpPr>
            <a:spLocks noChangeArrowheads="1"/>
          </p:cNvSpPr>
          <p:nvPr/>
        </p:nvSpPr>
        <p:spPr bwMode="auto">
          <a:xfrm>
            <a:off x="468313" y="4581525"/>
            <a:ext cx="3240087"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标志触发器置“</a:t>
            </a:r>
            <a:r>
              <a:rPr lang="en-US" altLang="zh-CN" sz="2400" b="0">
                <a:latin typeface="华文中宋" panose="02010600040101010101" pitchFamily="2" charset="-122"/>
                <a:ea typeface="华文中宋" panose="02010600040101010101" pitchFamily="2" charset="-122"/>
              </a:rPr>
              <a:t>Done”</a:t>
            </a:r>
          </a:p>
        </p:txBody>
      </p:sp>
      <p:sp>
        <p:nvSpPr>
          <p:cNvPr id="22539" name="Line 11">
            <a:extLst>
              <a:ext uri="{FF2B5EF4-FFF2-40B4-BE49-F238E27FC236}">
                <a16:creationId xmlns:a16="http://schemas.microsoft.com/office/drawing/2014/main" id="{44168464-074A-D49B-E7D0-11B83A3685B3}"/>
              </a:ext>
            </a:extLst>
          </p:cNvPr>
          <p:cNvSpPr>
            <a:spLocks noChangeShapeType="1"/>
          </p:cNvSpPr>
          <p:nvPr/>
        </p:nvSpPr>
        <p:spPr bwMode="auto">
          <a:xfrm>
            <a:off x="2051050" y="501332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0" name="Rectangle 12">
            <a:extLst>
              <a:ext uri="{FF2B5EF4-FFF2-40B4-BE49-F238E27FC236}">
                <a16:creationId xmlns:a16="http://schemas.microsoft.com/office/drawing/2014/main" id="{01557425-A5FF-27B2-7723-1E193CC0E193}"/>
              </a:ext>
            </a:extLst>
          </p:cNvPr>
          <p:cNvSpPr>
            <a:spLocks noChangeArrowheads="1"/>
          </p:cNvSpPr>
          <p:nvPr/>
        </p:nvSpPr>
        <p:spPr bwMode="auto">
          <a:xfrm>
            <a:off x="468313" y="5373688"/>
            <a:ext cx="3311525"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等待</a:t>
            </a:r>
            <a:r>
              <a:rPr lang="en-US" altLang="zh-CN" sz="2400" b="0">
                <a:latin typeface="华文中宋" panose="02010600040101010101" pitchFamily="2" charset="-122"/>
                <a:ea typeface="华文中宋" panose="02010600040101010101" pitchFamily="2" charset="-122"/>
              </a:rPr>
              <a:t>CPU</a:t>
            </a:r>
            <a:r>
              <a:rPr lang="zh-CN" altLang="en-US" sz="2400" b="0">
                <a:latin typeface="华文中宋" panose="02010600040101010101" pitchFamily="2" charset="-122"/>
                <a:ea typeface="华文中宋" panose="02010600040101010101" pitchFamily="2" charset="-122"/>
              </a:rPr>
              <a:t>来的下条指令</a:t>
            </a:r>
          </a:p>
        </p:txBody>
      </p:sp>
      <p:sp>
        <p:nvSpPr>
          <p:cNvPr id="22541" name="Line 13">
            <a:extLst>
              <a:ext uri="{FF2B5EF4-FFF2-40B4-BE49-F238E27FC236}">
                <a16:creationId xmlns:a16="http://schemas.microsoft.com/office/drawing/2014/main" id="{940A0166-B6ED-AB83-A26F-6629C88300EB}"/>
              </a:ext>
            </a:extLst>
          </p:cNvPr>
          <p:cNvSpPr>
            <a:spLocks noChangeShapeType="1"/>
          </p:cNvSpPr>
          <p:nvPr/>
        </p:nvSpPr>
        <p:spPr bwMode="auto">
          <a:xfrm>
            <a:off x="2051050" y="58054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2" name="Line 14">
            <a:extLst>
              <a:ext uri="{FF2B5EF4-FFF2-40B4-BE49-F238E27FC236}">
                <a16:creationId xmlns:a16="http://schemas.microsoft.com/office/drawing/2014/main" id="{E827A02D-80A6-FBF6-D565-926D07B1CA90}"/>
              </a:ext>
            </a:extLst>
          </p:cNvPr>
          <p:cNvSpPr>
            <a:spLocks noChangeShapeType="1"/>
          </p:cNvSpPr>
          <p:nvPr/>
        </p:nvSpPr>
        <p:spPr bwMode="auto">
          <a:xfrm flipH="1">
            <a:off x="395288" y="3832225"/>
            <a:ext cx="43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3" name="Line 15">
            <a:extLst>
              <a:ext uri="{FF2B5EF4-FFF2-40B4-BE49-F238E27FC236}">
                <a16:creationId xmlns:a16="http://schemas.microsoft.com/office/drawing/2014/main" id="{222C6F8B-12F7-BC92-129C-927009A65912}"/>
              </a:ext>
            </a:extLst>
          </p:cNvPr>
          <p:cNvSpPr>
            <a:spLocks noChangeShapeType="1"/>
          </p:cNvSpPr>
          <p:nvPr/>
        </p:nvSpPr>
        <p:spPr bwMode="auto">
          <a:xfrm>
            <a:off x="395288" y="2506663"/>
            <a:ext cx="0" cy="1295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4" name="Line 16">
            <a:extLst>
              <a:ext uri="{FF2B5EF4-FFF2-40B4-BE49-F238E27FC236}">
                <a16:creationId xmlns:a16="http://schemas.microsoft.com/office/drawing/2014/main" id="{084847BE-C5C2-BC78-473C-36891CBD96F7}"/>
              </a:ext>
            </a:extLst>
          </p:cNvPr>
          <p:cNvSpPr>
            <a:spLocks noChangeShapeType="1"/>
          </p:cNvSpPr>
          <p:nvPr/>
        </p:nvSpPr>
        <p:spPr bwMode="auto">
          <a:xfrm>
            <a:off x="395288" y="2492375"/>
            <a:ext cx="151288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5" name="Text Box 17">
            <a:extLst>
              <a:ext uri="{FF2B5EF4-FFF2-40B4-BE49-F238E27FC236}">
                <a16:creationId xmlns:a16="http://schemas.microsoft.com/office/drawing/2014/main" id="{4DAED09E-92DE-D9DE-81F3-976176BF23CF}"/>
              </a:ext>
            </a:extLst>
          </p:cNvPr>
          <p:cNvSpPr txBox="1">
            <a:spLocks noChangeArrowheads="1"/>
          </p:cNvSpPr>
          <p:nvPr/>
        </p:nvSpPr>
        <p:spPr bwMode="auto">
          <a:xfrm>
            <a:off x="539750" y="328453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22546" name="Text Box 18">
            <a:extLst>
              <a:ext uri="{FF2B5EF4-FFF2-40B4-BE49-F238E27FC236}">
                <a16:creationId xmlns:a16="http://schemas.microsoft.com/office/drawing/2014/main" id="{499EDA21-6394-C3BC-6F9C-45ED4475228A}"/>
              </a:ext>
            </a:extLst>
          </p:cNvPr>
          <p:cNvSpPr txBox="1">
            <a:spLocks noChangeArrowheads="1"/>
          </p:cNvSpPr>
          <p:nvPr/>
        </p:nvSpPr>
        <p:spPr bwMode="auto">
          <a:xfrm>
            <a:off x="1258888" y="4051300"/>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22547" name="Text Box 19">
            <a:extLst>
              <a:ext uri="{FF2B5EF4-FFF2-40B4-BE49-F238E27FC236}">
                <a16:creationId xmlns:a16="http://schemas.microsoft.com/office/drawing/2014/main" id="{A122D9CA-0072-ED8F-EC46-6EF3221D0C93}"/>
              </a:ext>
            </a:extLst>
          </p:cNvPr>
          <p:cNvSpPr txBox="1">
            <a:spLocks noChangeArrowheads="1"/>
          </p:cNvSpPr>
          <p:nvPr/>
        </p:nvSpPr>
        <p:spPr bwMode="auto">
          <a:xfrm>
            <a:off x="1331913" y="981075"/>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外围设备</a:t>
            </a:r>
          </a:p>
        </p:txBody>
      </p:sp>
      <p:sp>
        <p:nvSpPr>
          <p:cNvPr id="22548" name="Text Box 20">
            <a:extLst>
              <a:ext uri="{FF2B5EF4-FFF2-40B4-BE49-F238E27FC236}">
                <a16:creationId xmlns:a16="http://schemas.microsoft.com/office/drawing/2014/main" id="{536C91E5-83B7-6CFB-BAFE-26D6F4B4CD8D}"/>
              </a:ext>
            </a:extLst>
          </p:cNvPr>
          <p:cNvSpPr txBox="1">
            <a:spLocks noChangeArrowheads="1"/>
          </p:cNvSpPr>
          <p:nvPr/>
        </p:nvSpPr>
        <p:spPr bwMode="auto">
          <a:xfrm>
            <a:off x="1547813" y="6165850"/>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a</a:t>
            </a:r>
            <a:r>
              <a:rPr lang="zh-CN" altLang="en-US" sz="2400" b="0">
                <a:latin typeface="Tahoma" panose="020B0604030504040204" pitchFamily="34" charset="0"/>
                <a:ea typeface="华文中宋" panose="02010600040101010101" pitchFamily="2" charset="-122"/>
              </a:rPr>
              <a:t>）</a:t>
            </a:r>
          </a:p>
        </p:txBody>
      </p:sp>
      <p:sp>
        <p:nvSpPr>
          <p:cNvPr id="22549" name="Line 21">
            <a:extLst>
              <a:ext uri="{FF2B5EF4-FFF2-40B4-BE49-F238E27FC236}">
                <a16:creationId xmlns:a16="http://schemas.microsoft.com/office/drawing/2014/main" id="{BA887A0B-5F3B-8168-D53A-3200D1D88628}"/>
              </a:ext>
            </a:extLst>
          </p:cNvPr>
          <p:cNvSpPr>
            <a:spLocks noChangeShapeType="1"/>
          </p:cNvSpPr>
          <p:nvPr/>
        </p:nvSpPr>
        <p:spPr bwMode="auto">
          <a:xfrm>
            <a:off x="6515100" y="14843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0" name="Rectangle 22">
            <a:extLst>
              <a:ext uri="{FF2B5EF4-FFF2-40B4-BE49-F238E27FC236}">
                <a16:creationId xmlns:a16="http://schemas.microsoft.com/office/drawing/2014/main" id="{0698F3E5-9B10-A63C-5300-9176BD388EC4}"/>
              </a:ext>
            </a:extLst>
          </p:cNvPr>
          <p:cNvSpPr>
            <a:spLocks noChangeArrowheads="1"/>
          </p:cNvSpPr>
          <p:nvPr/>
        </p:nvSpPr>
        <p:spPr bwMode="auto">
          <a:xfrm>
            <a:off x="5508625" y="1844675"/>
            <a:ext cx="2087563"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发</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p:txBody>
      </p:sp>
      <p:sp>
        <p:nvSpPr>
          <p:cNvPr id="22551" name="Line 23">
            <a:extLst>
              <a:ext uri="{FF2B5EF4-FFF2-40B4-BE49-F238E27FC236}">
                <a16:creationId xmlns:a16="http://schemas.microsoft.com/office/drawing/2014/main" id="{C828F47D-9A73-B715-CD3F-267BE9EDC296}"/>
              </a:ext>
            </a:extLst>
          </p:cNvPr>
          <p:cNvSpPr>
            <a:spLocks noChangeShapeType="1"/>
          </p:cNvSpPr>
          <p:nvPr/>
        </p:nvSpPr>
        <p:spPr bwMode="auto">
          <a:xfrm>
            <a:off x="6515100" y="227647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2" name="AutoShape 24">
            <a:extLst>
              <a:ext uri="{FF2B5EF4-FFF2-40B4-BE49-F238E27FC236}">
                <a16:creationId xmlns:a16="http://schemas.microsoft.com/office/drawing/2014/main" id="{9C96F65A-D74F-1D17-1283-798717EC2938}"/>
              </a:ext>
            </a:extLst>
          </p:cNvPr>
          <p:cNvSpPr>
            <a:spLocks noChangeArrowheads="1"/>
          </p:cNvSpPr>
          <p:nvPr/>
        </p:nvSpPr>
        <p:spPr bwMode="auto">
          <a:xfrm>
            <a:off x="4859338" y="2638425"/>
            <a:ext cx="3313112" cy="1150938"/>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标志触发器</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为</a:t>
            </a:r>
            <a:r>
              <a:rPr lang="en-US" altLang="zh-CN" sz="2400" b="0">
                <a:latin typeface="华文中宋" panose="02010600040101010101" pitchFamily="2" charset="-122"/>
                <a:ea typeface="华文中宋" panose="02010600040101010101" pitchFamily="2" charset="-122"/>
              </a:rPr>
              <a:t>Done</a:t>
            </a:r>
            <a:r>
              <a:rPr lang="zh-CN" altLang="en-US" sz="2400" b="0">
                <a:latin typeface="华文中宋" panose="02010600040101010101" pitchFamily="2" charset="-122"/>
                <a:ea typeface="华文中宋" panose="02010600040101010101" pitchFamily="2" charset="-122"/>
              </a:rPr>
              <a:t>？</a:t>
            </a:r>
          </a:p>
        </p:txBody>
      </p:sp>
      <p:sp>
        <p:nvSpPr>
          <p:cNvPr id="22553" name="Line 25">
            <a:extLst>
              <a:ext uri="{FF2B5EF4-FFF2-40B4-BE49-F238E27FC236}">
                <a16:creationId xmlns:a16="http://schemas.microsoft.com/office/drawing/2014/main" id="{181DD7F2-E6A5-899D-7AEC-EDD303BDA9F6}"/>
              </a:ext>
            </a:extLst>
          </p:cNvPr>
          <p:cNvSpPr>
            <a:spLocks noChangeShapeType="1"/>
          </p:cNvSpPr>
          <p:nvPr/>
        </p:nvSpPr>
        <p:spPr bwMode="auto">
          <a:xfrm flipH="1">
            <a:off x="6515100" y="3789363"/>
            <a:ext cx="1588"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4" name="Rectangle 26">
            <a:extLst>
              <a:ext uri="{FF2B5EF4-FFF2-40B4-BE49-F238E27FC236}">
                <a16:creationId xmlns:a16="http://schemas.microsoft.com/office/drawing/2014/main" id="{32355C71-CCCB-B625-8913-4C24BC456498}"/>
              </a:ext>
            </a:extLst>
          </p:cNvPr>
          <p:cNvSpPr>
            <a:spLocks noChangeArrowheads="1"/>
          </p:cNvSpPr>
          <p:nvPr/>
        </p:nvSpPr>
        <p:spPr bwMode="auto">
          <a:xfrm>
            <a:off x="5580063" y="4078288"/>
            <a:ext cx="1800225"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等待</a:t>
            </a:r>
          </a:p>
        </p:txBody>
      </p:sp>
      <p:sp>
        <p:nvSpPr>
          <p:cNvPr id="22555" name="Line 27">
            <a:extLst>
              <a:ext uri="{FF2B5EF4-FFF2-40B4-BE49-F238E27FC236}">
                <a16:creationId xmlns:a16="http://schemas.microsoft.com/office/drawing/2014/main" id="{332387AA-8FAF-6576-B196-2B288802814B}"/>
              </a:ext>
            </a:extLst>
          </p:cNvPr>
          <p:cNvSpPr>
            <a:spLocks noChangeShapeType="1"/>
          </p:cNvSpPr>
          <p:nvPr/>
        </p:nvSpPr>
        <p:spPr bwMode="auto">
          <a:xfrm flipH="1">
            <a:off x="6515100" y="4652963"/>
            <a:ext cx="1588"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6" name="Rectangle 28">
            <a:extLst>
              <a:ext uri="{FF2B5EF4-FFF2-40B4-BE49-F238E27FC236}">
                <a16:creationId xmlns:a16="http://schemas.microsoft.com/office/drawing/2014/main" id="{F0C9FC8E-84E6-F5C6-AD8A-34E2E6144215}"/>
              </a:ext>
            </a:extLst>
          </p:cNvPr>
          <p:cNvSpPr>
            <a:spLocks noChangeArrowheads="1"/>
          </p:cNvSpPr>
          <p:nvPr/>
        </p:nvSpPr>
        <p:spPr bwMode="auto">
          <a:xfrm>
            <a:off x="4932363" y="4941888"/>
            <a:ext cx="3311525" cy="863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执行下条指令</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开始数据传送</a:t>
            </a:r>
          </a:p>
        </p:txBody>
      </p:sp>
      <p:sp>
        <p:nvSpPr>
          <p:cNvPr id="22557" name="Line 29">
            <a:extLst>
              <a:ext uri="{FF2B5EF4-FFF2-40B4-BE49-F238E27FC236}">
                <a16:creationId xmlns:a16="http://schemas.microsoft.com/office/drawing/2014/main" id="{2F498BCD-3396-81AC-6897-2D03C2120DC4}"/>
              </a:ext>
            </a:extLst>
          </p:cNvPr>
          <p:cNvSpPr>
            <a:spLocks noChangeShapeType="1"/>
          </p:cNvSpPr>
          <p:nvPr/>
        </p:nvSpPr>
        <p:spPr bwMode="auto">
          <a:xfrm>
            <a:off x="6515100" y="58054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8" name="Line 30">
            <a:extLst>
              <a:ext uri="{FF2B5EF4-FFF2-40B4-BE49-F238E27FC236}">
                <a16:creationId xmlns:a16="http://schemas.microsoft.com/office/drawing/2014/main" id="{F5DE6DD5-5635-5FEF-8F07-986D41199046}"/>
              </a:ext>
            </a:extLst>
          </p:cNvPr>
          <p:cNvSpPr>
            <a:spLocks noChangeShapeType="1"/>
          </p:cNvSpPr>
          <p:nvPr/>
        </p:nvSpPr>
        <p:spPr bwMode="auto">
          <a:xfrm flipH="1">
            <a:off x="4716463" y="3213100"/>
            <a:ext cx="1428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9" name="Line 31">
            <a:extLst>
              <a:ext uri="{FF2B5EF4-FFF2-40B4-BE49-F238E27FC236}">
                <a16:creationId xmlns:a16="http://schemas.microsoft.com/office/drawing/2014/main" id="{EE883AD1-0F90-5A12-7483-400F63D576DA}"/>
              </a:ext>
            </a:extLst>
          </p:cNvPr>
          <p:cNvSpPr>
            <a:spLocks noChangeShapeType="1"/>
          </p:cNvSpPr>
          <p:nvPr/>
        </p:nvSpPr>
        <p:spPr bwMode="auto">
          <a:xfrm>
            <a:off x="8316913" y="2506663"/>
            <a:ext cx="0" cy="17145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0" name="Line 32">
            <a:extLst>
              <a:ext uri="{FF2B5EF4-FFF2-40B4-BE49-F238E27FC236}">
                <a16:creationId xmlns:a16="http://schemas.microsoft.com/office/drawing/2014/main" id="{0196DA94-0351-BE3B-A8DC-07DC06A0C7C9}"/>
              </a:ext>
            </a:extLst>
          </p:cNvPr>
          <p:cNvSpPr>
            <a:spLocks noChangeShapeType="1"/>
          </p:cNvSpPr>
          <p:nvPr/>
        </p:nvSpPr>
        <p:spPr bwMode="auto">
          <a:xfrm flipH="1">
            <a:off x="6588125" y="2492375"/>
            <a:ext cx="17287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1" name="Text Box 33">
            <a:extLst>
              <a:ext uri="{FF2B5EF4-FFF2-40B4-BE49-F238E27FC236}">
                <a16:creationId xmlns:a16="http://schemas.microsoft.com/office/drawing/2014/main" id="{3679B81D-266D-29AC-C01B-BC04C8CC13EE}"/>
              </a:ext>
            </a:extLst>
          </p:cNvPr>
          <p:cNvSpPr txBox="1">
            <a:spLocks noChangeArrowheads="1"/>
          </p:cNvSpPr>
          <p:nvPr/>
        </p:nvSpPr>
        <p:spPr bwMode="auto">
          <a:xfrm>
            <a:off x="6732588" y="35734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22562" name="Text Box 34">
            <a:extLst>
              <a:ext uri="{FF2B5EF4-FFF2-40B4-BE49-F238E27FC236}">
                <a16:creationId xmlns:a16="http://schemas.microsoft.com/office/drawing/2014/main" id="{6B0C5BBF-EEA2-1E1F-7308-7967FD2C8ED6}"/>
              </a:ext>
            </a:extLst>
          </p:cNvPr>
          <p:cNvSpPr txBox="1">
            <a:spLocks noChangeArrowheads="1"/>
          </p:cNvSpPr>
          <p:nvPr/>
        </p:nvSpPr>
        <p:spPr bwMode="auto">
          <a:xfrm>
            <a:off x="4859338" y="2420938"/>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22563" name="Text Box 35">
            <a:extLst>
              <a:ext uri="{FF2B5EF4-FFF2-40B4-BE49-F238E27FC236}">
                <a16:creationId xmlns:a16="http://schemas.microsoft.com/office/drawing/2014/main" id="{4C31BC7D-F876-822A-6808-37CE6FF2F185}"/>
              </a:ext>
            </a:extLst>
          </p:cNvPr>
          <p:cNvSpPr txBox="1">
            <a:spLocks noChangeArrowheads="1"/>
          </p:cNvSpPr>
          <p:nvPr/>
        </p:nvSpPr>
        <p:spPr bwMode="auto">
          <a:xfrm>
            <a:off x="6084888" y="98107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CPU</a:t>
            </a:r>
          </a:p>
        </p:txBody>
      </p:sp>
      <p:sp>
        <p:nvSpPr>
          <p:cNvPr id="22564" name="Text Box 36">
            <a:extLst>
              <a:ext uri="{FF2B5EF4-FFF2-40B4-BE49-F238E27FC236}">
                <a16:creationId xmlns:a16="http://schemas.microsoft.com/office/drawing/2014/main" id="{524D0DEF-967C-D53A-733F-97367F358D85}"/>
              </a:ext>
            </a:extLst>
          </p:cNvPr>
          <p:cNvSpPr txBox="1">
            <a:spLocks noChangeArrowheads="1"/>
          </p:cNvSpPr>
          <p:nvPr/>
        </p:nvSpPr>
        <p:spPr bwMode="auto">
          <a:xfrm>
            <a:off x="6011863" y="6165850"/>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b</a:t>
            </a:r>
            <a:r>
              <a:rPr lang="zh-CN" altLang="en-US" sz="2400" b="0">
                <a:latin typeface="Tahoma" panose="020B0604030504040204" pitchFamily="34" charset="0"/>
                <a:ea typeface="华文中宋" panose="02010600040101010101" pitchFamily="2" charset="-122"/>
              </a:rPr>
              <a:t>）</a:t>
            </a:r>
          </a:p>
        </p:txBody>
      </p:sp>
      <p:sp>
        <p:nvSpPr>
          <p:cNvPr id="22565" name="Line 37">
            <a:extLst>
              <a:ext uri="{FF2B5EF4-FFF2-40B4-BE49-F238E27FC236}">
                <a16:creationId xmlns:a16="http://schemas.microsoft.com/office/drawing/2014/main" id="{B3636A90-FD94-6915-4C96-622AB9E269F7}"/>
              </a:ext>
            </a:extLst>
          </p:cNvPr>
          <p:cNvSpPr>
            <a:spLocks noChangeShapeType="1"/>
          </p:cNvSpPr>
          <p:nvPr/>
        </p:nvSpPr>
        <p:spPr bwMode="auto">
          <a:xfrm flipH="1">
            <a:off x="7380288" y="4221163"/>
            <a:ext cx="936625" cy="15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6" name="Line 38">
            <a:extLst>
              <a:ext uri="{FF2B5EF4-FFF2-40B4-BE49-F238E27FC236}">
                <a16:creationId xmlns:a16="http://schemas.microsoft.com/office/drawing/2014/main" id="{3BD2EE24-45BC-E3AC-B442-7EE40B8F67A2}"/>
              </a:ext>
            </a:extLst>
          </p:cNvPr>
          <p:cNvSpPr>
            <a:spLocks noChangeShapeType="1"/>
          </p:cNvSpPr>
          <p:nvPr/>
        </p:nvSpPr>
        <p:spPr bwMode="auto">
          <a:xfrm>
            <a:off x="4716463" y="3213100"/>
            <a:ext cx="0" cy="14398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7" name="Line 39">
            <a:extLst>
              <a:ext uri="{FF2B5EF4-FFF2-40B4-BE49-F238E27FC236}">
                <a16:creationId xmlns:a16="http://schemas.microsoft.com/office/drawing/2014/main" id="{A014D6DA-5EF6-822C-E05C-544676D6FE33}"/>
              </a:ext>
            </a:extLst>
          </p:cNvPr>
          <p:cNvSpPr>
            <a:spLocks noChangeShapeType="1"/>
          </p:cNvSpPr>
          <p:nvPr/>
        </p:nvSpPr>
        <p:spPr bwMode="auto">
          <a:xfrm>
            <a:off x="4716463" y="4652963"/>
            <a:ext cx="1800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27FCCFC-6A81-072D-DECC-9B1CC72D48A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55B1D27-6B61-E849-A0AC-5440DF1952D1}" type="slidenum">
              <a:rPr lang="en-US" altLang="zh-CN">
                <a:latin typeface="Arial" panose="020B0604020202020204" pitchFamily="34" charset="0"/>
              </a:rPr>
              <a:pPr/>
              <a:t>17</a:t>
            </a:fld>
            <a:endParaRPr lang="en-US" altLang="zh-CN">
              <a:latin typeface="Arial" panose="020B0604020202020204" pitchFamily="34" charset="0"/>
            </a:endParaRPr>
          </a:p>
        </p:txBody>
      </p:sp>
      <p:sp>
        <p:nvSpPr>
          <p:cNvPr id="584706" name="Rectangle 2">
            <a:extLst>
              <a:ext uri="{FF2B5EF4-FFF2-40B4-BE49-F238E27FC236}">
                <a16:creationId xmlns:a16="http://schemas.microsoft.com/office/drawing/2014/main" id="{8A0C758A-4BED-2978-A23B-57B0902CA2AE}"/>
              </a:ext>
            </a:extLst>
          </p:cNvPr>
          <p:cNvSpPr>
            <a:spLocks noGrp="1" noRot="1" noChangeArrowheads="1"/>
          </p:cNvSpPr>
          <p:nvPr>
            <p:ph type="title"/>
          </p:nvPr>
        </p:nvSpPr>
        <p:spPr/>
        <p:txBody>
          <a:bodyPr/>
          <a:lstStyle/>
          <a:p>
            <a:pPr eaLnBrk="1" hangingPunct="1">
              <a:defRPr/>
            </a:pPr>
            <a:r>
              <a:rPr lang="zh-CN" altLang="en-US"/>
              <a:t>程序直接控制方式的特点</a:t>
            </a:r>
          </a:p>
        </p:txBody>
      </p:sp>
      <p:sp>
        <p:nvSpPr>
          <p:cNvPr id="584707" name="Rectangle 3">
            <a:extLst>
              <a:ext uri="{FF2B5EF4-FFF2-40B4-BE49-F238E27FC236}">
                <a16:creationId xmlns:a16="http://schemas.microsoft.com/office/drawing/2014/main" id="{73C5267D-5753-F1D7-31BA-AF1FA33A8E2D}"/>
              </a:ext>
            </a:extLst>
          </p:cNvPr>
          <p:cNvSpPr>
            <a:spLocks noGrp="1" noRot="1" noChangeArrowheads="1"/>
          </p:cNvSpPr>
          <p:nvPr>
            <p:ph type="body" idx="1"/>
          </p:nvPr>
        </p:nvSpPr>
        <p:spPr/>
        <p:txBody>
          <a:bodyPr/>
          <a:lstStyle/>
          <a:p>
            <a:pPr eaLnBrk="1" hangingPunct="1">
              <a:lnSpc>
                <a:spcPct val="90000"/>
              </a:lnSpc>
            </a:pPr>
            <a:r>
              <a:rPr lang="zh-CN" altLang="en-US" sz="2800"/>
              <a:t>优点：实现简单，硬件支持少。</a:t>
            </a:r>
          </a:p>
          <a:p>
            <a:pPr eaLnBrk="1" hangingPunct="1">
              <a:lnSpc>
                <a:spcPct val="90000"/>
              </a:lnSpc>
            </a:pPr>
            <a:r>
              <a:rPr lang="zh-CN" altLang="en-US" sz="2800"/>
              <a:t>缺点：</a:t>
            </a:r>
          </a:p>
          <a:p>
            <a:pPr lvl="1" eaLnBrk="1" hangingPunct="1">
              <a:lnSpc>
                <a:spcPct val="90000"/>
              </a:lnSpc>
            </a:pPr>
            <a:r>
              <a:rPr lang="zh-CN" altLang="en-US" sz="2400"/>
              <a:t>（</a:t>
            </a:r>
            <a:r>
              <a:rPr lang="en-US" altLang="zh-CN" sz="2400"/>
              <a:t>1</a:t>
            </a:r>
            <a:r>
              <a:rPr lang="zh-CN" altLang="en-US" sz="2400"/>
              <a:t>）</a:t>
            </a:r>
            <a:r>
              <a:rPr lang="en-US" altLang="zh-CN" sz="2400"/>
              <a:t>CPU</a:t>
            </a:r>
            <a:r>
              <a:rPr lang="zh-CN" altLang="en-US" sz="2400"/>
              <a:t>与外设只能串行工作。</a:t>
            </a:r>
            <a:r>
              <a:rPr lang="en-US" altLang="zh-CN" sz="2400"/>
              <a:t>CPU</a:t>
            </a:r>
            <a:r>
              <a:rPr lang="zh-CN" altLang="en-US" sz="2400"/>
              <a:t>利用率低。</a:t>
            </a:r>
          </a:p>
          <a:p>
            <a:pPr lvl="1" eaLnBrk="1" hangingPunct="1">
              <a:lnSpc>
                <a:spcPct val="90000"/>
              </a:lnSpc>
            </a:pPr>
            <a:r>
              <a:rPr lang="zh-CN" altLang="en-US" sz="2400"/>
              <a:t>（</a:t>
            </a:r>
            <a:r>
              <a:rPr lang="en-US" altLang="zh-CN" sz="2400"/>
              <a:t>2</a:t>
            </a:r>
            <a:r>
              <a:rPr lang="zh-CN" altLang="en-US" sz="2400"/>
              <a:t>）</a:t>
            </a:r>
            <a:r>
              <a:rPr lang="en-US" altLang="zh-CN" sz="2400"/>
              <a:t>CPU</a:t>
            </a:r>
            <a:r>
              <a:rPr lang="zh-CN" altLang="en-US" sz="2400"/>
              <a:t>在一段时间内只能和一台外围设备交换数据信息，从而不能实现设备之间的并行工作。</a:t>
            </a:r>
          </a:p>
          <a:p>
            <a:pPr lvl="1" eaLnBrk="1" hangingPunct="1">
              <a:lnSpc>
                <a:spcPct val="90000"/>
              </a:lnSpc>
            </a:pPr>
            <a:r>
              <a:rPr lang="zh-CN" altLang="en-US" sz="2400"/>
              <a:t>（</a:t>
            </a:r>
            <a:r>
              <a:rPr lang="en-US" altLang="zh-CN" sz="2400"/>
              <a:t>3</a:t>
            </a:r>
            <a:r>
              <a:rPr lang="zh-CN" altLang="en-US" sz="2400"/>
              <a:t>）由于程序直接控制方式依靠测试设备标志触发器的状态位来控制数据传送，因此无法发现和处理由于设备或其他硬件所产生的错误。</a:t>
            </a:r>
          </a:p>
          <a:p>
            <a:pPr lvl="1" eaLnBrk="1" hangingPunct="1">
              <a:lnSpc>
                <a:spcPct val="90000"/>
              </a:lnSpc>
            </a:pPr>
            <a:r>
              <a:rPr lang="zh-CN" altLang="en-US" sz="2400"/>
              <a:t>程序直接控制方式只适用于那些</a:t>
            </a:r>
            <a:r>
              <a:rPr lang="en-US" altLang="zh-CN" sz="2400"/>
              <a:t>CPU</a:t>
            </a:r>
            <a:r>
              <a:rPr lang="zh-CN" altLang="en-US" sz="2400"/>
              <a:t>执行速度慢，而且外设较少的系统。</a:t>
            </a:r>
          </a:p>
        </p:txBody>
      </p:sp>
    </p:spTree>
  </p:cSld>
  <p:clrMapOvr>
    <a:masterClrMapping/>
  </p:clrMapOvr>
  <p:transition spd="med">
    <p:random/>
    <p:sndAc>
      <p:stSnd>
        <p:snd r:embed="rId2"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5B3E108-BEC4-8AE3-751B-07404065544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BD25DF3-278E-0945-BDF9-DD750967692D}" type="slidenum">
              <a:rPr lang="en-US" altLang="zh-CN">
                <a:latin typeface="Arial" panose="020B0604020202020204" pitchFamily="34" charset="0"/>
              </a:rPr>
              <a:pPr/>
              <a:t>18</a:t>
            </a:fld>
            <a:endParaRPr lang="en-US" altLang="zh-CN">
              <a:latin typeface="Arial" panose="020B0604020202020204" pitchFamily="34" charset="0"/>
            </a:endParaRPr>
          </a:p>
        </p:txBody>
      </p:sp>
      <p:sp>
        <p:nvSpPr>
          <p:cNvPr id="585730" name="Rectangle 2">
            <a:extLst>
              <a:ext uri="{FF2B5EF4-FFF2-40B4-BE49-F238E27FC236}">
                <a16:creationId xmlns:a16="http://schemas.microsoft.com/office/drawing/2014/main" id="{5A64CD4A-4189-C790-0E81-A1233AA6E1D5}"/>
              </a:ext>
            </a:extLst>
          </p:cNvPr>
          <p:cNvSpPr>
            <a:spLocks noGrp="1" noRot="1" noChangeArrowheads="1"/>
          </p:cNvSpPr>
          <p:nvPr>
            <p:ph type="title"/>
          </p:nvPr>
        </p:nvSpPr>
        <p:spPr/>
        <p:txBody>
          <a:bodyPr/>
          <a:lstStyle/>
          <a:p>
            <a:pPr eaLnBrk="1" hangingPunct="1">
              <a:defRPr/>
            </a:pPr>
            <a:r>
              <a:rPr lang="en-US" altLang="zh-CN" dirty="0"/>
              <a:t>6.2.2 </a:t>
            </a:r>
            <a:r>
              <a:rPr lang="zh-CN" altLang="en-US" dirty="0"/>
              <a:t>中断方式</a:t>
            </a:r>
          </a:p>
        </p:txBody>
      </p:sp>
      <p:sp>
        <p:nvSpPr>
          <p:cNvPr id="585731" name="Rectangle 3">
            <a:extLst>
              <a:ext uri="{FF2B5EF4-FFF2-40B4-BE49-F238E27FC236}">
                <a16:creationId xmlns:a16="http://schemas.microsoft.com/office/drawing/2014/main" id="{E2DC6FF7-EB79-6195-471B-F97EFA8F9DA3}"/>
              </a:ext>
            </a:extLst>
          </p:cNvPr>
          <p:cNvSpPr>
            <a:spLocks noGrp="1" noRot="1" noChangeArrowheads="1"/>
          </p:cNvSpPr>
          <p:nvPr>
            <p:ph type="body" idx="1"/>
          </p:nvPr>
        </p:nvSpPr>
        <p:spPr>
          <a:xfrm>
            <a:off x="0" y="1905000"/>
            <a:ext cx="8686800" cy="4114800"/>
          </a:xfrm>
        </p:spPr>
        <p:txBody>
          <a:bodyPr/>
          <a:lstStyle/>
          <a:p>
            <a:pPr eaLnBrk="1" hangingPunct="1"/>
            <a:r>
              <a:rPr lang="zh-CN" altLang="en-US"/>
              <a:t>为了减少直接控制方式中</a:t>
            </a:r>
            <a:r>
              <a:rPr lang="en-US" altLang="zh-CN"/>
              <a:t>CPU</a:t>
            </a:r>
            <a:r>
              <a:rPr lang="zh-CN" altLang="en-US"/>
              <a:t>等待时间以及提高系统的并行工作程度，中断（</a:t>
            </a:r>
            <a:r>
              <a:rPr lang="en-US" altLang="zh-CN"/>
              <a:t>interrupt</a:t>
            </a:r>
            <a:r>
              <a:rPr lang="zh-CN" altLang="en-US"/>
              <a:t>）方式被用来控制外围设备和内存与</a:t>
            </a:r>
            <a:r>
              <a:rPr lang="en-US" altLang="zh-CN"/>
              <a:t>CPU</a:t>
            </a:r>
            <a:r>
              <a:rPr lang="zh-CN" altLang="en-US"/>
              <a:t>之间的数据传送。</a:t>
            </a:r>
          </a:p>
          <a:p>
            <a:pPr eaLnBrk="1" hangingPunct="1"/>
            <a:r>
              <a:rPr lang="zh-CN" altLang="en-US"/>
              <a:t>这种方式要求</a:t>
            </a:r>
            <a:r>
              <a:rPr lang="en-US" altLang="zh-CN"/>
              <a:t>CPU</a:t>
            </a:r>
            <a:r>
              <a:rPr lang="zh-CN" altLang="en-US"/>
              <a:t>与设备（或控制器）之间有相应的中断请求线，而且在</a:t>
            </a:r>
            <a:r>
              <a:rPr lang="zh-CN" altLang="en-US">
                <a:solidFill>
                  <a:srgbClr val="CC0066"/>
                </a:solidFill>
              </a:rPr>
              <a:t>设备控制器</a:t>
            </a:r>
            <a:r>
              <a:rPr lang="zh-CN" altLang="en-US"/>
              <a:t>的</a:t>
            </a:r>
            <a:r>
              <a:rPr lang="zh-CN" altLang="en-US">
                <a:solidFill>
                  <a:srgbClr val="CC0066"/>
                </a:solidFill>
              </a:rPr>
              <a:t>控制状态寄存器</a:t>
            </a:r>
            <a:r>
              <a:rPr lang="zh-CN" altLang="en-US"/>
              <a:t>中有相应的</a:t>
            </a:r>
            <a:r>
              <a:rPr lang="zh-CN" altLang="en-US">
                <a:solidFill>
                  <a:srgbClr val="CC0066"/>
                </a:solidFill>
              </a:rPr>
              <a:t>中断允许位</a:t>
            </a:r>
            <a:r>
              <a:rPr lang="zh-CN" altLang="en-US"/>
              <a:t>。</a:t>
            </a:r>
          </a:p>
        </p:txBody>
      </p:sp>
    </p:spTree>
  </p:cSld>
  <p:clrMapOvr>
    <a:masterClrMapping/>
  </p:clrMapOvr>
  <p:transition spd="med">
    <p:random/>
    <p:sndAc>
      <p:stSnd>
        <p:snd r:embed="rId2"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596C44C3-7F15-9E29-4A74-D4D49AE00BC2}"/>
              </a:ext>
            </a:extLst>
          </p:cNvPr>
          <p:cNvSpPr>
            <a:spLocks noGrp="1" noRot="1" noChangeArrowheads="1"/>
          </p:cNvSpPr>
          <p:nvPr>
            <p:ph type="title"/>
          </p:nvPr>
        </p:nvSpPr>
        <p:spPr>
          <a:xfrm>
            <a:off x="323850" y="260350"/>
            <a:ext cx="935038" cy="6337300"/>
          </a:xfrm>
        </p:spPr>
        <p:txBody>
          <a:bodyPr/>
          <a:lstStyle/>
          <a:p>
            <a:pPr eaLnBrk="1" hangingPunct="1"/>
            <a:r>
              <a:rPr lang="zh-CN" altLang="en-US" sz="4000"/>
              <a:t>中断控制方式的传送结构</a:t>
            </a:r>
          </a:p>
        </p:txBody>
      </p:sp>
      <p:sp>
        <p:nvSpPr>
          <p:cNvPr id="25603" name="Rectangle 3">
            <a:extLst>
              <a:ext uri="{FF2B5EF4-FFF2-40B4-BE49-F238E27FC236}">
                <a16:creationId xmlns:a16="http://schemas.microsoft.com/office/drawing/2014/main" id="{BD26603B-F95E-DD77-494B-7786A401A80F}"/>
              </a:ext>
            </a:extLst>
          </p:cNvPr>
          <p:cNvSpPr>
            <a:spLocks noChangeArrowheads="1"/>
          </p:cNvSpPr>
          <p:nvPr/>
        </p:nvSpPr>
        <p:spPr bwMode="auto">
          <a:xfrm>
            <a:off x="3635375" y="1339850"/>
            <a:ext cx="1655763" cy="10080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1</a:t>
            </a:r>
          </a:p>
        </p:txBody>
      </p:sp>
      <p:sp>
        <p:nvSpPr>
          <p:cNvPr id="25604" name="Rectangle 4">
            <a:extLst>
              <a:ext uri="{FF2B5EF4-FFF2-40B4-BE49-F238E27FC236}">
                <a16:creationId xmlns:a16="http://schemas.microsoft.com/office/drawing/2014/main" id="{CA4831E0-FED4-73B9-82D7-6E66CD8C34A5}"/>
              </a:ext>
            </a:extLst>
          </p:cNvPr>
          <p:cNvSpPr>
            <a:spLocks noChangeArrowheads="1"/>
          </p:cNvSpPr>
          <p:nvPr/>
        </p:nvSpPr>
        <p:spPr bwMode="auto">
          <a:xfrm>
            <a:off x="3635375" y="3211513"/>
            <a:ext cx="1655763"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n</a:t>
            </a:r>
          </a:p>
        </p:txBody>
      </p:sp>
      <p:sp>
        <p:nvSpPr>
          <p:cNvPr id="25605" name="Rectangle 5">
            <a:extLst>
              <a:ext uri="{FF2B5EF4-FFF2-40B4-BE49-F238E27FC236}">
                <a16:creationId xmlns:a16="http://schemas.microsoft.com/office/drawing/2014/main" id="{2495EEEF-14BB-7674-6A05-68D649236D18}"/>
              </a:ext>
            </a:extLst>
          </p:cNvPr>
          <p:cNvSpPr>
            <a:spLocks noChangeArrowheads="1"/>
          </p:cNvSpPr>
          <p:nvPr/>
        </p:nvSpPr>
        <p:spPr bwMode="auto">
          <a:xfrm>
            <a:off x="7091363" y="1268413"/>
            <a:ext cx="1152525" cy="10080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CPU</a:t>
            </a:r>
          </a:p>
        </p:txBody>
      </p:sp>
      <p:sp>
        <p:nvSpPr>
          <p:cNvPr id="25606" name="Rectangle 6">
            <a:extLst>
              <a:ext uri="{FF2B5EF4-FFF2-40B4-BE49-F238E27FC236}">
                <a16:creationId xmlns:a16="http://schemas.microsoft.com/office/drawing/2014/main" id="{B9A532F6-3F18-36FB-B8CE-06EA225959D1}"/>
              </a:ext>
            </a:extLst>
          </p:cNvPr>
          <p:cNvSpPr>
            <a:spLocks noChangeArrowheads="1"/>
          </p:cNvSpPr>
          <p:nvPr/>
        </p:nvSpPr>
        <p:spPr bwMode="auto">
          <a:xfrm>
            <a:off x="7091363" y="3211513"/>
            <a:ext cx="1152525"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内存</a:t>
            </a:r>
          </a:p>
        </p:txBody>
      </p:sp>
      <p:sp>
        <p:nvSpPr>
          <p:cNvPr id="25607" name="AutoShape 7">
            <a:extLst>
              <a:ext uri="{FF2B5EF4-FFF2-40B4-BE49-F238E27FC236}">
                <a16:creationId xmlns:a16="http://schemas.microsoft.com/office/drawing/2014/main" id="{F72FD411-31EB-0569-B2F9-4B6BCDBE3F52}"/>
              </a:ext>
            </a:extLst>
          </p:cNvPr>
          <p:cNvSpPr>
            <a:spLocks noChangeArrowheads="1"/>
          </p:cNvSpPr>
          <p:nvPr/>
        </p:nvSpPr>
        <p:spPr bwMode="auto">
          <a:xfrm>
            <a:off x="7523163" y="2347913"/>
            <a:ext cx="217487" cy="792162"/>
          </a:xfrm>
          <a:prstGeom prst="upDownArrow">
            <a:avLst>
              <a:gd name="adj1" fmla="val 50000"/>
              <a:gd name="adj2" fmla="val 7284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25608" name="Rectangle 8">
            <a:extLst>
              <a:ext uri="{FF2B5EF4-FFF2-40B4-BE49-F238E27FC236}">
                <a16:creationId xmlns:a16="http://schemas.microsoft.com/office/drawing/2014/main" id="{B059F330-4015-945D-6631-1158F4ED6E97}"/>
              </a:ext>
            </a:extLst>
          </p:cNvPr>
          <p:cNvSpPr>
            <a:spLocks noChangeArrowheads="1"/>
          </p:cNvSpPr>
          <p:nvPr/>
        </p:nvSpPr>
        <p:spPr bwMode="auto">
          <a:xfrm>
            <a:off x="3203575" y="5300663"/>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25609" name="Rectangle 9">
            <a:extLst>
              <a:ext uri="{FF2B5EF4-FFF2-40B4-BE49-F238E27FC236}">
                <a16:creationId xmlns:a16="http://schemas.microsoft.com/office/drawing/2014/main" id="{C7FB1924-F93D-88E9-C0CA-ADD3C8B0E59B}"/>
              </a:ext>
            </a:extLst>
          </p:cNvPr>
          <p:cNvSpPr>
            <a:spLocks noChangeArrowheads="1"/>
          </p:cNvSpPr>
          <p:nvPr/>
        </p:nvSpPr>
        <p:spPr bwMode="auto">
          <a:xfrm>
            <a:off x="3203575" y="4652963"/>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25610" name="Line 10">
            <a:extLst>
              <a:ext uri="{FF2B5EF4-FFF2-40B4-BE49-F238E27FC236}">
                <a16:creationId xmlns:a16="http://schemas.microsoft.com/office/drawing/2014/main" id="{143F9818-7206-E2A0-45BD-8343B7A2916C}"/>
              </a:ext>
            </a:extLst>
          </p:cNvPr>
          <p:cNvSpPr>
            <a:spLocks noChangeShapeType="1"/>
          </p:cNvSpPr>
          <p:nvPr/>
        </p:nvSpPr>
        <p:spPr bwMode="auto">
          <a:xfrm>
            <a:off x="3851275" y="4652963"/>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1" name="Line 11">
            <a:extLst>
              <a:ext uri="{FF2B5EF4-FFF2-40B4-BE49-F238E27FC236}">
                <a16:creationId xmlns:a16="http://schemas.microsoft.com/office/drawing/2014/main" id="{4257AB79-D380-3BBF-7E8D-F19BE236EE68}"/>
              </a:ext>
            </a:extLst>
          </p:cNvPr>
          <p:cNvSpPr>
            <a:spLocks noChangeShapeType="1"/>
          </p:cNvSpPr>
          <p:nvPr/>
        </p:nvSpPr>
        <p:spPr bwMode="auto">
          <a:xfrm>
            <a:off x="4859338" y="4652963"/>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2" name="Line 12">
            <a:extLst>
              <a:ext uri="{FF2B5EF4-FFF2-40B4-BE49-F238E27FC236}">
                <a16:creationId xmlns:a16="http://schemas.microsoft.com/office/drawing/2014/main" id="{AE743EB0-DB00-5BC5-C022-574EC1E62E5A}"/>
              </a:ext>
            </a:extLst>
          </p:cNvPr>
          <p:cNvSpPr>
            <a:spLocks noChangeShapeType="1"/>
          </p:cNvSpPr>
          <p:nvPr/>
        </p:nvSpPr>
        <p:spPr bwMode="auto">
          <a:xfrm>
            <a:off x="5507038" y="4652963"/>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3" name="Line 13">
            <a:extLst>
              <a:ext uri="{FF2B5EF4-FFF2-40B4-BE49-F238E27FC236}">
                <a16:creationId xmlns:a16="http://schemas.microsoft.com/office/drawing/2014/main" id="{2B09FBF5-C2E8-D938-2527-0FC69D6FAB7C}"/>
              </a:ext>
            </a:extLst>
          </p:cNvPr>
          <p:cNvSpPr>
            <a:spLocks noChangeShapeType="1"/>
          </p:cNvSpPr>
          <p:nvPr/>
        </p:nvSpPr>
        <p:spPr bwMode="auto">
          <a:xfrm>
            <a:off x="4140200" y="4868863"/>
            <a:ext cx="358775"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4" name="Line 14">
            <a:extLst>
              <a:ext uri="{FF2B5EF4-FFF2-40B4-BE49-F238E27FC236}">
                <a16:creationId xmlns:a16="http://schemas.microsoft.com/office/drawing/2014/main" id="{7D14E311-202B-F068-D79B-6DE5541D1E15}"/>
              </a:ext>
            </a:extLst>
          </p:cNvPr>
          <p:cNvSpPr>
            <a:spLocks noChangeShapeType="1"/>
          </p:cNvSpPr>
          <p:nvPr/>
        </p:nvSpPr>
        <p:spPr bwMode="auto">
          <a:xfrm>
            <a:off x="5291138" y="1484313"/>
            <a:ext cx="1800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5" name="Line 15">
            <a:extLst>
              <a:ext uri="{FF2B5EF4-FFF2-40B4-BE49-F238E27FC236}">
                <a16:creationId xmlns:a16="http://schemas.microsoft.com/office/drawing/2014/main" id="{E80C3B90-0058-4036-0B07-7973A8217775}"/>
              </a:ext>
            </a:extLst>
          </p:cNvPr>
          <p:cNvSpPr>
            <a:spLocks noChangeShapeType="1"/>
          </p:cNvSpPr>
          <p:nvPr/>
        </p:nvSpPr>
        <p:spPr bwMode="auto">
          <a:xfrm>
            <a:off x="5291138" y="1844675"/>
            <a:ext cx="1800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6" name="Line 16">
            <a:extLst>
              <a:ext uri="{FF2B5EF4-FFF2-40B4-BE49-F238E27FC236}">
                <a16:creationId xmlns:a16="http://schemas.microsoft.com/office/drawing/2014/main" id="{62FDAAA2-AB3C-1BE5-210C-2AF24CE45174}"/>
              </a:ext>
            </a:extLst>
          </p:cNvPr>
          <p:cNvSpPr>
            <a:spLocks noChangeShapeType="1"/>
          </p:cNvSpPr>
          <p:nvPr/>
        </p:nvSpPr>
        <p:spPr bwMode="auto">
          <a:xfrm>
            <a:off x="5291138" y="2205038"/>
            <a:ext cx="1800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7" name="Line 17">
            <a:extLst>
              <a:ext uri="{FF2B5EF4-FFF2-40B4-BE49-F238E27FC236}">
                <a16:creationId xmlns:a16="http://schemas.microsoft.com/office/drawing/2014/main" id="{FAD23FF8-B226-552F-5785-3B78C71E9006}"/>
              </a:ext>
            </a:extLst>
          </p:cNvPr>
          <p:cNvSpPr>
            <a:spLocks noChangeShapeType="1"/>
          </p:cNvSpPr>
          <p:nvPr/>
        </p:nvSpPr>
        <p:spPr bwMode="auto">
          <a:xfrm>
            <a:off x="2843213" y="1773238"/>
            <a:ext cx="647700"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8" name="Line 18">
            <a:extLst>
              <a:ext uri="{FF2B5EF4-FFF2-40B4-BE49-F238E27FC236}">
                <a16:creationId xmlns:a16="http://schemas.microsoft.com/office/drawing/2014/main" id="{B0EAF08C-E83F-25A4-A745-F0F2B0B66EA7}"/>
              </a:ext>
            </a:extLst>
          </p:cNvPr>
          <p:cNvSpPr>
            <a:spLocks noChangeShapeType="1"/>
          </p:cNvSpPr>
          <p:nvPr/>
        </p:nvSpPr>
        <p:spPr bwMode="auto">
          <a:xfrm>
            <a:off x="2843213" y="3500438"/>
            <a:ext cx="647700"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9" name="Line 19">
            <a:extLst>
              <a:ext uri="{FF2B5EF4-FFF2-40B4-BE49-F238E27FC236}">
                <a16:creationId xmlns:a16="http://schemas.microsoft.com/office/drawing/2014/main" id="{ED527BC3-C2FB-31D2-C0D4-DDDB9A7E4C7A}"/>
              </a:ext>
            </a:extLst>
          </p:cNvPr>
          <p:cNvSpPr>
            <a:spLocks noChangeShapeType="1"/>
          </p:cNvSpPr>
          <p:nvPr/>
        </p:nvSpPr>
        <p:spPr bwMode="auto">
          <a:xfrm>
            <a:off x="4427538" y="2565400"/>
            <a:ext cx="0" cy="3587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0" name="Line 20">
            <a:extLst>
              <a:ext uri="{FF2B5EF4-FFF2-40B4-BE49-F238E27FC236}">
                <a16:creationId xmlns:a16="http://schemas.microsoft.com/office/drawing/2014/main" id="{3EEA4089-38CD-70EE-2068-116BC2B8100C}"/>
              </a:ext>
            </a:extLst>
          </p:cNvPr>
          <p:cNvSpPr>
            <a:spLocks noChangeShapeType="1"/>
          </p:cNvSpPr>
          <p:nvPr/>
        </p:nvSpPr>
        <p:spPr bwMode="auto">
          <a:xfrm>
            <a:off x="2268538" y="2565400"/>
            <a:ext cx="0" cy="3587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1" name="Text Box 21">
            <a:extLst>
              <a:ext uri="{FF2B5EF4-FFF2-40B4-BE49-F238E27FC236}">
                <a16:creationId xmlns:a16="http://schemas.microsoft.com/office/drawing/2014/main" id="{208AE8AE-1500-20DA-91E8-8C29DA70690F}"/>
              </a:ext>
            </a:extLst>
          </p:cNvPr>
          <p:cNvSpPr txBox="1">
            <a:spLocks noChangeArrowheads="1"/>
          </p:cNvSpPr>
          <p:nvPr/>
        </p:nvSpPr>
        <p:spPr bwMode="auto">
          <a:xfrm>
            <a:off x="1116013" y="1484313"/>
            <a:ext cx="20875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I/O</a:t>
            </a:r>
            <a:r>
              <a:rPr lang="zh-CN" altLang="en-US" sz="2600" b="0">
                <a:latin typeface="华文中宋" panose="02010600040101010101" pitchFamily="2" charset="-122"/>
                <a:ea typeface="华文中宋" panose="02010600040101010101" pitchFamily="2" charset="-122"/>
              </a:rPr>
              <a:t>设备</a:t>
            </a:r>
            <a:r>
              <a:rPr lang="en-US" altLang="zh-CN" sz="2600" b="0">
                <a:latin typeface="华文中宋" panose="02010600040101010101" pitchFamily="2" charset="-122"/>
                <a:ea typeface="华文中宋" panose="02010600040101010101" pitchFamily="2" charset="-122"/>
              </a:rPr>
              <a:t>1</a:t>
            </a:r>
            <a:r>
              <a:rPr lang="zh-CN" altLang="en-US" sz="2600" b="0">
                <a:latin typeface="华文中宋" panose="02010600040101010101" pitchFamily="2" charset="-122"/>
                <a:ea typeface="华文中宋" panose="02010600040101010101" pitchFamily="2" charset="-122"/>
              </a:rPr>
              <a:t>：</a:t>
            </a:r>
          </a:p>
        </p:txBody>
      </p:sp>
      <p:sp>
        <p:nvSpPr>
          <p:cNvPr id="25622" name="Text Box 22">
            <a:extLst>
              <a:ext uri="{FF2B5EF4-FFF2-40B4-BE49-F238E27FC236}">
                <a16:creationId xmlns:a16="http://schemas.microsoft.com/office/drawing/2014/main" id="{E29EC244-3D9E-DBBC-4CF7-65203DD1FBF9}"/>
              </a:ext>
            </a:extLst>
          </p:cNvPr>
          <p:cNvSpPr txBox="1">
            <a:spLocks noChangeArrowheads="1"/>
          </p:cNvSpPr>
          <p:nvPr/>
        </p:nvSpPr>
        <p:spPr bwMode="auto">
          <a:xfrm>
            <a:off x="1042988" y="3227388"/>
            <a:ext cx="20875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I/O</a:t>
            </a:r>
            <a:r>
              <a:rPr lang="zh-CN" altLang="en-US" sz="2600" b="0">
                <a:latin typeface="华文中宋" panose="02010600040101010101" pitchFamily="2" charset="-122"/>
                <a:ea typeface="华文中宋" panose="02010600040101010101" pitchFamily="2" charset="-122"/>
              </a:rPr>
              <a:t>设备</a:t>
            </a:r>
            <a:r>
              <a:rPr lang="en-US" altLang="zh-CN" sz="2600" b="0">
                <a:latin typeface="华文中宋" panose="02010600040101010101" pitchFamily="2" charset="-122"/>
                <a:ea typeface="华文中宋" panose="02010600040101010101" pitchFamily="2" charset="-122"/>
              </a:rPr>
              <a:t>n</a:t>
            </a:r>
            <a:r>
              <a:rPr lang="zh-CN" altLang="en-US" sz="2600" b="0">
                <a:latin typeface="华文中宋" panose="02010600040101010101" pitchFamily="2" charset="-122"/>
                <a:ea typeface="华文中宋" panose="02010600040101010101" pitchFamily="2" charset="-122"/>
              </a:rPr>
              <a:t>：</a:t>
            </a:r>
          </a:p>
        </p:txBody>
      </p:sp>
      <p:sp>
        <p:nvSpPr>
          <p:cNvPr id="25623" name="Text Box 23">
            <a:extLst>
              <a:ext uri="{FF2B5EF4-FFF2-40B4-BE49-F238E27FC236}">
                <a16:creationId xmlns:a16="http://schemas.microsoft.com/office/drawing/2014/main" id="{94DFF561-EFB4-AC57-6D58-43E4C144FEE6}"/>
              </a:ext>
            </a:extLst>
          </p:cNvPr>
          <p:cNvSpPr txBox="1">
            <a:spLocks noChangeArrowheads="1"/>
          </p:cNvSpPr>
          <p:nvPr/>
        </p:nvSpPr>
        <p:spPr bwMode="auto">
          <a:xfrm>
            <a:off x="5219700" y="1052513"/>
            <a:ext cx="15843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数据线</a:t>
            </a:r>
          </a:p>
        </p:txBody>
      </p:sp>
      <p:sp>
        <p:nvSpPr>
          <p:cNvPr id="25624" name="Text Box 24">
            <a:extLst>
              <a:ext uri="{FF2B5EF4-FFF2-40B4-BE49-F238E27FC236}">
                <a16:creationId xmlns:a16="http://schemas.microsoft.com/office/drawing/2014/main" id="{23095F3A-EB46-D818-C53F-A8DEE7E5CEB2}"/>
              </a:ext>
            </a:extLst>
          </p:cNvPr>
          <p:cNvSpPr txBox="1">
            <a:spLocks noChangeArrowheads="1"/>
          </p:cNvSpPr>
          <p:nvPr/>
        </p:nvSpPr>
        <p:spPr bwMode="auto">
          <a:xfrm>
            <a:off x="5219700" y="1427163"/>
            <a:ext cx="15843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地址线</a:t>
            </a:r>
          </a:p>
        </p:txBody>
      </p:sp>
      <p:sp>
        <p:nvSpPr>
          <p:cNvPr id="25625" name="Text Box 25">
            <a:extLst>
              <a:ext uri="{FF2B5EF4-FFF2-40B4-BE49-F238E27FC236}">
                <a16:creationId xmlns:a16="http://schemas.microsoft.com/office/drawing/2014/main" id="{DAEC2C0D-423C-BB3C-8E9C-4267A6852EF3}"/>
              </a:ext>
            </a:extLst>
          </p:cNvPr>
          <p:cNvSpPr txBox="1">
            <a:spLocks noChangeArrowheads="1"/>
          </p:cNvSpPr>
          <p:nvPr/>
        </p:nvSpPr>
        <p:spPr bwMode="auto">
          <a:xfrm>
            <a:off x="5219700" y="1787525"/>
            <a:ext cx="15843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控制线</a:t>
            </a:r>
          </a:p>
        </p:txBody>
      </p:sp>
      <p:sp>
        <p:nvSpPr>
          <p:cNvPr id="25626" name="Line 26">
            <a:extLst>
              <a:ext uri="{FF2B5EF4-FFF2-40B4-BE49-F238E27FC236}">
                <a16:creationId xmlns:a16="http://schemas.microsoft.com/office/drawing/2014/main" id="{E3F4AABB-F393-2FBB-6E72-5E459327A00B}"/>
              </a:ext>
            </a:extLst>
          </p:cNvPr>
          <p:cNvSpPr>
            <a:spLocks noChangeShapeType="1"/>
          </p:cNvSpPr>
          <p:nvPr/>
        </p:nvSpPr>
        <p:spPr bwMode="auto">
          <a:xfrm>
            <a:off x="6372225" y="2205038"/>
            <a:ext cx="0" cy="1079500"/>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7" name="Line 27">
            <a:extLst>
              <a:ext uri="{FF2B5EF4-FFF2-40B4-BE49-F238E27FC236}">
                <a16:creationId xmlns:a16="http://schemas.microsoft.com/office/drawing/2014/main" id="{B266E4D6-F87B-6C7A-04F2-3C15204DA745}"/>
              </a:ext>
            </a:extLst>
          </p:cNvPr>
          <p:cNvSpPr>
            <a:spLocks noChangeShapeType="1"/>
          </p:cNvSpPr>
          <p:nvPr/>
        </p:nvSpPr>
        <p:spPr bwMode="auto">
          <a:xfrm flipH="1">
            <a:off x="5292725" y="3284538"/>
            <a:ext cx="1079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8" name="Line 28">
            <a:extLst>
              <a:ext uri="{FF2B5EF4-FFF2-40B4-BE49-F238E27FC236}">
                <a16:creationId xmlns:a16="http://schemas.microsoft.com/office/drawing/2014/main" id="{A9DBAA08-8BEC-8852-61E4-FADFF9E6B1B9}"/>
              </a:ext>
            </a:extLst>
          </p:cNvPr>
          <p:cNvSpPr>
            <a:spLocks noChangeShapeType="1"/>
          </p:cNvSpPr>
          <p:nvPr/>
        </p:nvSpPr>
        <p:spPr bwMode="auto">
          <a:xfrm>
            <a:off x="6588125" y="1844675"/>
            <a:ext cx="0" cy="1655763"/>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9" name="Line 29">
            <a:extLst>
              <a:ext uri="{FF2B5EF4-FFF2-40B4-BE49-F238E27FC236}">
                <a16:creationId xmlns:a16="http://schemas.microsoft.com/office/drawing/2014/main" id="{B25E9063-9022-5968-7A52-A886CD738F30}"/>
              </a:ext>
            </a:extLst>
          </p:cNvPr>
          <p:cNvSpPr>
            <a:spLocks noChangeShapeType="1"/>
          </p:cNvSpPr>
          <p:nvPr/>
        </p:nvSpPr>
        <p:spPr bwMode="auto">
          <a:xfrm flipH="1">
            <a:off x="5292725" y="3500438"/>
            <a:ext cx="1295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0" name="Line 30">
            <a:extLst>
              <a:ext uri="{FF2B5EF4-FFF2-40B4-BE49-F238E27FC236}">
                <a16:creationId xmlns:a16="http://schemas.microsoft.com/office/drawing/2014/main" id="{AF9F7075-92AE-B23A-22F6-2511B3EE4B1A}"/>
              </a:ext>
            </a:extLst>
          </p:cNvPr>
          <p:cNvSpPr>
            <a:spLocks noChangeShapeType="1"/>
          </p:cNvSpPr>
          <p:nvPr/>
        </p:nvSpPr>
        <p:spPr bwMode="auto">
          <a:xfrm>
            <a:off x="6804025" y="1484313"/>
            <a:ext cx="0" cy="2232025"/>
          </a:xfrm>
          <a:prstGeom prst="line">
            <a:avLst/>
          </a:prstGeom>
          <a:noFill/>
          <a:ln w="381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1" name="Line 31">
            <a:extLst>
              <a:ext uri="{FF2B5EF4-FFF2-40B4-BE49-F238E27FC236}">
                <a16:creationId xmlns:a16="http://schemas.microsoft.com/office/drawing/2014/main" id="{56E2E3D7-85F2-5F95-763A-4D51118F5990}"/>
              </a:ext>
            </a:extLst>
          </p:cNvPr>
          <p:cNvSpPr>
            <a:spLocks noChangeShapeType="1"/>
          </p:cNvSpPr>
          <p:nvPr/>
        </p:nvSpPr>
        <p:spPr bwMode="auto">
          <a:xfrm flipH="1">
            <a:off x="5308600" y="3716338"/>
            <a:ext cx="14954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2" name="Line 32">
            <a:extLst>
              <a:ext uri="{FF2B5EF4-FFF2-40B4-BE49-F238E27FC236}">
                <a16:creationId xmlns:a16="http://schemas.microsoft.com/office/drawing/2014/main" id="{D4E05BD5-4060-562D-7DC0-6CD464B5E0BA}"/>
              </a:ext>
            </a:extLst>
          </p:cNvPr>
          <p:cNvSpPr>
            <a:spLocks noChangeShapeType="1"/>
          </p:cNvSpPr>
          <p:nvPr/>
        </p:nvSpPr>
        <p:spPr bwMode="auto">
          <a:xfrm>
            <a:off x="5581650" y="4868863"/>
            <a:ext cx="21431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3" name="Text Box 33">
            <a:extLst>
              <a:ext uri="{FF2B5EF4-FFF2-40B4-BE49-F238E27FC236}">
                <a16:creationId xmlns:a16="http://schemas.microsoft.com/office/drawing/2014/main" id="{71F66DDF-8E85-AD50-29AD-54DAE9D716DE}"/>
              </a:ext>
            </a:extLst>
          </p:cNvPr>
          <p:cNvSpPr txBox="1">
            <a:spLocks noChangeArrowheads="1"/>
          </p:cNvSpPr>
          <p:nvPr/>
        </p:nvSpPr>
        <p:spPr bwMode="auto">
          <a:xfrm>
            <a:off x="6156325" y="4581525"/>
            <a:ext cx="25193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控制状态寄存器</a:t>
            </a:r>
          </a:p>
        </p:txBody>
      </p:sp>
      <p:sp>
        <p:nvSpPr>
          <p:cNvPr id="25634" name="Text Box 34">
            <a:extLst>
              <a:ext uri="{FF2B5EF4-FFF2-40B4-BE49-F238E27FC236}">
                <a16:creationId xmlns:a16="http://schemas.microsoft.com/office/drawing/2014/main" id="{0807DC7C-146A-BB28-680B-3014AA9264C1}"/>
              </a:ext>
            </a:extLst>
          </p:cNvPr>
          <p:cNvSpPr txBox="1">
            <a:spLocks noChangeArrowheads="1"/>
          </p:cNvSpPr>
          <p:nvPr/>
        </p:nvSpPr>
        <p:spPr bwMode="auto">
          <a:xfrm>
            <a:off x="6156325" y="5300663"/>
            <a:ext cx="25193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数据缓冲寄存器</a:t>
            </a:r>
          </a:p>
        </p:txBody>
      </p:sp>
      <p:sp>
        <p:nvSpPr>
          <p:cNvPr id="25635" name="Line 35">
            <a:extLst>
              <a:ext uri="{FF2B5EF4-FFF2-40B4-BE49-F238E27FC236}">
                <a16:creationId xmlns:a16="http://schemas.microsoft.com/office/drawing/2014/main" id="{9C2FD2BB-EDD8-B716-B281-607CA168618C}"/>
              </a:ext>
            </a:extLst>
          </p:cNvPr>
          <p:cNvSpPr>
            <a:spLocks noChangeShapeType="1"/>
          </p:cNvSpPr>
          <p:nvPr/>
        </p:nvSpPr>
        <p:spPr bwMode="auto">
          <a:xfrm>
            <a:off x="3132138" y="4292600"/>
            <a:ext cx="360362" cy="5048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6" name="Line 36">
            <a:extLst>
              <a:ext uri="{FF2B5EF4-FFF2-40B4-BE49-F238E27FC236}">
                <a16:creationId xmlns:a16="http://schemas.microsoft.com/office/drawing/2014/main" id="{B7D4D1DE-E8AB-3A7D-6987-835B38EE6386}"/>
              </a:ext>
            </a:extLst>
          </p:cNvPr>
          <p:cNvSpPr>
            <a:spLocks noChangeShapeType="1"/>
          </p:cNvSpPr>
          <p:nvPr/>
        </p:nvSpPr>
        <p:spPr bwMode="auto">
          <a:xfrm flipV="1">
            <a:off x="4356100" y="4005263"/>
            <a:ext cx="71438" cy="6477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7" name="Line 37">
            <a:extLst>
              <a:ext uri="{FF2B5EF4-FFF2-40B4-BE49-F238E27FC236}">
                <a16:creationId xmlns:a16="http://schemas.microsoft.com/office/drawing/2014/main" id="{A892015A-596E-845E-EB86-18785F31E2D4}"/>
              </a:ext>
            </a:extLst>
          </p:cNvPr>
          <p:cNvSpPr>
            <a:spLocks noChangeShapeType="1"/>
          </p:cNvSpPr>
          <p:nvPr/>
        </p:nvSpPr>
        <p:spPr bwMode="auto">
          <a:xfrm flipH="1">
            <a:off x="5219700" y="4221163"/>
            <a:ext cx="360363" cy="5032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38" name="Text Box 38">
            <a:extLst>
              <a:ext uri="{FF2B5EF4-FFF2-40B4-BE49-F238E27FC236}">
                <a16:creationId xmlns:a16="http://schemas.microsoft.com/office/drawing/2014/main" id="{85293444-2F84-02EB-8A8C-AD4BBA4A245E}"/>
              </a:ext>
            </a:extLst>
          </p:cNvPr>
          <p:cNvSpPr txBox="1">
            <a:spLocks noChangeArrowheads="1"/>
          </p:cNvSpPr>
          <p:nvPr/>
        </p:nvSpPr>
        <p:spPr bwMode="auto">
          <a:xfrm>
            <a:off x="1908175" y="4149725"/>
            <a:ext cx="1223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启动位</a:t>
            </a:r>
          </a:p>
        </p:txBody>
      </p:sp>
      <p:sp>
        <p:nvSpPr>
          <p:cNvPr id="25639" name="Text Box 39">
            <a:extLst>
              <a:ext uri="{FF2B5EF4-FFF2-40B4-BE49-F238E27FC236}">
                <a16:creationId xmlns:a16="http://schemas.microsoft.com/office/drawing/2014/main" id="{FF2E78CA-9D8F-771D-C0FB-745F85FE41C1}"/>
              </a:ext>
            </a:extLst>
          </p:cNvPr>
          <p:cNvSpPr txBox="1">
            <a:spLocks noChangeArrowheads="1"/>
          </p:cNvSpPr>
          <p:nvPr/>
        </p:nvSpPr>
        <p:spPr bwMode="auto">
          <a:xfrm>
            <a:off x="5651500" y="4076700"/>
            <a:ext cx="1223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中断位</a:t>
            </a:r>
          </a:p>
        </p:txBody>
      </p:sp>
      <p:sp>
        <p:nvSpPr>
          <p:cNvPr id="25640" name="Line 40">
            <a:extLst>
              <a:ext uri="{FF2B5EF4-FFF2-40B4-BE49-F238E27FC236}">
                <a16:creationId xmlns:a16="http://schemas.microsoft.com/office/drawing/2014/main" id="{C27C8CDA-9B87-9F2A-B826-5AEE622159E1}"/>
              </a:ext>
            </a:extLst>
          </p:cNvPr>
          <p:cNvSpPr>
            <a:spLocks noChangeShapeType="1"/>
          </p:cNvSpPr>
          <p:nvPr/>
        </p:nvSpPr>
        <p:spPr bwMode="auto">
          <a:xfrm flipH="1">
            <a:off x="5292725" y="2565400"/>
            <a:ext cx="1655763" cy="0"/>
          </a:xfrm>
          <a:prstGeom prst="line">
            <a:avLst/>
          </a:prstGeom>
          <a:noFill/>
          <a:ln w="381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1" name="Text Box 41">
            <a:extLst>
              <a:ext uri="{FF2B5EF4-FFF2-40B4-BE49-F238E27FC236}">
                <a16:creationId xmlns:a16="http://schemas.microsoft.com/office/drawing/2014/main" id="{D8857EFF-A431-93E4-84E1-784D2D858D53}"/>
              </a:ext>
            </a:extLst>
          </p:cNvPr>
          <p:cNvSpPr txBox="1">
            <a:spLocks noChangeArrowheads="1"/>
          </p:cNvSpPr>
          <p:nvPr/>
        </p:nvSpPr>
        <p:spPr bwMode="auto">
          <a:xfrm>
            <a:off x="5292725" y="2508250"/>
            <a:ext cx="15843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Start</a:t>
            </a:r>
          </a:p>
        </p:txBody>
      </p:sp>
      <p:sp>
        <p:nvSpPr>
          <p:cNvPr id="25642" name="Line 42">
            <a:extLst>
              <a:ext uri="{FF2B5EF4-FFF2-40B4-BE49-F238E27FC236}">
                <a16:creationId xmlns:a16="http://schemas.microsoft.com/office/drawing/2014/main" id="{AC1671B8-2A61-CA8F-666F-948735B90688}"/>
              </a:ext>
            </a:extLst>
          </p:cNvPr>
          <p:cNvSpPr>
            <a:spLocks noChangeShapeType="1"/>
          </p:cNvSpPr>
          <p:nvPr/>
        </p:nvSpPr>
        <p:spPr bwMode="auto">
          <a:xfrm flipV="1">
            <a:off x="4427538" y="765175"/>
            <a:ext cx="0" cy="5762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3" name="Line 43">
            <a:extLst>
              <a:ext uri="{FF2B5EF4-FFF2-40B4-BE49-F238E27FC236}">
                <a16:creationId xmlns:a16="http://schemas.microsoft.com/office/drawing/2014/main" id="{199F7C87-867D-C940-9302-70D09C135C4F}"/>
              </a:ext>
            </a:extLst>
          </p:cNvPr>
          <p:cNvSpPr>
            <a:spLocks noChangeShapeType="1"/>
          </p:cNvSpPr>
          <p:nvPr/>
        </p:nvSpPr>
        <p:spPr bwMode="auto">
          <a:xfrm>
            <a:off x="4427538" y="765175"/>
            <a:ext cx="30241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4" name="Line 44">
            <a:extLst>
              <a:ext uri="{FF2B5EF4-FFF2-40B4-BE49-F238E27FC236}">
                <a16:creationId xmlns:a16="http://schemas.microsoft.com/office/drawing/2014/main" id="{9E3B3D24-7310-EDAB-BABE-8221F193D41F}"/>
              </a:ext>
            </a:extLst>
          </p:cNvPr>
          <p:cNvSpPr>
            <a:spLocks noChangeShapeType="1"/>
          </p:cNvSpPr>
          <p:nvPr/>
        </p:nvSpPr>
        <p:spPr bwMode="auto">
          <a:xfrm>
            <a:off x="7451725" y="765175"/>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5" name="Text Box 45">
            <a:extLst>
              <a:ext uri="{FF2B5EF4-FFF2-40B4-BE49-F238E27FC236}">
                <a16:creationId xmlns:a16="http://schemas.microsoft.com/office/drawing/2014/main" id="{8D455544-5E2E-4D16-285E-591DC9F6F340}"/>
              </a:ext>
            </a:extLst>
          </p:cNvPr>
          <p:cNvSpPr txBox="1">
            <a:spLocks noChangeArrowheads="1"/>
          </p:cNvSpPr>
          <p:nvPr/>
        </p:nvSpPr>
        <p:spPr bwMode="auto">
          <a:xfrm>
            <a:off x="5508625" y="188913"/>
            <a:ext cx="863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int</a:t>
            </a:r>
          </a:p>
        </p:txBody>
      </p:sp>
    </p:spTree>
  </p:cSld>
  <p:clrMapOvr>
    <a:masterClrMapping/>
  </p:clrMapOvr>
  <p:transition spd="med">
    <p:random/>
    <p:sndAc>
      <p:stSnd>
        <p:snd r:embed="rId2" name="camera.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2BE7ED3-4F82-CE74-A333-54E30F95B89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12F07F4-4347-474B-A568-2E3526F57D1B}" type="slidenum">
              <a:rPr lang="en-US" altLang="zh-CN">
                <a:latin typeface="Arial" panose="020B0604020202020204" pitchFamily="34" charset="0"/>
              </a:rPr>
              <a:pPr/>
              <a:t>20</a:t>
            </a:fld>
            <a:endParaRPr lang="en-US" altLang="zh-CN">
              <a:latin typeface="Arial" panose="020B0604020202020204" pitchFamily="34" charset="0"/>
            </a:endParaRPr>
          </a:p>
        </p:txBody>
      </p:sp>
      <p:sp>
        <p:nvSpPr>
          <p:cNvPr id="587778" name="Rectangle 2">
            <a:extLst>
              <a:ext uri="{FF2B5EF4-FFF2-40B4-BE49-F238E27FC236}">
                <a16:creationId xmlns:a16="http://schemas.microsoft.com/office/drawing/2014/main" id="{3135F68C-D8AA-8688-7244-5D8B6D12041C}"/>
              </a:ext>
            </a:extLst>
          </p:cNvPr>
          <p:cNvSpPr>
            <a:spLocks noGrp="1" noRot="1" noChangeArrowheads="1"/>
          </p:cNvSpPr>
          <p:nvPr>
            <p:ph type="title"/>
          </p:nvPr>
        </p:nvSpPr>
        <p:spPr/>
        <p:txBody>
          <a:bodyPr/>
          <a:lstStyle/>
          <a:p>
            <a:pPr eaLnBrk="1" hangingPunct="1"/>
            <a:r>
              <a:rPr lang="en-US" altLang="zh-CN" sz="4000" dirty="0"/>
              <a:t>6.2.2 </a:t>
            </a:r>
            <a:r>
              <a:rPr lang="zh-CN" altLang="en-US" sz="4000" dirty="0"/>
              <a:t>中断方式</a:t>
            </a:r>
            <a:r>
              <a:rPr lang="en-US" altLang="zh-CN" sz="4000" dirty="0"/>
              <a:t>—</a:t>
            </a:r>
            <a:r>
              <a:rPr lang="zh-CN" altLang="en-US" sz="4000" dirty="0"/>
              <a:t>数据输入步骤</a:t>
            </a:r>
          </a:p>
        </p:txBody>
      </p:sp>
      <p:sp>
        <p:nvSpPr>
          <p:cNvPr id="587779" name="Rectangle 3">
            <a:extLst>
              <a:ext uri="{FF2B5EF4-FFF2-40B4-BE49-F238E27FC236}">
                <a16:creationId xmlns:a16="http://schemas.microsoft.com/office/drawing/2014/main" id="{B428C020-AD3E-7922-DB74-EA0333EFB73B}"/>
              </a:ext>
            </a:extLst>
          </p:cNvPr>
          <p:cNvSpPr>
            <a:spLocks noGrp="1" noRot="1" noChangeArrowheads="1"/>
          </p:cNvSpPr>
          <p:nvPr>
            <p:ph type="body" idx="1"/>
          </p:nvPr>
        </p:nvSpPr>
        <p:spPr/>
        <p:txBody>
          <a:bodyPr/>
          <a:lstStyle/>
          <a:p>
            <a:pPr eaLnBrk="1" hangingPunct="1">
              <a:lnSpc>
                <a:spcPct val="8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1</a:t>
            </a:r>
            <a:r>
              <a:rPr lang="zh-CN" altLang="en-US" sz="2400">
                <a:latin typeface="华文中宋" panose="02010600040101010101" pitchFamily="2" charset="-122"/>
                <a:ea typeface="华文中宋" panose="02010600040101010101" pitchFamily="2" charset="-122"/>
              </a:rPr>
              <a:t>）首先，进程需要数据时，通过</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发出“</a:t>
            </a:r>
            <a:r>
              <a:rPr lang="en-US" altLang="zh-CN" sz="2400">
                <a:latin typeface="华文中宋" panose="02010600040101010101" pitchFamily="2" charset="-122"/>
                <a:ea typeface="华文中宋" panose="02010600040101010101" pitchFamily="2" charset="-122"/>
              </a:rPr>
              <a:t>Start”</a:t>
            </a:r>
            <a:r>
              <a:rPr lang="zh-CN" altLang="en-US" sz="2400">
                <a:latin typeface="华文中宋" panose="02010600040101010101" pitchFamily="2" charset="-122"/>
                <a:ea typeface="华文中宋" panose="02010600040101010101" pitchFamily="2" charset="-122"/>
              </a:rPr>
              <a:t>指令启动外围设备准备数据。该指令同时还将控制状态寄存器中的中断允许位打开，以便在需要时，中断程序可以被调用执行。</a:t>
            </a:r>
          </a:p>
          <a:p>
            <a:pPr eaLnBrk="1" hangingPunct="1">
              <a:lnSpc>
                <a:spcPct val="8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2</a:t>
            </a:r>
            <a:r>
              <a:rPr lang="zh-CN" altLang="en-US" sz="2400">
                <a:solidFill>
                  <a:srgbClr val="CC0066"/>
                </a:solidFill>
                <a:latin typeface="华文中宋" panose="02010600040101010101" pitchFamily="2" charset="-122"/>
                <a:ea typeface="华文中宋" panose="02010600040101010101" pitchFamily="2" charset="-122"/>
              </a:rPr>
              <a:t>）在进程发出指令启动设备之后，该进程放弃处理机，待输入完成。从而进程调度程序调度其他就绪进程占据处理机。</a:t>
            </a:r>
          </a:p>
          <a:p>
            <a:pPr eaLnBrk="1" hangingPunct="1">
              <a:lnSpc>
                <a:spcPct val="8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3</a:t>
            </a:r>
            <a:r>
              <a:rPr lang="zh-CN" altLang="en-US" sz="2400">
                <a:latin typeface="华文中宋" panose="02010600040101010101" pitchFamily="2" charset="-122"/>
                <a:ea typeface="华文中宋" panose="02010600040101010101" pitchFamily="2" charset="-122"/>
              </a:rPr>
              <a:t>）当输入完成时，</a:t>
            </a:r>
            <a:r>
              <a:rPr lang="en-US" altLang="zh-CN" sz="2400">
                <a:latin typeface="华文中宋" panose="02010600040101010101" pitchFamily="2" charset="-122"/>
                <a:ea typeface="华文中宋" panose="02010600040101010101" pitchFamily="2" charset="-122"/>
              </a:rPr>
              <a:t>I/O</a:t>
            </a:r>
            <a:r>
              <a:rPr lang="zh-CN" altLang="en-US" sz="2400">
                <a:latin typeface="华文中宋" panose="02010600040101010101" pitchFamily="2" charset="-122"/>
                <a:ea typeface="华文中宋" panose="02010600040101010101" pitchFamily="2" charset="-122"/>
              </a:rPr>
              <a:t>控制器通过中断请求线向</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发出中断信号。</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在接收到中断信号后，转向预先设计好的中断处理程序对数据传送进行相应的处理。</a:t>
            </a:r>
          </a:p>
          <a:p>
            <a:pPr eaLnBrk="1" hangingPunct="1">
              <a:lnSpc>
                <a:spcPct val="80000"/>
              </a:lnSpc>
            </a:pPr>
            <a:r>
              <a:rPr lang="zh-CN" altLang="en-US" sz="2400">
                <a:solidFill>
                  <a:srgbClr val="990099"/>
                </a:solidFill>
                <a:latin typeface="华文中宋" panose="02010600040101010101" pitchFamily="2" charset="-122"/>
                <a:ea typeface="华文中宋" panose="02010600040101010101" pitchFamily="2" charset="-122"/>
              </a:rPr>
              <a:t>（</a:t>
            </a:r>
            <a:r>
              <a:rPr lang="en-US" altLang="zh-CN" sz="2400">
                <a:solidFill>
                  <a:srgbClr val="990099"/>
                </a:solidFill>
                <a:latin typeface="华文中宋" panose="02010600040101010101" pitchFamily="2" charset="-122"/>
                <a:ea typeface="华文中宋" panose="02010600040101010101" pitchFamily="2" charset="-122"/>
              </a:rPr>
              <a:t>4</a:t>
            </a:r>
            <a:r>
              <a:rPr lang="zh-CN" altLang="en-US" sz="2400">
                <a:solidFill>
                  <a:srgbClr val="990099"/>
                </a:solidFill>
                <a:latin typeface="华文中宋" panose="02010600040101010101" pitchFamily="2" charset="-122"/>
                <a:ea typeface="华文中宋" panose="02010600040101010101" pitchFamily="2" charset="-122"/>
              </a:rPr>
              <a:t>）在以后的某个时刻，进程调度程序选中提出请求并得到了数据的进程，该进程从约定的内存特定单元中取出数据继续工作。</a:t>
            </a:r>
          </a:p>
        </p:txBody>
      </p:sp>
    </p:spTree>
  </p:cSld>
  <p:clrMapOvr>
    <a:masterClrMapping/>
  </p:clrMapOvr>
  <p:transition spd="med">
    <p:random/>
    <p:sndAc>
      <p:stSnd>
        <p:snd r:embed="rId2"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3B7FFA03-8741-A0DC-E32C-D137A8FCCDF5}"/>
              </a:ext>
            </a:extLst>
          </p:cNvPr>
          <p:cNvSpPr>
            <a:spLocks noGrp="1" noRot="1" noChangeArrowheads="1"/>
          </p:cNvSpPr>
          <p:nvPr>
            <p:ph type="title"/>
          </p:nvPr>
        </p:nvSpPr>
        <p:spPr>
          <a:xfrm>
            <a:off x="0" y="260350"/>
            <a:ext cx="5435600" cy="644525"/>
          </a:xfrm>
        </p:spPr>
        <p:txBody>
          <a:bodyPr/>
          <a:lstStyle/>
          <a:p>
            <a:pPr eaLnBrk="1" hangingPunct="1"/>
            <a:r>
              <a:rPr lang="zh-CN" altLang="en-US" sz="3600"/>
              <a:t>中断控制方式的处理过程</a:t>
            </a:r>
          </a:p>
        </p:txBody>
      </p:sp>
      <p:sp>
        <p:nvSpPr>
          <p:cNvPr id="27651" name="Line 3">
            <a:extLst>
              <a:ext uri="{FF2B5EF4-FFF2-40B4-BE49-F238E27FC236}">
                <a16:creationId xmlns:a16="http://schemas.microsoft.com/office/drawing/2014/main" id="{68DE204D-F3A7-7743-30B0-5F937CBEDDB3}"/>
              </a:ext>
            </a:extLst>
          </p:cNvPr>
          <p:cNvSpPr>
            <a:spLocks noChangeShapeType="1"/>
          </p:cNvSpPr>
          <p:nvPr/>
        </p:nvSpPr>
        <p:spPr bwMode="auto">
          <a:xfrm>
            <a:off x="2051050" y="148431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2" name="Rectangle 4">
            <a:extLst>
              <a:ext uri="{FF2B5EF4-FFF2-40B4-BE49-F238E27FC236}">
                <a16:creationId xmlns:a16="http://schemas.microsoft.com/office/drawing/2014/main" id="{B816E2F9-AF6F-F227-A4E5-232038027313}"/>
              </a:ext>
            </a:extLst>
          </p:cNvPr>
          <p:cNvSpPr>
            <a:spLocks noChangeArrowheads="1"/>
          </p:cNvSpPr>
          <p:nvPr/>
        </p:nvSpPr>
        <p:spPr bwMode="auto">
          <a:xfrm>
            <a:off x="539750" y="1844675"/>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接收到</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p:txBody>
      </p:sp>
      <p:sp>
        <p:nvSpPr>
          <p:cNvPr id="27653" name="Line 5">
            <a:extLst>
              <a:ext uri="{FF2B5EF4-FFF2-40B4-BE49-F238E27FC236}">
                <a16:creationId xmlns:a16="http://schemas.microsoft.com/office/drawing/2014/main" id="{36CD5C1B-CD09-F7F6-B145-5A23ADBAA273}"/>
              </a:ext>
            </a:extLst>
          </p:cNvPr>
          <p:cNvSpPr>
            <a:spLocks noChangeShapeType="1"/>
          </p:cNvSpPr>
          <p:nvPr/>
        </p:nvSpPr>
        <p:spPr bwMode="auto">
          <a:xfrm>
            <a:off x="2051050" y="227647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4" name="Rectangle 6">
            <a:extLst>
              <a:ext uri="{FF2B5EF4-FFF2-40B4-BE49-F238E27FC236}">
                <a16:creationId xmlns:a16="http://schemas.microsoft.com/office/drawing/2014/main" id="{A8E764E1-BA16-750C-81B8-7DF449BC477F}"/>
              </a:ext>
            </a:extLst>
          </p:cNvPr>
          <p:cNvSpPr>
            <a:spLocks noChangeArrowheads="1"/>
          </p:cNvSpPr>
          <p:nvPr/>
        </p:nvSpPr>
        <p:spPr bwMode="auto">
          <a:xfrm>
            <a:off x="539750" y="2636838"/>
            <a:ext cx="3240088" cy="7921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准备数据并将其</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置入缓冲寄存器</a:t>
            </a:r>
          </a:p>
        </p:txBody>
      </p:sp>
      <p:sp>
        <p:nvSpPr>
          <p:cNvPr id="27655" name="AutoShape 7">
            <a:extLst>
              <a:ext uri="{FF2B5EF4-FFF2-40B4-BE49-F238E27FC236}">
                <a16:creationId xmlns:a16="http://schemas.microsoft.com/office/drawing/2014/main" id="{E5C5757C-E83A-2269-CF14-2AC638CF5D4A}"/>
              </a:ext>
            </a:extLst>
          </p:cNvPr>
          <p:cNvSpPr>
            <a:spLocks noChangeArrowheads="1"/>
          </p:cNvSpPr>
          <p:nvPr/>
        </p:nvSpPr>
        <p:spPr bwMode="auto">
          <a:xfrm>
            <a:off x="539750" y="3716338"/>
            <a:ext cx="3095625" cy="1081087"/>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缓冲寄存器满吗？</a:t>
            </a:r>
          </a:p>
        </p:txBody>
      </p:sp>
      <p:sp>
        <p:nvSpPr>
          <p:cNvPr id="27656" name="Line 8">
            <a:extLst>
              <a:ext uri="{FF2B5EF4-FFF2-40B4-BE49-F238E27FC236}">
                <a16:creationId xmlns:a16="http://schemas.microsoft.com/office/drawing/2014/main" id="{D3FBBAA9-DFC7-7418-D733-489B95383EB7}"/>
              </a:ext>
            </a:extLst>
          </p:cNvPr>
          <p:cNvSpPr>
            <a:spLocks noChangeShapeType="1"/>
          </p:cNvSpPr>
          <p:nvPr/>
        </p:nvSpPr>
        <p:spPr bwMode="auto">
          <a:xfrm>
            <a:off x="2051050" y="34290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7" name="Line 9">
            <a:extLst>
              <a:ext uri="{FF2B5EF4-FFF2-40B4-BE49-F238E27FC236}">
                <a16:creationId xmlns:a16="http://schemas.microsoft.com/office/drawing/2014/main" id="{9B76D159-D98D-C94A-9A8F-5071F493E347}"/>
              </a:ext>
            </a:extLst>
          </p:cNvPr>
          <p:cNvSpPr>
            <a:spLocks noChangeShapeType="1"/>
          </p:cNvSpPr>
          <p:nvPr/>
        </p:nvSpPr>
        <p:spPr bwMode="auto">
          <a:xfrm>
            <a:off x="2051050" y="479742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8" name="Rectangle 10">
            <a:extLst>
              <a:ext uri="{FF2B5EF4-FFF2-40B4-BE49-F238E27FC236}">
                <a16:creationId xmlns:a16="http://schemas.microsoft.com/office/drawing/2014/main" id="{32270645-E46E-72DF-AF63-3E7140E75A65}"/>
              </a:ext>
            </a:extLst>
          </p:cNvPr>
          <p:cNvSpPr>
            <a:spLocks noChangeArrowheads="1"/>
          </p:cNvSpPr>
          <p:nvPr/>
        </p:nvSpPr>
        <p:spPr bwMode="auto">
          <a:xfrm>
            <a:off x="468313" y="5157788"/>
            <a:ext cx="3240087"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控制器发中断信号</a:t>
            </a:r>
          </a:p>
        </p:txBody>
      </p:sp>
      <p:sp>
        <p:nvSpPr>
          <p:cNvPr id="27659" name="Line 11">
            <a:extLst>
              <a:ext uri="{FF2B5EF4-FFF2-40B4-BE49-F238E27FC236}">
                <a16:creationId xmlns:a16="http://schemas.microsoft.com/office/drawing/2014/main" id="{28DF92E7-D55E-4A5F-7E11-A26C8BA52D78}"/>
              </a:ext>
            </a:extLst>
          </p:cNvPr>
          <p:cNvSpPr>
            <a:spLocks noChangeShapeType="1"/>
          </p:cNvSpPr>
          <p:nvPr/>
        </p:nvSpPr>
        <p:spPr bwMode="auto">
          <a:xfrm>
            <a:off x="2051050" y="55895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0" name="Line 12">
            <a:extLst>
              <a:ext uri="{FF2B5EF4-FFF2-40B4-BE49-F238E27FC236}">
                <a16:creationId xmlns:a16="http://schemas.microsoft.com/office/drawing/2014/main" id="{A5B400AC-F206-F9A6-CE4F-F63B5D48B559}"/>
              </a:ext>
            </a:extLst>
          </p:cNvPr>
          <p:cNvSpPr>
            <a:spLocks noChangeShapeType="1"/>
          </p:cNvSpPr>
          <p:nvPr/>
        </p:nvSpPr>
        <p:spPr bwMode="auto">
          <a:xfrm flipH="1">
            <a:off x="250825" y="4264025"/>
            <a:ext cx="317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1" name="Line 13">
            <a:extLst>
              <a:ext uri="{FF2B5EF4-FFF2-40B4-BE49-F238E27FC236}">
                <a16:creationId xmlns:a16="http://schemas.microsoft.com/office/drawing/2014/main" id="{B172C180-DCE0-3B68-4ADF-B36D68BF0DA7}"/>
              </a:ext>
            </a:extLst>
          </p:cNvPr>
          <p:cNvSpPr>
            <a:spLocks noChangeShapeType="1"/>
          </p:cNvSpPr>
          <p:nvPr/>
        </p:nvSpPr>
        <p:spPr bwMode="auto">
          <a:xfrm>
            <a:off x="250825" y="2506663"/>
            <a:ext cx="0" cy="17859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2" name="Line 14">
            <a:extLst>
              <a:ext uri="{FF2B5EF4-FFF2-40B4-BE49-F238E27FC236}">
                <a16:creationId xmlns:a16="http://schemas.microsoft.com/office/drawing/2014/main" id="{8CDD6150-E02A-5807-9BAB-B32B7E550278}"/>
              </a:ext>
            </a:extLst>
          </p:cNvPr>
          <p:cNvSpPr>
            <a:spLocks noChangeShapeType="1"/>
          </p:cNvSpPr>
          <p:nvPr/>
        </p:nvSpPr>
        <p:spPr bwMode="auto">
          <a:xfrm>
            <a:off x="250825" y="2492375"/>
            <a:ext cx="16573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3" name="Text Box 15">
            <a:extLst>
              <a:ext uri="{FF2B5EF4-FFF2-40B4-BE49-F238E27FC236}">
                <a16:creationId xmlns:a16="http://schemas.microsoft.com/office/drawing/2014/main" id="{E90471BA-4559-61D4-1DD3-EFEACBA3BA87}"/>
              </a:ext>
            </a:extLst>
          </p:cNvPr>
          <p:cNvSpPr txBox="1">
            <a:spLocks noChangeArrowheads="1"/>
          </p:cNvSpPr>
          <p:nvPr/>
        </p:nvSpPr>
        <p:spPr bwMode="auto">
          <a:xfrm>
            <a:off x="468313" y="35734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27664" name="Text Box 16">
            <a:extLst>
              <a:ext uri="{FF2B5EF4-FFF2-40B4-BE49-F238E27FC236}">
                <a16:creationId xmlns:a16="http://schemas.microsoft.com/office/drawing/2014/main" id="{ABEC8A19-777B-BD7F-4B6A-654D9F9EF22D}"/>
              </a:ext>
            </a:extLst>
          </p:cNvPr>
          <p:cNvSpPr txBox="1">
            <a:spLocks noChangeArrowheads="1"/>
          </p:cNvSpPr>
          <p:nvPr/>
        </p:nvSpPr>
        <p:spPr bwMode="auto">
          <a:xfrm>
            <a:off x="1258888" y="46275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27665" name="Text Box 17">
            <a:extLst>
              <a:ext uri="{FF2B5EF4-FFF2-40B4-BE49-F238E27FC236}">
                <a16:creationId xmlns:a16="http://schemas.microsoft.com/office/drawing/2014/main" id="{503A8860-62BE-62D3-466C-32758552D4E3}"/>
              </a:ext>
            </a:extLst>
          </p:cNvPr>
          <p:cNvSpPr txBox="1">
            <a:spLocks noChangeArrowheads="1"/>
          </p:cNvSpPr>
          <p:nvPr/>
        </p:nvSpPr>
        <p:spPr bwMode="auto">
          <a:xfrm>
            <a:off x="1331913" y="981075"/>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外围设备</a:t>
            </a:r>
          </a:p>
        </p:txBody>
      </p:sp>
      <p:sp>
        <p:nvSpPr>
          <p:cNvPr id="27666" name="Text Box 18">
            <a:extLst>
              <a:ext uri="{FF2B5EF4-FFF2-40B4-BE49-F238E27FC236}">
                <a16:creationId xmlns:a16="http://schemas.microsoft.com/office/drawing/2014/main" id="{45605468-5E88-8EBF-7FBF-66BFBC74FB3E}"/>
              </a:ext>
            </a:extLst>
          </p:cNvPr>
          <p:cNvSpPr txBox="1">
            <a:spLocks noChangeArrowheads="1"/>
          </p:cNvSpPr>
          <p:nvPr/>
        </p:nvSpPr>
        <p:spPr bwMode="auto">
          <a:xfrm>
            <a:off x="1547813" y="6165850"/>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a</a:t>
            </a:r>
            <a:r>
              <a:rPr lang="zh-CN" altLang="en-US" sz="2400" b="0">
                <a:latin typeface="Tahoma" panose="020B0604030504040204" pitchFamily="34" charset="0"/>
                <a:ea typeface="华文中宋" panose="02010600040101010101" pitchFamily="2" charset="-122"/>
              </a:rPr>
              <a:t>）</a:t>
            </a:r>
          </a:p>
        </p:txBody>
      </p:sp>
      <p:sp>
        <p:nvSpPr>
          <p:cNvPr id="27667" name="Line 19">
            <a:extLst>
              <a:ext uri="{FF2B5EF4-FFF2-40B4-BE49-F238E27FC236}">
                <a16:creationId xmlns:a16="http://schemas.microsoft.com/office/drawing/2014/main" id="{0956B269-353F-9697-D401-E72B3D650B29}"/>
              </a:ext>
            </a:extLst>
          </p:cNvPr>
          <p:cNvSpPr>
            <a:spLocks noChangeShapeType="1"/>
          </p:cNvSpPr>
          <p:nvPr/>
        </p:nvSpPr>
        <p:spPr bwMode="auto">
          <a:xfrm flipH="1">
            <a:off x="6515100" y="549275"/>
            <a:ext cx="1588"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8" name="Rectangle 20">
            <a:extLst>
              <a:ext uri="{FF2B5EF4-FFF2-40B4-BE49-F238E27FC236}">
                <a16:creationId xmlns:a16="http://schemas.microsoft.com/office/drawing/2014/main" id="{11B8F28D-2676-82CD-4780-D705166A854D}"/>
              </a:ext>
            </a:extLst>
          </p:cNvPr>
          <p:cNvSpPr>
            <a:spLocks noChangeArrowheads="1"/>
          </p:cNvSpPr>
          <p:nvPr/>
        </p:nvSpPr>
        <p:spPr bwMode="auto">
          <a:xfrm>
            <a:off x="5219700" y="836613"/>
            <a:ext cx="2665413"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向外设发</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将中断允许位置</a:t>
            </a:r>
            <a:r>
              <a:rPr lang="en-US" altLang="zh-CN" sz="2400" b="0">
                <a:latin typeface="华文中宋" panose="02010600040101010101" pitchFamily="2" charset="-122"/>
                <a:ea typeface="华文中宋" panose="02010600040101010101" pitchFamily="2" charset="-122"/>
              </a:rPr>
              <a:t>1</a:t>
            </a:r>
          </a:p>
        </p:txBody>
      </p:sp>
      <p:sp>
        <p:nvSpPr>
          <p:cNvPr id="27669" name="Line 21">
            <a:extLst>
              <a:ext uri="{FF2B5EF4-FFF2-40B4-BE49-F238E27FC236}">
                <a16:creationId xmlns:a16="http://schemas.microsoft.com/office/drawing/2014/main" id="{B8B391D1-0563-FAAB-B1F4-6079E6BFBAF0}"/>
              </a:ext>
            </a:extLst>
          </p:cNvPr>
          <p:cNvSpPr>
            <a:spLocks noChangeShapeType="1"/>
          </p:cNvSpPr>
          <p:nvPr/>
        </p:nvSpPr>
        <p:spPr bwMode="auto">
          <a:xfrm>
            <a:off x="6515100" y="220503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0" name="AutoShape 22">
            <a:extLst>
              <a:ext uri="{FF2B5EF4-FFF2-40B4-BE49-F238E27FC236}">
                <a16:creationId xmlns:a16="http://schemas.microsoft.com/office/drawing/2014/main" id="{BB000EFF-5530-C037-BD48-2971DB127679}"/>
              </a:ext>
            </a:extLst>
          </p:cNvPr>
          <p:cNvSpPr>
            <a:spLocks noChangeArrowheads="1"/>
          </p:cNvSpPr>
          <p:nvPr/>
        </p:nvSpPr>
        <p:spPr bwMode="auto">
          <a:xfrm>
            <a:off x="4859338" y="3214688"/>
            <a:ext cx="3313112" cy="1150937"/>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收到中断信号了吗？</a:t>
            </a:r>
          </a:p>
        </p:txBody>
      </p:sp>
      <p:sp>
        <p:nvSpPr>
          <p:cNvPr id="27671" name="Line 23">
            <a:extLst>
              <a:ext uri="{FF2B5EF4-FFF2-40B4-BE49-F238E27FC236}">
                <a16:creationId xmlns:a16="http://schemas.microsoft.com/office/drawing/2014/main" id="{2479DC75-D820-C829-B065-D5D8831C8733}"/>
              </a:ext>
            </a:extLst>
          </p:cNvPr>
          <p:cNvSpPr>
            <a:spLocks noChangeShapeType="1"/>
          </p:cNvSpPr>
          <p:nvPr/>
        </p:nvSpPr>
        <p:spPr bwMode="auto">
          <a:xfrm flipH="1">
            <a:off x="6515100" y="4365625"/>
            <a:ext cx="1588"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2" name="Rectangle 24">
            <a:extLst>
              <a:ext uri="{FF2B5EF4-FFF2-40B4-BE49-F238E27FC236}">
                <a16:creationId xmlns:a16="http://schemas.microsoft.com/office/drawing/2014/main" id="{92D3D9D3-DBE1-14D2-A646-E53CE875A48D}"/>
              </a:ext>
            </a:extLst>
          </p:cNvPr>
          <p:cNvSpPr>
            <a:spLocks noChangeArrowheads="1"/>
          </p:cNvSpPr>
          <p:nvPr/>
        </p:nvSpPr>
        <p:spPr bwMode="auto">
          <a:xfrm>
            <a:off x="4932363" y="4654550"/>
            <a:ext cx="3240087"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中断处理</a:t>
            </a:r>
          </a:p>
        </p:txBody>
      </p:sp>
      <p:sp>
        <p:nvSpPr>
          <p:cNvPr id="27673" name="Rectangle 25">
            <a:extLst>
              <a:ext uri="{FF2B5EF4-FFF2-40B4-BE49-F238E27FC236}">
                <a16:creationId xmlns:a16="http://schemas.microsoft.com/office/drawing/2014/main" id="{3678BB64-0FB0-0EF9-09B5-F4F7D53D0561}"/>
              </a:ext>
            </a:extLst>
          </p:cNvPr>
          <p:cNvSpPr>
            <a:spLocks noChangeArrowheads="1"/>
          </p:cNvSpPr>
          <p:nvPr/>
        </p:nvSpPr>
        <p:spPr bwMode="auto">
          <a:xfrm>
            <a:off x="4932363" y="5373688"/>
            <a:ext cx="3311525"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被中断进程执行</a:t>
            </a:r>
          </a:p>
        </p:txBody>
      </p:sp>
      <p:sp>
        <p:nvSpPr>
          <p:cNvPr id="27674" name="Line 26">
            <a:extLst>
              <a:ext uri="{FF2B5EF4-FFF2-40B4-BE49-F238E27FC236}">
                <a16:creationId xmlns:a16="http://schemas.microsoft.com/office/drawing/2014/main" id="{6EA4D3EF-A6E1-2720-39B6-0BB626F6DE23}"/>
              </a:ext>
            </a:extLst>
          </p:cNvPr>
          <p:cNvSpPr>
            <a:spLocks noChangeShapeType="1"/>
          </p:cNvSpPr>
          <p:nvPr/>
        </p:nvSpPr>
        <p:spPr bwMode="auto">
          <a:xfrm>
            <a:off x="6515100" y="580548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5" name="Line 27">
            <a:extLst>
              <a:ext uri="{FF2B5EF4-FFF2-40B4-BE49-F238E27FC236}">
                <a16:creationId xmlns:a16="http://schemas.microsoft.com/office/drawing/2014/main" id="{8EC12783-0E8C-FB32-0358-AF2E5F9C8BE6}"/>
              </a:ext>
            </a:extLst>
          </p:cNvPr>
          <p:cNvSpPr>
            <a:spLocks noChangeShapeType="1"/>
          </p:cNvSpPr>
          <p:nvPr/>
        </p:nvSpPr>
        <p:spPr bwMode="auto">
          <a:xfrm flipH="1">
            <a:off x="8174038" y="3789363"/>
            <a:ext cx="1428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6" name="Line 28">
            <a:extLst>
              <a:ext uri="{FF2B5EF4-FFF2-40B4-BE49-F238E27FC236}">
                <a16:creationId xmlns:a16="http://schemas.microsoft.com/office/drawing/2014/main" id="{D914348E-5715-08BC-2E7B-2B2781D8526B}"/>
              </a:ext>
            </a:extLst>
          </p:cNvPr>
          <p:cNvSpPr>
            <a:spLocks noChangeShapeType="1"/>
          </p:cNvSpPr>
          <p:nvPr/>
        </p:nvSpPr>
        <p:spPr bwMode="auto">
          <a:xfrm>
            <a:off x="8316913" y="2420938"/>
            <a:ext cx="0" cy="13684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7" name="Line 29">
            <a:extLst>
              <a:ext uri="{FF2B5EF4-FFF2-40B4-BE49-F238E27FC236}">
                <a16:creationId xmlns:a16="http://schemas.microsoft.com/office/drawing/2014/main" id="{034E266A-A498-B252-DC55-99DB8082681B}"/>
              </a:ext>
            </a:extLst>
          </p:cNvPr>
          <p:cNvSpPr>
            <a:spLocks noChangeShapeType="1"/>
          </p:cNvSpPr>
          <p:nvPr/>
        </p:nvSpPr>
        <p:spPr bwMode="auto">
          <a:xfrm flipH="1">
            <a:off x="6588125" y="2420938"/>
            <a:ext cx="17287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8" name="Text Box 30">
            <a:extLst>
              <a:ext uri="{FF2B5EF4-FFF2-40B4-BE49-F238E27FC236}">
                <a16:creationId xmlns:a16="http://schemas.microsoft.com/office/drawing/2014/main" id="{577E0527-C238-4D6B-8C1A-41D4A81B7C40}"/>
              </a:ext>
            </a:extLst>
          </p:cNvPr>
          <p:cNvSpPr txBox="1">
            <a:spLocks noChangeArrowheads="1"/>
          </p:cNvSpPr>
          <p:nvPr/>
        </p:nvSpPr>
        <p:spPr bwMode="auto">
          <a:xfrm>
            <a:off x="6732588" y="4149725"/>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27679" name="Text Box 31">
            <a:extLst>
              <a:ext uri="{FF2B5EF4-FFF2-40B4-BE49-F238E27FC236}">
                <a16:creationId xmlns:a16="http://schemas.microsoft.com/office/drawing/2014/main" id="{E529F173-0D87-72E0-5B8C-04522A000A67}"/>
              </a:ext>
            </a:extLst>
          </p:cNvPr>
          <p:cNvSpPr txBox="1">
            <a:spLocks noChangeArrowheads="1"/>
          </p:cNvSpPr>
          <p:nvPr/>
        </p:nvSpPr>
        <p:spPr bwMode="auto">
          <a:xfrm>
            <a:off x="7740650" y="328453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27680" name="Text Box 32">
            <a:extLst>
              <a:ext uri="{FF2B5EF4-FFF2-40B4-BE49-F238E27FC236}">
                <a16:creationId xmlns:a16="http://schemas.microsoft.com/office/drawing/2014/main" id="{98FCCF99-2E17-4CA7-0F96-BDF26B71F615}"/>
              </a:ext>
            </a:extLst>
          </p:cNvPr>
          <p:cNvSpPr txBox="1">
            <a:spLocks noChangeArrowheads="1"/>
          </p:cNvSpPr>
          <p:nvPr/>
        </p:nvSpPr>
        <p:spPr bwMode="auto">
          <a:xfrm>
            <a:off x="6084888" y="92075"/>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CPU</a:t>
            </a:r>
          </a:p>
        </p:txBody>
      </p:sp>
      <p:sp>
        <p:nvSpPr>
          <p:cNvPr id="27681" name="Text Box 33">
            <a:extLst>
              <a:ext uri="{FF2B5EF4-FFF2-40B4-BE49-F238E27FC236}">
                <a16:creationId xmlns:a16="http://schemas.microsoft.com/office/drawing/2014/main" id="{D7296C32-EC07-FDA8-90CA-D0EEBA750A9D}"/>
              </a:ext>
            </a:extLst>
          </p:cNvPr>
          <p:cNvSpPr txBox="1">
            <a:spLocks noChangeArrowheads="1"/>
          </p:cNvSpPr>
          <p:nvPr/>
        </p:nvSpPr>
        <p:spPr bwMode="auto">
          <a:xfrm>
            <a:off x="6011863" y="6165850"/>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b</a:t>
            </a:r>
            <a:r>
              <a:rPr lang="zh-CN" altLang="en-US" sz="2400" b="0">
                <a:latin typeface="Tahoma" panose="020B0604030504040204" pitchFamily="34" charset="0"/>
                <a:ea typeface="华文中宋" panose="02010600040101010101" pitchFamily="2" charset="-122"/>
              </a:rPr>
              <a:t>）</a:t>
            </a:r>
          </a:p>
        </p:txBody>
      </p:sp>
      <p:sp>
        <p:nvSpPr>
          <p:cNvPr id="27682" name="Line 34">
            <a:extLst>
              <a:ext uri="{FF2B5EF4-FFF2-40B4-BE49-F238E27FC236}">
                <a16:creationId xmlns:a16="http://schemas.microsoft.com/office/drawing/2014/main" id="{B5014C6E-AAD3-4F55-FB03-84D735215BE9}"/>
              </a:ext>
            </a:extLst>
          </p:cNvPr>
          <p:cNvSpPr>
            <a:spLocks noChangeShapeType="1"/>
          </p:cNvSpPr>
          <p:nvPr/>
        </p:nvSpPr>
        <p:spPr bwMode="auto">
          <a:xfrm flipH="1">
            <a:off x="6515100" y="1557338"/>
            <a:ext cx="1588"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3" name="Rectangle 35">
            <a:extLst>
              <a:ext uri="{FF2B5EF4-FFF2-40B4-BE49-F238E27FC236}">
                <a16:creationId xmlns:a16="http://schemas.microsoft.com/office/drawing/2014/main" id="{95E08C0B-3DDE-AE28-A29A-68185BF296CB}"/>
              </a:ext>
            </a:extLst>
          </p:cNvPr>
          <p:cNvSpPr>
            <a:spLocks noChangeArrowheads="1"/>
          </p:cNvSpPr>
          <p:nvPr/>
        </p:nvSpPr>
        <p:spPr bwMode="auto">
          <a:xfrm>
            <a:off x="5219700" y="1844675"/>
            <a:ext cx="2665413" cy="360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调度其他进程</a:t>
            </a:r>
          </a:p>
        </p:txBody>
      </p:sp>
      <p:sp>
        <p:nvSpPr>
          <p:cNvPr id="27684" name="Line 36">
            <a:extLst>
              <a:ext uri="{FF2B5EF4-FFF2-40B4-BE49-F238E27FC236}">
                <a16:creationId xmlns:a16="http://schemas.microsoft.com/office/drawing/2014/main" id="{0C6A4D77-DF2F-2EC7-0D50-33069AE11E66}"/>
              </a:ext>
            </a:extLst>
          </p:cNvPr>
          <p:cNvSpPr>
            <a:spLocks noChangeShapeType="1"/>
          </p:cNvSpPr>
          <p:nvPr/>
        </p:nvSpPr>
        <p:spPr bwMode="auto">
          <a:xfrm flipH="1">
            <a:off x="6515100" y="5084763"/>
            <a:ext cx="1588"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5" name="Line 37">
            <a:extLst>
              <a:ext uri="{FF2B5EF4-FFF2-40B4-BE49-F238E27FC236}">
                <a16:creationId xmlns:a16="http://schemas.microsoft.com/office/drawing/2014/main" id="{28B57BA4-A532-3103-4A1B-4E85A02613A1}"/>
              </a:ext>
            </a:extLst>
          </p:cNvPr>
          <p:cNvSpPr>
            <a:spLocks noChangeShapeType="1"/>
          </p:cNvSpPr>
          <p:nvPr/>
        </p:nvSpPr>
        <p:spPr bwMode="auto">
          <a:xfrm flipH="1">
            <a:off x="6515100" y="2924175"/>
            <a:ext cx="1588"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86" name="Rectangle 38">
            <a:extLst>
              <a:ext uri="{FF2B5EF4-FFF2-40B4-BE49-F238E27FC236}">
                <a16:creationId xmlns:a16="http://schemas.microsoft.com/office/drawing/2014/main" id="{F2477D8B-8683-215B-2C4D-8A7264305078}"/>
              </a:ext>
            </a:extLst>
          </p:cNvPr>
          <p:cNvSpPr>
            <a:spLocks noChangeArrowheads="1"/>
          </p:cNvSpPr>
          <p:nvPr/>
        </p:nvSpPr>
        <p:spPr bwMode="auto">
          <a:xfrm>
            <a:off x="5219700" y="2565400"/>
            <a:ext cx="2665413" cy="360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其他进程执行</a:t>
            </a:r>
          </a:p>
        </p:txBody>
      </p:sp>
    </p:spTree>
  </p:cSld>
  <p:clrMapOvr>
    <a:masterClrMapping/>
  </p:clrMapOvr>
  <p:transition spd="med">
    <p:random/>
    <p:sndAc>
      <p:stSnd>
        <p:snd r:embed="rId2"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B88D812-4052-0839-6A51-984127DE267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DFA51D0-C290-1C4F-B947-6BD684B9385E}" type="slidenum">
              <a:rPr lang="en-US" altLang="zh-CN">
                <a:latin typeface="Arial" panose="020B0604020202020204" pitchFamily="34" charset="0"/>
              </a:rPr>
              <a:pPr/>
              <a:t>22</a:t>
            </a:fld>
            <a:endParaRPr lang="en-US" altLang="zh-CN">
              <a:latin typeface="Arial" panose="020B0604020202020204" pitchFamily="34" charset="0"/>
            </a:endParaRPr>
          </a:p>
        </p:txBody>
      </p:sp>
      <p:sp>
        <p:nvSpPr>
          <p:cNvPr id="589826" name="Rectangle 2">
            <a:extLst>
              <a:ext uri="{FF2B5EF4-FFF2-40B4-BE49-F238E27FC236}">
                <a16:creationId xmlns:a16="http://schemas.microsoft.com/office/drawing/2014/main" id="{7A73253B-A965-2CE4-7965-1DF280CA8145}"/>
              </a:ext>
            </a:extLst>
          </p:cNvPr>
          <p:cNvSpPr>
            <a:spLocks noGrp="1" noRot="1" noChangeArrowheads="1"/>
          </p:cNvSpPr>
          <p:nvPr>
            <p:ph type="title"/>
          </p:nvPr>
        </p:nvSpPr>
        <p:spPr/>
        <p:txBody>
          <a:bodyPr/>
          <a:lstStyle/>
          <a:p>
            <a:pPr eaLnBrk="1" hangingPunct="1">
              <a:defRPr/>
            </a:pPr>
            <a:r>
              <a:rPr lang="zh-CN" altLang="en-US"/>
              <a:t>中断控制方式的特点</a:t>
            </a:r>
          </a:p>
        </p:txBody>
      </p:sp>
      <p:sp>
        <p:nvSpPr>
          <p:cNvPr id="589827" name="Rectangle 3">
            <a:extLst>
              <a:ext uri="{FF2B5EF4-FFF2-40B4-BE49-F238E27FC236}">
                <a16:creationId xmlns:a16="http://schemas.microsoft.com/office/drawing/2014/main" id="{D61049C2-C65A-4D57-F244-191303308805}"/>
              </a:ext>
            </a:extLst>
          </p:cNvPr>
          <p:cNvSpPr>
            <a:spLocks noGrp="1" noRot="1" noChangeArrowheads="1"/>
          </p:cNvSpPr>
          <p:nvPr>
            <p:ph type="body" idx="1"/>
          </p:nvPr>
        </p:nvSpPr>
        <p:spPr>
          <a:xfrm>
            <a:off x="468313" y="1773238"/>
            <a:ext cx="8229600" cy="4619625"/>
          </a:xfrm>
        </p:spPr>
        <p:txBody>
          <a:bodyPr/>
          <a:lstStyle/>
          <a:p>
            <a:pPr eaLnBrk="1" hangingPunct="1">
              <a:lnSpc>
                <a:spcPct val="90000"/>
              </a:lnSpc>
            </a:pPr>
            <a:r>
              <a:rPr lang="zh-CN" altLang="en-US" sz="2800">
                <a:solidFill>
                  <a:srgbClr val="CC0066"/>
                </a:solidFill>
              </a:rPr>
              <a:t>优点：</a:t>
            </a:r>
          </a:p>
          <a:p>
            <a:pPr lvl="1" eaLnBrk="1" hangingPunct="1">
              <a:lnSpc>
                <a:spcPct val="90000"/>
              </a:lnSpc>
            </a:pPr>
            <a:r>
              <a:rPr lang="en-US" altLang="zh-CN" sz="2400"/>
              <a:t>CPU</a:t>
            </a:r>
            <a:r>
              <a:rPr lang="zh-CN" altLang="en-US" sz="2400"/>
              <a:t>在进程上下文中执行时，也可以启动不同的设备启动指令和允许中断指令，从而做到设备与设备之间和设备与</a:t>
            </a:r>
            <a:r>
              <a:rPr lang="en-US" altLang="zh-CN" sz="2400"/>
              <a:t>CPU</a:t>
            </a:r>
            <a:r>
              <a:rPr lang="zh-CN" altLang="en-US" sz="2400"/>
              <a:t>之间的并行操作，提高了</a:t>
            </a:r>
            <a:r>
              <a:rPr lang="en-US" altLang="zh-CN" sz="2400"/>
              <a:t>CPU</a:t>
            </a:r>
            <a:r>
              <a:rPr lang="zh-CN" altLang="en-US" sz="2400"/>
              <a:t>的利用率。</a:t>
            </a:r>
          </a:p>
          <a:p>
            <a:pPr eaLnBrk="1" hangingPunct="1">
              <a:lnSpc>
                <a:spcPct val="90000"/>
              </a:lnSpc>
            </a:pPr>
            <a:r>
              <a:rPr lang="zh-CN" altLang="en-US" sz="2800">
                <a:solidFill>
                  <a:schemeClr val="hlink"/>
                </a:solidFill>
              </a:rPr>
              <a:t>缺点：</a:t>
            </a:r>
          </a:p>
          <a:p>
            <a:pPr lvl="1" eaLnBrk="1" hangingPunct="1">
              <a:lnSpc>
                <a:spcPct val="90000"/>
              </a:lnSpc>
            </a:pPr>
            <a:r>
              <a:rPr lang="en-US" altLang="zh-CN" sz="2400"/>
              <a:t>1. </a:t>
            </a:r>
            <a:r>
              <a:rPr lang="zh-CN" altLang="en-US" sz="2400"/>
              <a:t>由于在</a:t>
            </a:r>
            <a:r>
              <a:rPr lang="en-US" altLang="zh-CN" sz="2400"/>
              <a:t>I/O</a:t>
            </a:r>
            <a:r>
              <a:rPr lang="zh-CN" altLang="en-US" sz="2400"/>
              <a:t>控制器的数据缓冲寄存器装满后将会发生中断，而且数据缓冲寄存器通常较小，在一次数据传送过程中可能发生多次中断。</a:t>
            </a:r>
          </a:p>
          <a:p>
            <a:pPr lvl="1" eaLnBrk="1" hangingPunct="1">
              <a:lnSpc>
                <a:spcPct val="90000"/>
              </a:lnSpc>
            </a:pPr>
            <a:r>
              <a:rPr lang="en-US" altLang="zh-CN" sz="2400">
                <a:solidFill>
                  <a:srgbClr val="CC0066"/>
                </a:solidFill>
              </a:rPr>
              <a:t>2. </a:t>
            </a:r>
            <a:r>
              <a:rPr lang="zh-CN" altLang="en-US" sz="2400">
                <a:solidFill>
                  <a:srgbClr val="CC0066"/>
                </a:solidFill>
              </a:rPr>
              <a:t>当较多外围设备并行操作时，由于中断次数急剧增加而造成</a:t>
            </a:r>
            <a:r>
              <a:rPr lang="en-US" altLang="zh-CN" sz="2400">
                <a:solidFill>
                  <a:srgbClr val="CC0066"/>
                </a:solidFill>
              </a:rPr>
              <a:t>CPU</a:t>
            </a:r>
            <a:r>
              <a:rPr lang="zh-CN" altLang="en-US" sz="2400">
                <a:solidFill>
                  <a:srgbClr val="CC0066"/>
                </a:solidFill>
              </a:rPr>
              <a:t>无法响应中断和出现数据丢失现象。</a:t>
            </a:r>
          </a:p>
          <a:p>
            <a:pPr lvl="1" eaLnBrk="1" hangingPunct="1">
              <a:lnSpc>
                <a:spcPct val="90000"/>
              </a:lnSpc>
            </a:pPr>
            <a:r>
              <a:rPr lang="en-US" altLang="zh-CN" sz="2400"/>
              <a:t>3. </a:t>
            </a:r>
            <a:r>
              <a:rPr lang="zh-CN" altLang="en-US" sz="2400"/>
              <a:t>当外围设备的速度非常高时，可能造成数据缓冲寄存器的数据由于</a:t>
            </a:r>
            <a:r>
              <a:rPr lang="en-US" altLang="zh-CN" sz="2400"/>
              <a:t>CPU</a:t>
            </a:r>
            <a:r>
              <a:rPr lang="zh-CN" altLang="en-US" sz="2400"/>
              <a:t>来不及取走而丢失。</a:t>
            </a:r>
          </a:p>
        </p:txBody>
      </p:sp>
    </p:spTree>
  </p:cSld>
  <p:clrMapOvr>
    <a:masterClrMapping/>
  </p:clrMapOvr>
  <p:transition spd="med">
    <p:random/>
    <p:sndAc>
      <p:stSnd>
        <p:snd r:embed="rId2"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243F4F7-F6A6-C274-6BF3-E2CC0247D94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219DEC9-938E-B240-955C-7A584C3C3635}" type="slidenum">
              <a:rPr lang="en-US" altLang="zh-CN">
                <a:latin typeface="Arial" panose="020B0604020202020204" pitchFamily="34" charset="0"/>
              </a:rPr>
              <a:pPr/>
              <a:t>23</a:t>
            </a:fld>
            <a:endParaRPr lang="en-US" altLang="zh-CN">
              <a:latin typeface="Arial" panose="020B0604020202020204" pitchFamily="34" charset="0"/>
            </a:endParaRPr>
          </a:p>
        </p:txBody>
      </p:sp>
      <p:sp>
        <p:nvSpPr>
          <p:cNvPr id="590850" name="Rectangle 2">
            <a:extLst>
              <a:ext uri="{FF2B5EF4-FFF2-40B4-BE49-F238E27FC236}">
                <a16:creationId xmlns:a16="http://schemas.microsoft.com/office/drawing/2014/main" id="{3569B0DE-F203-F9A7-2041-18BCB61D79C0}"/>
              </a:ext>
            </a:extLst>
          </p:cNvPr>
          <p:cNvSpPr>
            <a:spLocks noGrp="1" noRot="1" noChangeArrowheads="1"/>
          </p:cNvSpPr>
          <p:nvPr>
            <p:ph type="title"/>
          </p:nvPr>
        </p:nvSpPr>
        <p:spPr/>
        <p:txBody>
          <a:bodyPr/>
          <a:lstStyle/>
          <a:p>
            <a:pPr eaLnBrk="1" hangingPunct="1">
              <a:defRPr/>
            </a:pPr>
            <a:r>
              <a:rPr lang="en-US" altLang="zh-CN" dirty="0"/>
              <a:t>6.2.3 DMA</a:t>
            </a:r>
            <a:r>
              <a:rPr lang="zh-CN" altLang="en-US" dirty="0"/>
              <a:t>方式</a:t>
            </a:r>
          </a:p>
        </p:txBody>
      </p:sp>
      <p:sp>
        <p:nvSpPr>
          <p:cNvPr id="590851" name="Rectangle 3">
            <a:extLst>
              <a:ext uri="{FF2B5EF4-FFF2-40B4-BE49-F238E27FC236}">
                <a16:creationId xmlns:a16="http://schemas.microsoft.com/office/drawing/2014/main" id="{8B7BF570-1314-8A60-E00C-49D3523DDDE3}"/>
              </a:ext>
            </a:extLst>
          </p:cNvPr>
          <p:cNvSpPr>
            <a:spLocks noGrp="1" noRot="1" noChangeArrowheads="1"/>
          </p:cNvSpPr>
          <p:nvPr>
            <p:ph type="body" idx="1"/>
          </p:nvPr>
        </p:nvSpPr>
        <p:spPr/>
        <p:txBody>
          <a:bodyPr/>
          <a:lstStyle/>
          <a:p>
            <a:pPr eaLnBrk="1" hangingPunct="1">
              <a:lnSpc>
                <a:spcPct val="80000"/>
              </a:lnSpc>
            </a:pPr>
            <a:r>
              <a:rPr lang="en-US" altLang="zh-CN" sz="2800"/>
              <a:t>DMA</a:t>
            </a:r>
            <a:r>
              <a:rPr lang="zh-CN" altLang="en-US" sz="2800"/>
              <a:t>方式又称直接存储器存取（</a:t>
            </a:r>
            <a:r>
              <a:rPr lang="en-US" altLang="zh-CN" sz="2800"/>
              <a:t>direct memory access</a:t>
            </a:r>
            <a:r>
              <a:rPr lang="zh-CN" altLang="en-US" sz="2800"/>
              <a:t>）方式。</a:t>
            </a:r>
          </a:p>
          <a:p>
            <a:pPr eaLnBrk="1" hangingPunct="1">
              <a:lnSpc>
                <a:spcPct val="80000"/>
              </a:lnSpc>
            </a:pPr>
            <a:r>
              <a:rPr lang="zh-CN" altLang="en-US" sz="2800"/>
              <a:t>基本思想：在内存和外设之间开辟直接的数据交换通路。</a:t>
            </a:r>
          </a:p>
          <a:p>
            <a:pPr eaLnBrk="1" hangingPunct="1">
              <a:lnSpc>
                <a:spcPct val="80000"/>
              </a:lnSpc>
            </a:pPr>
            <a:r>
              <a:rPr lang="en-US" altLang="zh-CN" sz="2800"/>
              <a:t>DMA</a:t>
            </a:r>
            <a:r>
              <a:rPr lang="zh-CN" altLang="en-US" sz="2800"/>
              <a:t>控制器中除了控制状态寄存器和数据缓冲寄存器外，还包括传送字节计数器、内存地址寄存器等。</a:t>
            </a:r>
          </a:p>
          <a:p>
            <a:pPr eaLnBrk="1" hangingPunct="1">
              <a:lnSpc>
                <a:spcPct val="80000"/>
              </a:lnSpc>
            </a:pPr>
            <a:r>
              <a:rPr lang="en-US" altLang="zh-CN" sz="2800"/>
              <a:t>DMA</a:t>
            </a:r>
            <a:r>
              <a:rPr lang="zh-CN" altLang="en-US" sz="2800"/>
              <a:t>方式挪用</a:t>
            </a:r>
            <a:r>
              <a:rPr lang="en-US" altLang="zh-CN" sz="2800"/>
              <a:t>CPU</a:t>
            </a:r>
            <a:r>
              <a:rPr lang="zh-CN" altLang="en-US" sz="2800"/>
              <a:t>的一个工作周期把数据从缓冲寄存器中直接送到内存地址寄存器中所指向的内存区域中。</a:t>
            </a:r>
          </a:p>
        </p:txBody>
      </p:sp>
    </p:spTree>
  </p:cSld>
  <p:clrMapOvr>
    <a:masterClrMapping/>
  </p:clrMapOvr>
  <p:transition spd="med">
    <p:random/>
    <p:sndAc>
      <p:stSnd>
        <p:snd r:embed="rId2"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B79C9BE-E58B-989C-6959-89BC84B847F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2C902F3-C192-CE48-BDBC-8476E3F07F1E}" type="slidenum">
              <a:rPr lang="en-US" altLang="zh-CN">
                <a:latin typeface="Arial" panose="020B0604020202020204" pitchFamily="34" charset="0"/>
              </a:rPr>
              <a:pPr/>
              <a:t>24</a:t>
            </a:fld>
            <a:endParaRPr lang="en-US" altLang="zh-CN">
              <a:latin typeface="Arial" panose="020B0604020202020204" pitchFamily="34" charset="0"/>
            </a:endParaRPr>
          </a:p>
        </p:txBody>
      </p:sp>
      <p:sp>
        <p:nvSpPr>
          <p:cNvPr id="591874" name="Rectangle 2">
            <a:extLst>
              <a:ext uri="{FF2B5EF4-FFF2-40B4-BE49-F238E27FC236}">
                <a16:creationId xmlns:a16="http://schemas.microsoft.com/office/drawing/2014/main" id="{F87A7BA2-7721-51F7-FBC2-D8BEDC11B1FF}"/>
              </a:ext>
            </a:extLst>
          </p:cNvPr>
          <p:cNvSpPr>
            <a:spLocks noGrp="1" noRot="1" noChangeArrowheads="1"/>
          </p:cNvSpPr>
          <p:nvPr>
            <p:ph type="title"/>
          </p:nvPr>
        </p:nvSpPr>
        <p:spPr/>
        <p:txBody>
          <a:bodyPr/>
          <a:lstStyle/>
          <a:p>
            <a:pPr eaLnBrk="1" hangingPunct="1">
              <a:defRPr/>
            </a:pPr>
            <a:r>
              <a:rPr lang="en-US" altLang="zh-CN" dirty="0"/>
              <a:t>6.2.3 DMA</a:t>
            </a:r>
            <a:r>
              <a:rPr lang="zh-CN" altLang="en-US" dirty="0"/>
              <a:t>方式</a:t>
            </a:r>
          </a:p>
        </p:txBody>
      </p:sp>
      <p:sp>
        <p:nvSpPr>
          <p:cNvPr id="591875" name="Rectangle 3">
            <a:extLst>
              <a:ext uri="{FF2B5EF4-FFF2-40B4-BE49-F238E27FC236}">
                <a16:creationId xmlns:a16="http://schemas.microsoft.com/office/drawing/2014/main" id="{D231ABB6-203E-73E6-53B6-45050B8EDC3D}"/>
              </a:ext>
            </a:extLst>
          </p:cNvPr>
          <p:cNvSpPr>
            <a:spLocks noGrp="1" noRot="1" noChangeArrowheads="1"/>
          </p:cNvSpPr>
          <p:nvPr>
            <p:ph type="body" idx="1"/>
          </p:nvPr>
        </p:nvSpPr>
        <p:spPr/>
        <p:txBody>
          <a:bodyPr/>
          <a:lstStyle/>
          <a:p>
            <a:pPr eaLnBrk="1" hangingPunct="1"/>
            <a:r>
              <a:rPr lang="en-US" altLang="zh-CN"/>
              <a:t>DMA</a:t>
            </a:r>
            <a:r>
              <a:rPr lang="zh-CN" altLang="en-US"/>
              <a:t>控制器可用来代替</a:t>
            </a:r>
            <a:r>
              <a:rPr lang="en-US" altLang="zh-CN"/>
              <a:t>CPU</a:t>
            </a:r>
            <a:r>
              <a:rPr lang="zh-CN" altLang="en-US"/>
              <a:t>控制内存和设备之间进行成批的数据交换。批量数据的传送由计数器计数，并由内存地址寄存器确定内存地址。</a:t>
            </a:r>
          </a:p>
          <a:p>
            <a:pPr eaLnBrk="1" hangingPunct="1"/>
            <a:r>
              <a:rPr lang="zh-CN" altLang="en-US"/>
              <a:t>除了在数据传送开始时需要</a:t>
            </a:r>
            <a:r>
              <a:rPr lang="en-US" altLang="zh-CN"/>
              <a:t>CPU</a:t>
            </a:r>
            <a:r>
              <a:rPr lang="zh-CN" altLang="en-US"/>
              <a:t>启动指令和在整个数据块传送结束时需要发中断通知</a:t>
            </a:r>
            <a:r>
              <a:rPr lang="en-US" altLang="zh-CN"/>
              <a:t>CPU</a:t>
            </a:r>
            <a:r>
              <a:rPr lang="zh-CN" altLang="en-US"/>
              <a:t>进行中断处理之外，不再需要</a:t>
            </a:r>
            <a:r>
              <a:rPr lang="en-US" altLang="zh-CN"/>
              <a:t>CPU</a:t>
            </a:r>
            <a:r>
              <a:rPr lang="zh-CN" altLang="en-US"/>
              <a:t>频繁干涉。</a:t>
            </a:r>
          </a:p>
        </p:txBody>
      </p:sp>
    </p:spTree>
  </p:cSld>
  <p:clrMapOvr>
    <a:masterClrMapping/>
  </p:clrMapOvr>
  <p:transition spd="med">
    <p:random/>
    <p:sndAc>
      <p:stSnd>
        <p:snd r:embed="rId2"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2898" name="Rectangle 2">
            <a:extLst>
              <a:ext uri="{FF2B5EF4-FFF2-40B4-BE49-F238E27FC236}">
                <a16:creationId xmlns:a16="http://schemas.microsoft.com/office/drawing/2014/main" id="{196DFEEC-602E-3E40-CD2E-2DAC44FD7750}"/>
              </a:ext>
            </a:extLst>
          </p:cNvPr>
          <p:cNvSpPr>
            <a:spLocks noGrp="1" noRot="1" noChangeArrowheads="1"/>
          </p:cNvSpPr>
          <p:nvPr>
            <p:ph type="title"/>
          </p:nvPr>
        </p:nvSpPr>
        <p:spPr>
          <a:xfrm>
            <a:off x="323850" y="260350"/>
            <a:ext cx="4895850" cy="760413"/>
          </a:xfrm>
        </p:spPr>
        <p:txBody>
          <a:bodyPr/>
          <a:lstStyle/>
          <a:p>
            <a:pPr eaLnBrk="1" hangingPunct="1"/>
            <a:r>
              <a:rPr lang="en-US" altLang="zh-CN" sz="4000"/>
              <a:t>DMA</a:t>
            </a:r>
            <a:r>
              <a:rPr lang="zh-CN" altLang="en-US" sz="4000"/>
              <a:t>存取方式的结构</a:t>
            </a:r>
          </a:p>
        </p:txBody>
      </p:sp>
      <p:sp>
        <p:nvSpPr>
          <p:cNvPr id="31747" name="Rectangle 3">
            <a:extLst>
              <a:ext uri="{FF2B5EF4-FFF2-40B4-BE49-F238E27FC236}">
                <a16:creationId xmlns:a16="http://schemas.microsoft.com/office/drawing/2014/main" id="{3633A93B-931B-9DB6-5575-B3149AE71737}"/>
              </a:ext>
            </a:extLst>
          </p:cNvPr>
          <p:cNvSpPr>
            <a:spLocks noChangeArrowheads="1"/>
          </p:cNvSpPr>
          <p:nvPr/>
        </p:nvSpPr>
        <p:spPr bwMode="auto">
          <a:xfrm>
            <a:off x="3635375" y="2422525"/>
            <a:ext cx="1655763" cy="7905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DMA</a:t>
            </a:r>
            <a:r>
              <a:rPr lang="zh-CN" altLang="en-US" sz="2400" b="0">
                <a:latin typeface="华文中宋" panose="02010600040101010101" pitchFamily="2" charset="-122"/>
                <a:ea typeface="华文中宋" panose="02010600040101010101" pitchFamily="2" charset="-122"/>
              </a:rPr>
              <a:t>控制器</a:t>
            </a:r>
          </a:p>
        </p:txBody>
      </p:sp>
      <p:sp>
        <p:nvSpPr>
          <p:cNvPr id="31748" name="Rectangle 4">
            <a:extLst>
              <a:ext uri="{FF2B5EF4-FFF2-40B4-BE49-F238E27FC236}">
                <a16:creationId xmlns:a16="http://schemas.microsoft.com/office/drawing/2014/main" id="{58B0E76F-4CC3-379E-E6D6-AD86C2B1E385}"/>
              </a:ext>
            </a:extLst>
          </p:cNvPr>
          <p:cNvSpPr>
            <a:spLocks noChangeArrowheads="1"/>
          </p:cNvSpPr>
          <p:nvPr/>
        </p:nvSpPr>
        <p:spPr bwMode="auto">
          <a:xfrm>
            <a:off x="7091363" y="549275"/>
            <a:ext cx="1152525" cy="10080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CPU</a:t>
            </a:r>
          </a:p>
        </p:txBody>
      </p:sp>
      <p:sp>
        <p:nvSpPr>
          <p:cNvPr id="31749" name="Rectangle 5">
            <a:extLst>
              <a:ext uri="{FF2B5EF4-FFF2-40B4-BE49-F238E27FC236}">
                <a16:creationId xmlns:a16="http://schemas.microsoft.com/office/drawing/2014/main" id="{80031C04-6C64-40A0-6CB6-4CD090D1964D}"/>
              </a:ext>
            </a:extLst>
          </p:cNvPr>
          <p:cNvSpPr>
            <a:spLocks noChangeArrowheads="1"/>
          </p:cNvSpPr>
          <p:nvPr/>
        </p:nvSpPr>
        <p:spPr bwMode="auto">
          <a:xfrm>
            <a:off x="7091363" y="2492375"/>
            <a:ext cx="1152525"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内存</a:t>
            </a:r>
          </a:p>
        </p:txBody>
      </p:sp>
      <p:sp>
        <p:nvSpPr>
          <p:cNvPr id="31750" name="AutoShape 6">
            <a:extLst>
              <a:ext uri="{FF2B5EF4-FFF2-40B4-BE49-F238E27FC236}">
                <a16:creationId xmlns:a16="http://schemas.microsoft.com/office/drawing/2014/main" id="{3DD85DD4-9598-4941-F227-CC62D1BD9B81}"/>
              </a:ext>
            </a:extLst>
          </p:cNvPr>
          <p:cNvSpPr>
            <a:spLocks noChangeArrowheads="1"/>
          </p:cNvSpPr>
          <p:nvPr/>
        </p:nvSpPr>
        <p:spPr bwMode="auto">
          <a:xfrm>
            <a:off x="7523163" y="1628775"/>
            <a:ext cx="217487" cy="792163"/>
          </a:xfrm>
          <a:prstGeom prst="upDownArrow">
            <a:avLst>
              <a:gd name="adj1" fmla="val 50000"/>
              <a:gd name="adj2" fmla="val 7284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51" name="Rectangle 7">
            <a:extLst>
              <a:ext uri="{FF2B5EF4-FFF2-40B4-BE49-F238E27FC236}">
                <a16:creationId xmlns:a16="http://schemas.microsoft.com/office/drawing/2014/main" id="{F1CA4068-86BF-BC07-7073-D69B5BD9040F}"/>
              </a:ext>
            </a:extLst>
          </p:cNvPr>
          <p:cNvSpPr>
            <a:spLocks noChangeArrowheads="1"/>
          </p:cNvSpPr>
          <p:nvPr/>
        </p:nvSpPr>
        <p:spPr bwMode="auto">
          <a:xfrm>
            <a:off x="3203575" y="4724400"/>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52" name="Rectangle 8">
            <a:extLst>
              <a:ext uri="{FF2B5EF4-FFF2-40B4-BE49-F238E27FC236}">
                <a16:creationId xmlns:a16="http://schemas.microsoft.com/office/drawing/2014/main" id="{1CEF3317-23CF-7CA0-F966-5F3E658A91AC}"/>
              </a:ext>
            </a:extLst>
          </p:cNvPr>
          <p:cNvSpPr>
            <a:spLocks noChangeArrowheads="1"/>
          </p:cNvSpPr>
          <p:nvPr/>
        </p:nvSpPr>
        <p:spPr bwMode="auto">
          <a:xfrm>
            <a:off x="3203575" y="4148138"/>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53" name="Line 9">
            <a:extLst>
              <a:ext uri="{FF2B5EF4-FFF2-40B4-BE49-F238E27FC236}">
                <a16:creationId xmlns:a16="http://schemas.microsoft.com/office/drawing/2014/main" id="{95C8F78B-8ACB-84B0-1D60-1AA5337F3C82}"/>
              </a:ext>
            </a:extLst>
          </p:cNvPr>
          <p:cNvSpPr>
            <a:spLocks noChangeShapeType="1"/>
          </p:cNvSpPr>
          <p:nvPr/>
        </p:nvSpPr>
        <p:spPr bwMode="auto">
          <a:xfrm>
            <a:off x="3851275" y="4148138"/>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4" name="Line 10">
            <a:extLst>
              <a:ext uri="{FF2B5EF4-FFF2-40B4-BE49-F238E27FC236}">
                <a16:creationId xmlns:a16="http://schemas.microsoft.com/office/drawing/2014/main" id="{343644C5-4D57-E470-9B47-43CD0C53685C}"/>
              </a:ext>
            </a:extLst>
          </p:cNvPr>
          <p:cNvSpPr>
            <a:spLocks noChangeShapeType="1"/>
          </p:cNvSpPr>
          <p:nvPr/>
        </p:nvSpPr>
        <p:spPr bwMode="auto">
          <a:xfrm>
            <a:off x="4859338" y="4148138"/>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5" name="Line 11">
            <a:extLst>
              <a:ext uri="{FF2B5EF4-FFF2-40B4-BE49-F238E27FC236}">
                <a16:creationId xmlns:a16="http://schemas.microsoft.com/office/drawing/2014/main" id="{E14018FD-4F76-4DE4-F50B-007AB27245D6}"/>
              </a:ext>
            </a:extLst>
          </p:cNvPr>
          <p:cNvSpPr>
            <a:spLocks noChangeShapeType="1"/>
          </p:cNvSpPr>
          <p:nvPr/>
        </p:nvSpPr>
        <p:spPr bwMode="auto">
          <a:xfrm>
            <a:off x="5507038" y="4148138"/>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12">
            <a:extLst>
              <a:ext uri="{FF2B5EF4-FFF2-40B4-BE49-F238E27FC236}">
                <a16:creationId xmlns:a16="http://schemas.microsoft.com/office/drawing/2014/main" id="{B99A8403-F064-926C-3091-E3FC1AE116C1}"/>
              </a:ext>
            </a:extLst>
          </p:cNvPr>
          <p:cNvSpPr>
            <a:spLocks noChangeShapeType="1"/>
          </p:cNvSpPr>
          <p:nvPr/>
        </p:nvSpPr>
        <p:spPr bwMode="auto">
          <a:xfrm>
            <a:off x="2843213" y="2638425"/>
            <a:ext cx="647700"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Text Box 13">
            <a:extLst>
              <a:ext uri="{FF2B5EF4-FFF2-40B4-BE49-F238E27FC236}">
                <a16:creationId xmlns:a16="http://schemas.microsoft.com/office/drawing/2014/main" id="{59396CFA-1E1E-395D-F8A7-D6B91EAFE0D3}"/>
              </a:ext>
            </a:extLst>
          </p:cNvPr>
          <p:cNvSpPr txBox="1">
            <a:spLocks noChangeArrowheads="1"/>
          </p:cNvSpPr>
          <p:nvPr/>
        </p:nvSpPr>
        <p:spPr bwMode="auto">
          <a:xfrm>
            <a:off x="1116013" y="2349500"/>
            <a:ext cx="20875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I/O</a:t>
            </a:r>
            <a:r>
              <a:rPr lang="zh-CN" altLang="en-US" sz="2600" b="0">
                <a:latin typeface="华文中宋" panose="02010600040101010101" pitchFamily="2" charset="-122"/>
                <a:ea typeface="华文中宋" panose="02010600040101010101" pitchFamily="2" charset="-122"/>
              </a:rPr>
              <a:t>设备：</a:t>
            </a:r>
          </a:p>
        </p:txBody>
      </p:sp>
      <p:sp>
        <p:nvSpPr>
          <p:cNvPr id="31758" name="Text Box 14">
            <a:extLst>
              <a:ext uri="{FF2B5EF4-FFF2-40B4-BE49-F238E27FC236}">
                <a16:creationId xmlns:a16="http://schemas.microsoft.com/office/drawing/2014/main" id="{07B68C9C-3258-5D42-7C78-EBFA4C62212E}"/>
              </a:ext>
            </a:extLst>
          </p:cNvPr>
          <p:cNvSpPr txBox="1">
            <a:spLocks noChangeArrowheads="1"/>
          </p:cNvSpPr>
          <p:nvPr/>
        </p:nvSpPr>
        <p:spPr bwMode="auto">
          <a:xfrm>
            <a:off x="5867400" y="2349500"/>
            <a:ext cx="10080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数据</a:t>
            </a:r>
          </a:p>
        </p:txBody>
      </p:sp>
      <p:sp>
        <p:nvSpPr>
          <p:cNvPr id="31759" name="Text Box 15">
            <a:extLst>
              <a:ext uri="{FF2B5EF4-FFF2-40B4-BE49-F238E27FC236}">
                <a16:creationId xmlns:a16="http://schemas.microsoft.com/office/drawing/2014/main" id="{C84D9D55-66CC-CAAB-113C-FB62FE252AC2}"/>
              </a:ext>
            </a:extLst>
          </p:cNvPr>
          <p:cNvSpPr txBox="1">
            <a:spLocks noChangeArrowheads="1"/>
          </p:cNvSpPr>
          <p:nvPr/>
        </p:nvSpPr>
        <p:spPr bwMode="auto">
          <a:xfrm rot="-1933717">
            <a:off x="5075238" y="1052513"/>
            <a:ext cx="15843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Start</a:t>
            </a:r>
          </a:p>
        </p:txBody>
      </p:sp>
      <p:sp>
        <p:nvSpPr>
          <p:cNvPr id="31760" name="Line 16">
            <a:extLst>
              <a:ext uri="{FF2B5EF4-FFF2-40B4-BE49-F238E27FC236}">
                <a16:creationId xmlns:a16="http://schemas.microsoft.com/office/drawing/2014/main" id="{FF4010E1-43D3-E5FE-35FB-11AA48A0AE86}"/>
              </a:ext>
            </a:extLst>
          </p:cNvPr>
          <p:cNvSpPr>
            <a:spLocks noChangeShapeType="1"/>
          </p:cNvSpPr>
          <p:nvPr/>
        </p:nvSpPr>
        <p:spPr bwMode="auto">
          <a:xfrm>
            <a:off x="5076825" y="4364038"/>
            <a:ext cx="21431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1" name="Text Box 17">
            <a:extLst>
              <a:ext uri="{FF2B5EF4-FFF2-40B4-BE49-F238E27FC236}">
                <a16:creationId xmlns:a16="http://schemas.microsoft.com/office/drawing/2014/main" id="{E382066F-FBBC-3D9C-9011-5F097E98E3F1}"/>
              </a:ext>
            </a:extLst>
          </p:cNvPr>
          <p:cNvSpPr txBox="1">
            <a:spLocks noChangeArrowheads="1"/>
          </p:cNvSpPr>
          <p:nvPr/>
        </p:nvSpPr>
        <p:spPr bwMode="auto">
          <a:xfrm>
            <a:off x="6156325" y="4076700"/>
            <a:ext cx="25193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控制状态寄存器</a:t>
            </a:r>
          </a:p>
        </p:txBody>
      </p:sp>
      <p:sp>
        <p:nvSpPr>
          <p:cNvPr id="31762" name="Text Box 18">
            <a:extLst>
              <a:ext uri="{FF2B5EF4-FFF2-40B4-BE49-F238E27FC236}">
                <a16:creationId xmlns:a16="http://schemas.microsoft.com/office/drawing/2014/main" id="{251DCAAA-610C-6420-801C-293DE0C65BD7}"/>
              </a:ext>
            </a:extLst>
          </p:cNvPr>
          <p:cNvSpPr txBox="1">
            <a:spLocks noChangeArrowheads="1"/>
          </p:cNvSpPr>
          <p:nvPr/>
        </p:nvSpPr>
        <p:spPr bwMode="auto">
          <a:xfrm>
            <a:off x="6156325" y="4652963"/>
            <a:ext cx="25193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数据缓冲寄存器</a:t>
            </a:r>
          </a:p>
        </p:txBody>
      </p:sp>
      <p:sp>
        <p:nvSpPr>
          <p:cNvPr id="31763" name="Text Box 19">
            <a:extLst>
              <a:ext uri="{FF2B5EF4-FFF2-40B4-BE49-F238E27FC236}">
                <a16:creationId xmlns:a16="http://schemas.microsoft.com/office/drawing/2014/main" id="{5626D798-D868-18FB-79F6-E881377437D8}"/>
              </a:ext>
            </a:extLst>
          </p:cNvPr>
          <p:cNvSpPr txBox="1">
            <a:spLocks noChangeArrowheads="1"/>
          </p:cNvSpPr>
          <p:nvPr/>
        </p:nvSpPr>
        <p:spPr bwMode="auto">
          <a:xfrm>
            <a:off x="5003800" y="3644900"/>
            <a:ext cx="1223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启动位</a:t>
            </a:r>
          </a:p>
        </p:txBody>
      </p:sp>
      <p:sp>
        <p:nvSpPr>
          <p:cNvPr id="31764" name="Text Box 20">
            <a:extLst>
              <a:ext uri="{FF2B5EF4-FFF2-40B4-BE49-F238E27FC236}">
                <a16:creationId xmlns:a16="http://schemas.microsoft.com/office/drawing/2014/main" id="{BF37D4B8-6173-454A-292F-1ADD6FE75C63}"/>
              </a:ext>
            </a:extLst>
          </p:cNvPr>
          <p:cNvSpPr txBox="1">
            <a:spLocks noChangeArrowheads="1"/>
          </p:cNvSpPr>
          <p:nvPr/>
        </p:nvSpPr>
        <p:spPr bwMode="auto">
          <a:xfrm>
            <a:off x="3779838" y="3644900"/>
            <a:ext cx="12239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中断位</a:t>
            </a:r>
          </a:p>
        </p:txBody>
      </p:sp>
      <p:sp>
        <p:nvSpPr>
          <p:cNvPr id="31765" name="Text Box 21">
            <a:extLst>
              <a:ext uri="{FF2B5EF4-FFF2-40B4-BE49-F238E27FC236}">
                <a16:creationId xmlns:a16="http://schemas.microsoft.com/office/drawing/2014/main" id="{D81A78A5-550E-2103-C8AD-2815203BF703}"/>
              </a:ext>
            </a:extLst>
          </p:cNvPr>
          <p:cNvSpPr txBox="1">
            <a:spLocks noChangeArrowheads="1"/>
          </p:cNvSpPr>
          <p:nvPr/>
        </p:nvSpPr>
        <p:spPr bwMode="auto">
          <a:xfrm rot="-2230375">
            <a:off x="6227763" y="1628775"/>
            <a:ext cx="863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600" b="0">
                <a:latin typeface="华文中宋" panose="02010600040101010101" pitchFamily="2" charset="-122"/>
                <a:ea typeface="华文中宋" panose="02010600040101010101" pitchFamily="2" charset="-122"/>
              </a:rPr>
              <a:t>int</a:t>
            </a:r>
          </a:p>
        </p:txBody>
      </p:sp>
      <p:sp>
        <p:nvSpPr>
          <p:cNvPr id="31766" name="Rectangle 22">
            <a:extLst>
              <a:ext uri="{FF2B5EF4-FFF2-40B4-BE49-F238E27FC236}">
                <a16:creationId xmlns:a16="http://schemas.microsoft.com/office/drawing/2014/main" id="{C35CB136-B147-7AB6-E481-8ECDBFA23A9F}"/>
              </a:ext>
            </a:extLst>
          </p:cNvPr>
          <p:cNvSpPr>
            <a:spLocks noChangeArrowheads="1"/>
          </p:cNvSpPr>
          <p:nvPr/>
        </p:nvSpPr>
        <p:spPr bwMode="auto">
          <a:xfrm>
            <a:off x="3203575" y="5300663"/>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67" name="Rectangle 23">
            <a:extLst>
              <a:ext uri="{FF2B5EF4-FFF2-40B4-BE49-F238E27FC236}">
                <a16:creationId xmlns:a16="http://schemas.microsoft.com/office/drawing/2014/main" id="{18B7DD75-78DB-7357-721E-85D9117BF172}"/>
              </a:ext>
            </a:extLst>
          </p:cNvPr>
          <p:cNvSpPr>
            <a:spLocks noChangeArrowheads="1"/>
          </p:cNvSpPr>
          <p:nvPr/>
        </p:nvSpPr>
        <p:spPr bwMode="auto">
          <a:xfrm>
            <a:off x="3203575" y="5876925"/>
            <a:ext cx="28082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68" name="Line 24">
            <a:extLst>
              <a:ext uri="{FF2B5EF4-FFF2-40B4-BE49-F238E27FC236}">
                <a16:creationId xmlns:a16="http://schemas.microsoft.com/office/drawing/2014/main" id="{009F3971-6E96-8167-E0B4-4D16942874CA}"/>
              </a:ext>
            </a:extLst>
          </p:cNvPr>
          <p:cNvSpPr>
            <a:spLocks noChangeShapeType="1"/>
          </p:cNvSpPr>
          <p:nvPr/>
        </p:nvSpPr>
        <p:spPr bwMode="auto">
          <a:xfrm>
            <a:off x="3348038" y="4364038"/>
            <a:ext cx="358775"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9" name="AutoShape 25">
            <a:extLst>
              <a:ext uri="{FF2B5EF4-FFF2-40B4-BE49-F238E27FC236}">
                <a16:creationId xmlns:a16="http://schemas.microsoft.com/office/drawing/2014/main" id="{42BB2AC1-6CC0-9C1B-4F32-A388E0D0A8DC}"/>
              </a:ext>
            </a:extLst>
          </p:cNvPr>
          <p:cNvSpPr>
            <a:spLocks noChangeArrowheads="1"/>
          </p:cNvSpPr>
          <p:nvPr/>
        </p:nvSpPr>
        <p:spPr bwMode="auto">
          <a:xfrm>
            <a:off x="5508625" y="2708275"/>
            <a:ext cx="1439863" cy="288925"/>
          </a:xfrm>
          <a:prstGeom prst="leftRightArrow">
            <a:avLst>
              <a:gd name="adj1" fmla="val 50000"/>
              <a:gd name="adj2" fmla="val 9967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70" name="Line 26">
            <a:extLst>
              <a:ext uri="{FF2B5EF4-FFF2-40B4-BE49-F238E27FC236}">
                <a16:creationId xmlns:a16="http://schemas.microsoft.com/office/drawing/2014/main" id="{465CAC1C-D3B9-4DF2-6B10-FC92AD0A354B}"/>
              </a:ext>
            </a:extLst>
          </p:cNvPr>
          <p:cNvSpPr>
            <a:spLocks noChangeShapeType="1"/>
          </p:cNvSpPr>
          <p:nvPr/>
        </p:nvSpPr>
        <p:spPr bwMode="auto">
          <a:xfrm flipH="1">
            <a:off x="4932363" y="908050"/>
            <a:ext cx="2087562" cy="1441450"/>
          </a:xfrm>
          <a:prstGeom prst="line">
            <a:avLst/>
          </a:prstGeom>
          <a:noFill/>
          <a:ln w="381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1" name="Line 27">
            <a:extLst>
              <a:ext uri="{FF2B5EF4-FFF2-40B4-BE49-F238E27FC236}">
                <a16:creationId xmlns:a16="http://schemas.microsoft.com/office/drawing/2014/main" id="{CC2DB747-7A09-E810-08BB-EF1E355B8B59}"/>
              </a:ext>
            </a:extLst>
          </p:cNvPr>
          <p:cNvSpPr>
            <a:spLocks noChangeShapeType="1"/>
          </p:cNvSpPr>
          <p:nvPr/>
        </p:nvSpPr>
        <p:spPr bwMode="auto">
          <a:xfrm flipV="1">
            <a:off x="5364163" y="1412875"/>
            <a:ext cx="1584325" cy="1152525"/>
          </a:xfrm>
          <a:prstGeom prst="line">
            <a:avLst/>
          </a:prstGeom>
          <a:noFill/>
          <a:ln w="381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2" name="AutoShape 28">
            <a:extLst>
              <a:ext uri="{FF2B5EF4-FFF2-40B4-BE49-F238E27FC236}">
                <a16:creationId xmlns:a16="http://schemas.microsoft.com/office/drawing/2014/main" id="{18624ABD-3441-B7DA-47F2-0DE829B5F37D}"/>
              </a:ext>
            </a:extLst>
          </p:cNvPr>
          <p:cNvSpPr>
            <a:spLocks/>
          </p:cNvSpPr>
          <p:nvPr/>
        </p:nvSpPr>
        <p:spPr bwMode="auto">
          <a:xfrm>
            <a:off x="2771775" y="4149725"/>
            <a:ext cx="287338" cy="2087563"/>
          </a:xfrm>
          <a:prstGeom prst="leftBrace">
            <a:avLst>
              <a:gd name="adj1" fmla="val 60543"/>
              <a:gd name="adj2" fmla="val 50037"/>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31773" name="Text Box 29">
            <a:extLst>
              <a:ext uri="{FF2B5EF4-FFF2-40B4-BE49-F238E27FC236}">
                <a16:creationId xmlns:a16="http://schemas.microsoft.com/office/drawing/2014/main" id="{C46AA01B-9504-E3C0-7A0C-89EE1FF49108}"/>
              </a:ext>
            </a:extLst>
          </p:cNvPr>
          <p:cNvSpPr txBox="1">
            <a:spLocks noChangeArrowheads="1"/>
          </p:cNvSpPr>
          <p:nvPr/>
        </p:nvSpPr>
        <p:spPr bwMode="auto">
          <a:xfrm>
            <a:off x="6156325" y="5243513"/>
            <a:ext cx="32400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传送字节数计数器</a:t>
            </a:r>
          </a:p>
        </p:txBody>
      </p:sp>
      <p:sp>
        <p:nvSpPr>
          <p:cNvPr id="31774" name="Text Box 30">
            <a:extLst>
              <a:ext uri="{FF2B5EF4-FFF2-40B4-BE49-F238E27FC236}">
                <a16:creationId xmlns:a16="http://schemas.microsoft.com/office/drawing/2014/main" id="{7402B72F-7EB8-1D7E-2883-7F937902EAD7}"/>
              </a:ext>
            </a:extLst>
          </p:cNvPr>
          <p:cNvSpPr txBox="1">
            <a:spLocks noChangeArrowheads="1"/>
          </p:cNvSpPr>
          <p:nvPr/>
        </p:nvSpPr>
        <p:spPr bwMode="auto">
          <a:xfrm>
            <a:off x="6156325" y="5819775"/>
            <a:ext cx="25193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600" b="0">
                <a:latin typeface="华文中宋" panose="02010600040101010101" pitchFamily="2" charset="-122"/>
                <a:ea typeface="华文中宋" panose="02010600040101010101" pitchFamily="2" charset="-122"/>
              </a:rPr>
              <a:t>内存地址寄存器</a:t>
            </a:r>
          </a:p>
        </p:txBody>
      </p:sp>
      <p:sp>
        <p:nvSpPr>
          <p:cNvPr id="31775" name="Freeform 31">
            <a:extLst>
              <a:ext uri="{FF2B5EF4-FFF2-40B4-BE49-F238E27FC236}">
                <a16:creationId xmlns:a16="http://schemas.microsoft.com/office/drawing/2014/main" id="{17DD19E3-9F96-DB8F-BD6B-F9E82E841914}"/>
              </a:ext>
            </a:extLst>
          </p:cNvPr>
          <p:cNvSpPr>
            <a:spLocks/>
          </p:cNvSpPr>
          <p:nvPr/>
        </p:nvSpPr>
        <p:spPr bwMode="auto">
          <a:xfrm>
            <a:off x="2190750" y="3273425"/>
            <a:ext cx="1820863" cy="1962150"/>
          </a:xfrm>
          <a:custGeom>
            <a:avLst/>
            <a:gdLst>
              <a:gd name="T0" fmla="*/ 806450221 w 1147"/>
              <a:gd name="T1" fmla="*/ 2147483646 h 1236"/>
              <a:gd name="T2" fmla="*/ 57964403 w 1147"/>
              <a:gd name="T3" fmla="*/ 2147483646 h 1236"/>
              <a:gd name="T4" fmla="*/ 80645022 w 1147"/>
              <a:gd name="T5" fmla="*/ 1874996250 h 1236"/>
              <a:gd name="T6" fmla="*/ 267136636 w 1147"/>
              <a:gd name="T7" fmla="*/ 1265118438 h 1236"/>
              <a:gd name="T8" fmla="*/ 362902600 w 1147"/>
              <a:gd name="T9" fmla="*/ 1123989688 h 1236"/>
              <a:gd name="T10" fmla="*/ 408265425 w 1147"/>
              <a:gd name="T11" fmla="*/ 1030744700 h 1236"/>
              <a:gd name="T12" fmla="*/ 1297881619 w 1147"/>
              <a:gd name="T13" fmla="*/ 516632825 h 1236"/>
              <a:gd name="T14" fmla="*/ 2147483646 w 1147"/>
              <a:gd name="T15" fmla="*/ 259576888 h 1236"/>
              <a:gd name="T16" fmla="*/ 2147483646 w 1147"/>
              <a:gd name="T17" fmla="*/ 0 h 12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47" h="1236">
                <a:moveTo>
                  <a:pt x="320" y="1236"/>
                </a:moveTo>
                <a:cubicBezTo>
                  <a:pt x="270" y="1202"/>
                  <a:pt x="71" y="1114"/>
                  <a:pt x="23" y="1032"/>
                </a:cubicBezTo>
                <a:cubicBezTo>
                  <a:pt x="0" y="937"/>
                  <a:pt x="9" y="838"/>
                  <a:pt x="32" y="744"/>
                </a:cubicBezTo>
                <a:cubicBezTo>
                  <a:pt x="51" y="663"/>
                  <a:pt x="65" y="575"/>
                  <a:pt x="106" y="502"/>
                </a:cubicBezTo>
                <a:cubicBezTo>
                  <a:pt x="117" y="482"/>
                  <a:pt x="138" y="458"/>
                  <a:pt x="144" y="446"/>
                </a:cubicBezTo>
                <a:cubicBezTo>
                  <a:pt x="150" y="434"/>
                  <a:pt x="153" y="420"/>
                  <a:pt x="162" y="409"/>
                </a:cubicBezTo>
                <a:cubicBezTo>
                  <a:pt x="241" y="310"/>
                  <a:pt x="394" y="235"/>
                  <a:pt x="515" y="205"/>
                </a:cubicBezTo>
                <a:cubicBezTo>
                  <a:pt x="623" y="150"/>
                  <a:pt x="743" y="133"/>
                  <a:pt x="859" y="103"/>
                </a:cubicBezTo>
                <a:cubicBezTo>
                  <a:pt x="957" y="78"/>
                  <a:pt x="1058" y="47"/>
                  <a:pt x="1147" y="0"/>
                </a:cubicBezTo>
              </a:path>
            </a:pathLst>
          </a:custGeom>
          <a:noFill/>
          <a:ln w="38100" cmpd="sng">
            <a:solidFill>
              <a:schemeClr val="tx1"/>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22" name="Rectangle 2">
            <a:extLst>
              <a:ext uri="{FF2B5EF4-FFF2-40B4-BE49-F238E27FC236}">
                <a16:creationId xmlns:a16="http://schemas.microsoft.com/office/drawing/2014/main" id="{37267A24-16E3-98AB-2857-635297732FCE}"/>
              </a:ext>
            </a:extLst>
          </p:cNvPr>
          <p:cNvSpPr>
            <a:spLocks noGrp="1" noRot="1" noChangeArrowheads="1"/>
          </p:cNvSpPr>
          <p:nvPr>
            <p:ph type="title"/>
          </p:nvPr>
        </p:nvSpPr>
        <p:spPr>
          <a:xfrm>
            <a:off x="1547813" y="260350"/>
            <a:ext cx="7056437" cy="508000"/>
          </a:xfrm>
        </p:spPr>
        <p:txBody>
          <a:bodyPr/>
          <a:lstStyle/>
          <a:p>
            <a:pPr eaLnBrk="1" hangingPunct="1"/>
            <a:r>
              <a:rPr lang="en-US" altLang="zh-CN" sz="4000"/>
              <a:t>DMA</a:t>
            </a:r>
            <a:r>
              <a:rPr lang="zh-CN" altLang="en-US" sz="4000"/>
              <a:t>方式下的数据输入过程</a:t>
            </a:r>
          </a:p>
        </p:txBody>
      </p:sp>
      <p:sp>
        <p:nvSpPr>
          <p:cNvPr id="593923" name="Rectangle 3">
            <a:extLst>
              <a:ext uri="{FF2B5EF4-FFF2-40B4-BE49-F238E27FC236}">
                <a16:creationId xmlns:a16="http://schemas.microsoft.com/office/drawing/2014/main" id="{7FF2560A-68FA-EB33-AEF9-8529E56C2F9F}"/>
              </a:ext>
            </a:extLst>
          </p:cNvPr>
          <p:cNvSpPr>
            <a:spLocks noGrp="1" noRot="1" noChangeArrowheads="1"/>
          </p:cNvSpPr>
          <p:nvPr>
            <p:ph type="body" idx="1"/>
          </p:nvPr>
        </p:nvSpPr>
        <p:spPr>
          <a:xfrm>
            <a:off x="457200" y="1125538"/>
            <a:ext cx="8229600" cy="5327650"/>
          </a:xfrm>
        </p:spPr>
        <p:txBody>
          <a:bodyPr/>
          <a:lstStyle/>
          <a:p>
            <a:pPr eaLnBrk="1" hangingPunct="1">
              <a:lnSpc>
                <a:spcPct val="9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1</a:t>
            </a:r>
            <a:r>
              <a:rPr lang="zh-CN" altLang="en-US" sz="2400">
                <a:latin typeface="华文中宋" panose="02010600040101010101" pitchFamily="2" charset="-122"/>
                <a:ea typeface="华文中宋" panose="02010600040101010101" pitchFamily="2" charset="-122"/>
              </a:rPr>
              <a:t>）当进程要求设备输入数据时，</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把准备存放输入数据的内存始址以及要传送的字节数分别送入</a:t>
            </a:r>
            <a:r>
              <a:rPr lang="en-US" altLang="zh-CN" sz="2400">
                <a:latin typeface="华文中宋" panose="02010600040101010101" pitchFamily="2" charset="-122"/>
                <a:ea typeface="华文中宋" panose="02010600040101010101" pitchFamily="2" charset="-122"/>
              </a:rPr>
              <a:t>DMA</a:t>
            </a:r>
            <a:r>
              <a:rPr lang="zh-CN" altLang="en-US" sz="2400">
                <a:latin typeface="华文中宋" panose="02010600040101010101" pitchFamily="2" charset="-122"/>
                <a:ea typeface="华文中宋" panose="02010600040101010101" pitchFamily="2" charset="-122"/>
              </a:rPr>
              <a:t>控制器中的内存地址寄存器和传送字节计数器；另外，还把控制状态寄存器中的中断允许位和启动位置</a:t>
            </a:r>
            <a:r>
              <a:rPr lang="en-US" altLang="zh-CN" sz="2400">
                <a:latin typeface="华文中宋" panose="02010600040101010101" pitchFamily="2" charset="-122"/>
                <a:ea typeface="华文中宋" panose="02010600040101010101" pitchFamily="2" charset="-122"/>
              </a:rPr>
              <a:t>1</a:t>
            </a:r>
            <a:r>
              <a:rPr lang="zh-CN" altLang="en-US" sz="2400">
                <a:latin typeface="华文中宋" panose="02010600040101010101" pitchFamily="2" charset="-122"/>
                <a:ea typeface="华文中宋" panose="02010600040101010101" pitchFamily="2" charset="-122"/>
              </a:rPr>
              <a:t>；从而启动设备开始进行数据输入。</a:t>
            </a:r>
          </a:p>
          <a:p>
            <a:pPr eaLnBrk="1" hangingPunct="1">
              <a:lnSpc>
                <a:spcPct val="9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2</a:t>
            </a:r>
            <a:r>
              <a:rPr lang="zh-CN" altLang="en-US" sz="2400">
                <a:solidFill>
                  <a:srgbClr val="CC0066"/>
                </a:solidFill>
                <a:latin typeface="华文中宋" panose="02010600040101010101" pitchFamily="2" charset="-122"/>
                <a:ea typeface="华文中宋" panose="02010600040101010101" pitchFamily="2" charset="-122"/>
              </a:rPr>
              <a:t>）发出数据要求的进程进入等待状态，进程调度程序调度其他进程占据</a:t>
            </a:r>
            <a:r>
              <a:rPr lang="en-US" altLang="zh-CN" sz="2400">
                <a:solidFill>
                  <a:srgbClr val="CC0066"/>
                </a:solidFill>
                <a:latin typeface="华文中宋" panose="02010600040101010101" pitchFamily="2" charset="-122"/>
                <a:ea typeface="华文中宋" panose="02010600040101010101" pitchFamily="2" charset="-122"/>
              </a:rPr>
              <a:t>CPU</a:t>
            </a:r>
            <a:r>
              <a:rPr lang="zh-CN" altLang="en-US" sz="2400">
                <a:solidFill>
                  <a:srgbClr val="CC0066"/>
                </a:solidFill>
                <a:latin typeface="华文中宋" panose="02010600040101010101" pitchFamily="2" charset="-122"/>
                <a:ea typeface="华文中宋" panose="02010600040101010101" pitchFamily="2" charset="-122"/>
              </a:rPr>
              <a:t>；</a:t>
            </a:r>
          </a:p>
          <a:p>
            <a:pPr eaLnBrk="1" hangingPunct="1">
              <a:lnSpc>
                <a:spcPct val="9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3</a:t>
            </a:r>
            <a:r>
              <a:rPr lang="zh-CN" altLang="en-US" sz="2400">
                <a:latin typeface="华文中宋" panose="02010600040101010101" pitchFamily="2" charset="-122"/>
                <a:ea typeface="华文中宋" panose="02010600040101010101" pitchFamily="2" charset="-122"/>
              </a:rPr>
              <a:t>）输入设备不断地挪用</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工作周期，将数据缓冲寄存器中的数据源源不断地写入内存，直到所要求的字节全部传送完毕。</a:t>
            </a:r>
          </a:p>
          <a:p>
            <a:pPr eaLnBrk="1" hangingPunct="1">
              <a:lnSpc>
                <a:spcPct val="9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4</a:t>
            </a: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DMA</a:t>
            </a:r>
            <a:r>
              <a:rPr lang="zh-CN" altLang="en-US" sz="2400">
                <a:solidFill>
                  <a:srgbClr val="CC0066"/>
                </a:solidFill>
                <a:latin typeface="华文中宋" panose="02010600040101010101" pitchFamily="2" charset="-122"/>
                <a:ea typeface="华文中宋" panose="02010600040101010101" pitchFamily="2" charset="-122"/>
              </a:rPr>
              <a:t>控制器在传送字节数完成时通过中断请求线发出中断信号，</a:t>
            </a:r>
            <a:r>
              <a:rPr lang="en-US" altLang="zh-CN" sz="2400">
                <a:solidFill>
                  <a:srgbClr val="CC0066"/>
                </a:solidFill>
                <a:latin typeface="华文中宋" panose="02010600040101010101" pitchFamily="2" charset="-122"/>
                <a:ea typeface="华文中宋" panose="02010600040101010101" pitchFamily="2" charset="-122"/>
              </a:rPr>
              <a:t>CPU</a:t>
            </a:r>
            <a:r>
              <a:rPr lang="zh-CN" altLang="en-US" sz="2400">
                <a:solidFill>
                  <a:srgbClr val="CC0066"/>
                </a:solidFill>
                <a:latin typeface="华文中宋" panose="02010600040101010101" pitchFamily="2" charset="-122"/>
                <a:ea typeface="华文中宋" panose="02010600040101010101" pitchFamily="2" charset="-122"/>
              </a:rPr>
              <a:t>在接收到中断信号后转中断处理程序进行善后处理。</a:t>
            </a:r>
          </a:p>
          <a:p>
            <a:pPr eaLnBrk="1" hangingPunct="1">
              <a:lnSpc>
                <a:spcPct val="9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5</a:t>
            </a:r>
            <a:r>
              <a:rPr lang="zh-CN" altLang="en-US" sz="2400">
                <a:latin typeface="华文中宋" panose="02010600040101010101" pitchFamily="2" charset="-122"/>
                <a:ea typeface="华文中宋" panose="02010600040101010101" pitchFamily="2" charset="-122"/>
              </a:rPr>
              <a:t>）中断处理结束时，</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返回被中断进程处执行或被调度到新的进程上下文环境中执行。</a:t>
            </a:r>
          </a:p>
        </p:txBody>
      </p:sp>
    </p:spTree>
  </p:cSld>
  <p:clrMapOvr>
    <a:masterClrMapping/>
  </p:clrMapOvr>
  <p:transition spd="med">
    <p:random/>
    <p:sndAc>
      <p:stSnd>
        <p:snd r:embed="rId2"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4946" name="Rectangle 2">
            <a:extLst>
              <a:ext uri="{FF2B5EF4-FFF2-40B4-BE49-F238E27FC236}">
                <a16:creationId xmlns:a16="http://schemas.microsoft.com/office/drawing/2014/main" id="{6A80AEFF-3684-B8D3-34E5-BC0781C7D443}"/>
              </a:ext>
            </a:extLst>
          </p:cNvPr>
          <p:cNvSpPr>
            <a:spLocks noGrp="1" noRot="1" noChangeArrowheads="1"/>
          </p:cNvSpPr>
          <p:nvPr>
            <p:ph type="title"/>
          </p:nvPr>
        </p:nvSpPr>
        <p:spPr>
          <a:xfrm>
            <a:off x="2916238" y="115888"/>
            <a:ext cx="6119812" cy="473075"/>
          </a:xfrm>
        </p:spPr>
        <p:txBody>
          <a:bodyPr/>
          <a:lstStyle/>
          <a:p>
            <a:pPr eaLnBrk="1" hangingPunct="1"/>
            <a:r>
              <a:rPr lang="en-US" altLang="zh-CN" sz="4000"/>
              <a:t>DMA</a:t>
            </a:r>
            <a:r>
              <a:rPr lang="zh-CN" altLang="en-US" sz="4000"/>
              <a:t>方式的数据传送过程</a:t>
            </a:r>
          </a:p>
        </p:txBody>
      </p:sp>
      <p:sp>
        <p:nvSpPr>
          <p:cNvPr id="33795" name="Line 3">
            <a:extLst>
              <a:ext uri="{FF2B5EF4-FFF2-40B4-BE49-F238E27FC236}">
                <a16:creationId xmlns:a16="http://schemas.microsoft.com/office/drawing/2014/main" id="{9A26BF36-2605-2006-2B2A-DB1FD9734C7E}"/>
              </a:ext>
            </a:extLst>
          </p:cNvPr>
          <p:cNvSpPr>
            <a:spLocks noChangeShapeType="1"/>
          </p:cNvSpPr>
          <p:nvPr/>
        </p:nvSpPr>
        <p:spPr bwMode="auto">
          <a:xfrm>
            <a:off x="2051050" y="54927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6" name="Rectangle 4">
            <a:extLst>
              <a:ext uri="{FF2B5EF4-FFF2-40B4-BE49-F238E27FC236}">
                <a16:creationId xmlns:a16="http://schemas.microsoft.com/office/drawing/2014/main" id="{3EA7B259-D4BC-E6FA-781A-857DAA54EA88}"/>
              </a:ext>
            </a:extLst>
          </p:cNvPr>
          <p:cNvSpPr>
            <a:spLocks noChangeArrowheads="1"/>
          </p:cNvSpPr>
          <p:nvPr/>
        </p:nvSpPr>
        <p:spPr bwMode="auto">
          <a:xfrm>
            <a:off x="539750" y="765175"/>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接收到</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p:txBody>
      </p:sp>
      <p:sp>
        <p:nvSpPr>
          <p:cNvPr id="33797" name="Line 5">
            <a:extLst>
              <a:ext uri="{FF2B5EF4-FFF2-40B4-BE49-F238E27FC236}">
                <a16:creationId xmlns:a16="http://schemas.microsoft.com/office/drawing/2014/main" id="{698F768E-4180-5669-CDAD-552E5201B37A}"/>
              </a:ext>
            </a:extLst>
          </p:cNvPr>
          <p:cNvSpPr>
            <a:spLocks noChangeShapeType="1"/>
          </p:cNvSpPr>
          <p:nvPr/>
        </p:nvSpPr>
        <p:spPr bwMode="auto">
          <a:xfrm>
            <a:off x="2051050" y="1846263"/>
            <a:ext cx="0"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8" name="Rectangle 6">
            <a:extLst>
              <a:ext uri="{FF2B5EF4-FFF2-40B4-BE49-F238E27FC236}">
                <a16:creationId xmlns:a16="http://schemas.microsoft.com/office/drawing/2014/main" id="{31BCA2A0-E649-9DB7-BF48-33FB194C31EF}"/>
              </a:ext>
            </a:extLst>
          </p:cNvPr>
          <p:cNvSpPr>
            <a:spLocks noChangeArrowheads="1"/>
          </p:cNvSpPr>
          <p:nvPr/>
        </p:nvSpPr>
        <p:spPr bwMode="auto">
          <a:xfrm>
            <a:off x="539750" y="2133600"/>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数据入缓冲寄存器</a:t>
            </a:r>
          </a:p>
        </p:txBody>
      </p:sp>
      <p:sp>
        <p:nvSpPr>
          <p:cNvPr id="33799" name="AutoShape 7">
            <a:extLst>
              <a:ext uri="{FF2B5EF4-FFF2-40B4-BE49-F238E27FC236}">
                <a16:creationId xmlns:a16="http://schemas.microsoft.com/office/drawing/2014/main" id="{BCC7F94C-C116-AA7E-BADA-C514A0E65E39}"/>
              </a:ext>
            </a:extLst>
          </p:cNvPr>
          <p:cNvSpPr>
            <a:spLocks noChangeArrowheads="1"/>
          </p:cNvSpPr>
          <p:nvPr/>
        </p:nvSpPr>
        <p:spPr bwMode="auto">
          <a:xfrm>
            <a:off x="539750" y="4338638"/>
            <a:ext cx="3095625" cy="962025"/>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传送字节数</a:t>
            </a:r>
            <a:r>
              <a:rPr lang="en-US" altLang="zh-CN" sz="2400" b="0">
                <a:latin typeface="Tahoma" panose="020B0604030504040204" pitchFamily="34" charset="0"/>
                <a:ea typeface="华文中宋" panose="02010600040101010101" pitchFamily="2" charset="-122"/>
              </a:rPr>
              <a:t>=0</a:t>
            </a:r>
            <a:r>
              <a:rPr lang="zh-CN" altLang="en-US" sz="2400" b="0">
                <a:latin typeface="Tahoma" panose="020B0604030504040204" pitchFamily="34" charset="0"/>
                <a:ea typeface="华文中宋" panose="02010600040101010101" pitchFamily="2" charset="-122"/>
              </a:rPr>
              <a:t>吗？</a:t>
            </a:r>
          </a:p>
        </p:txBody>
      </p:sp>
      <p:sp>
        <p:nvSpPr>
          <p:cNvPr id="33800" name="Line 8">
            <a:extLst>
              <a:ext uri="{FF2B5EF4-FFF2-40B4-BE49-F238E27FC236}">
                <a16:creationId xmlns:a16="http://schemas.microsoft.com/office/drawing/2014/main" id="{C2BB1C77-1CBA-F708-1E49-3DC28E6B443C}"/>
              </a:ext>
            </a:extLst>
          </p:cNvPr>
          <p:cNvSpPr>
            <a:spLocks noChangeShapeType="1"/>
          </p:cNvSpPr>
          <p:nvPr/>
        </p:nvSpPr>
        <p:spPr bwMode="auto">
          <a:xfrm>
            <a:off x="2051050" y="4005263"/>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1" name="Line 9">
            <a:extLst>
              <a:ext uri="{FF2B5EF4-FFF2-40B4-BE49-F238E27FC236}">
                <a16:creationId xmlns:a16="http://schemas.microsoft.com/office/drawing/2014/main" id="{641F96E4-61A6-6428-3EEF-01F52A725F4B}"/>
              </a:ext>
            </a:extLst>
          </p:cNvPr>
          <p:cNvSpPr>
            <a:spLocks noChangeShapeType="1"/>
          </p:cNvSpPr>
          <p:nvPr/>
        </p:nvSpPr>
        <p:spPr bwMode="auto">
          <a:xfrm>
            <a:off x="2051050" y="5300663"/>
            <a:ext cx="0" cy="2635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2" name="Rectangle 10">
            <a:extLst>
              <a:ext uri="{FF2B5EF4-FFF2-40B4-BE49-F238E27FC236}">
                <a16:creationId xmlns:a16="http://schemas.microsoft.com/office/drawing/2014/main" id="{81989C29-2CFA-788F-B512-04CEFA358988}"/>
              </a:ext>
            </a:extLst>
          </p:cNvPr>
          <p:cNvSpPr>
            <a:spLocks noChangeArrowheads="1"/>
          </p:cNvSpPr>
          <p:nvPr/>
        </p:nvSpPr>
        <p:spPr bwMode="auto">
          <a:xfrm>
            <a:off x="323850" y="5564188"/>
            <a:ext cx="36718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发中断信号，停止</a:t>
            </a: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操作</a:t>
            </a:r>
          </a:p>
        </p:txBody>
      </p:sp>
      <p:sp>
        <p:nvSpPr>
          <p:cNvPr id="33803" name="Line 11">
            <a:extLst>
              <a:ext uri="{FF2B5EF4-FFF2-40B4-BE49-F238E27FC236}">
                <a16:creationId xmlns:a16="http://schemas.microsoft.com/office/drawing/2014/main" id="{729497AB-FD65-EA26-C6C4-5794C395D6D4}"/>
              </a:ext>
            </a:extLst>
          </p:cNvPr>
          <p:cNvSpPr>
            <a:spLocks noChangeShapeType="1"/>
          </p:cNvSpPr>
          <p:nvPr/>
        </p:nvSpPr>
        <p:spPr bwMode="auto">
          <a:xfrm>
            <a:off x="2051050" y="5973763"/>
            <a:ext cx="0" cy="2635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4" name="Line 12">
            <a:extLst>
              <a:ext uri="{FF2B5EF4-FFF2-40B4-BE49-F238E27FC236}">
                <a16:creationId xmlns:a16="http://schemas.microsoft.com/office/drawing/2014/main" id="{62C6CD7E-812C-D33D-4A1D-1A3BDD2A052C}"/>
              </a:ext>
            </a:extLst>
          </p:cNvPr>
          <p:cNvSpPr>
            <a:spLocks noChangeShapeType="1"/>
          </p:cNvSpPr>
          <p:nvPr/>
        </p:nvSpPr>
        <p:spPr bwMode="auto">
          <a:xfrm flipH="1">
            <a:off x="250825" y="4797425"/>
            <a:ext cx="317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5" name="Line 13">
            <a:extLst>
              <a:ext uri="{FF2B5EF4-FFF2-40B4-BE49-F238E27FC236}">
                <a16:creationId xmlns:a16="http://schemas.microsoft.com/office/drawing/2014/main" id="{AB66092E-EE1E-580B-D3B3-E8DE53015CAA}"/>
              </a:ext>
            </a:extLst>
          </p:cNvPr>
          <p:cNvSpPr>
            <a:spLocks noChangeShapeType="1"/>
          </p:cNvSpPr>
          <p:nvPr/>
        </p:nvSpPr>
        <p:spPr bwMode="auto">
          <a:xfrm>
            <a:off x="250825" y="1341438"/>
            <a:ext cx="0" cy="34559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6" name="Line 14">
            <a:extLst>
              <a:ext uri="{FF2B5EF4-FFF2-40B4-BE49-F238E27FC236}">
                <a16:creationId xmlns:a16="http://schemas.microsoft.com/office/drawing/2014/main" id="{F54B492F-942E-66CE-53DC-37BD4051AF00}"/>
              </a:ext>
            </a:extLst>
          </p:cNvPr>
          <p:cNvSpPr>
            <a:spLocks noChangeShapeType="1"/>
          </p:cNvSpPr>
          <p:nvPr/>
        </p:nvSpPr>
        <p:spPr bwMode="auto">
          <a:xfrm>
            <a:off x="250825" y="1341438"/>
            <a:ext cx="16573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7" name="Text Box 15">
            <a:extLst>
              <a:ext uri="{FF2B5EF4-FFF2-40B4-BE49-F238E27FC236}">
                <a16:creationId xmlns:a16="http://schemas.microsoft.com/office/drawing/2014/main" id="{2780A3EB-90FB-A558-77BB-3A517A558CC6}"/>
              </a:ext>
            </a:extLst>
          </p:cNvPr>
          <p:cNvSpPr txBox="1">
            <a:spLocks noChangeArrowheads="1"/>
          </p:cNvSpPr>
          <p:nvPr/>
        </p:nvSpPr>
        <p:spPr bwMode="auto">
          <a:xfrm>
            <a:off x="468313" y="4267200"/>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33808" name="Text Box 16">
            <a:extLst>
              <a:ext uri="{FF2B5EF4-FFF2-40B4-BE49-F238E27FC236}">
                <a16:creationId xmlns:a16="http://schemas.microsoft.com/office/drawing/2014/main" id="{6405F067-761F-0C8A-068E-033066F2356C}"/>
              </a:ext>
            </a:extLst>
          </p:cNvPr>
          <p:cNvSpPr txBox="1">
            <a:spLocks noChangeArrowheads="1"/>
          </p:cNvSpPr>
          <p:nvPr/>
        </p:nvSpPr>
        <p:spPr bwMode="auto">
          <a:xfrm>
            <a:off x="1258888" y="50339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33809" name="Text Box 17">
            <a:extLst>
              <a:ext uri="{FF2B5EF4-FFF2-40B4-BE49-F238E27FC236}">
                <a16:creationId xmlns:a16="http://schemas.microsoft.com/office/drawing/2014/main" id="{7D141504-D9AD-95EB-FBB6-586E0B55C704}"/>
              </a:ext>
            </a:extLst>
          </p:cNvPr>
          <p:cNvSpPr txBox="1">
            <a:spLocks noChangeArrowheads="1"/>
          </p:cNvSpPr>
          <p:nvPr/>
        </p:nvSpPr>
        <p:spPr bwMode="auto">
          <a:xfrm>
            <a:off x="1331913" y="44450"/>
            <a:ext cx="1439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外围设备</a:t>
            </a:r>
          </a:p>
        </p:txBody>
      </p:sp>
      <p:sp>
        <p:nvSpPr>
          <p:cNvPr id="33810" name="Text Box 18">
            <a:extLst>
              <a:ext uri="{FF2B5EF4-FFF2-40B4-BE49-F238E27FC236}">
                <a16:creationId xmlns:a16="http://schemas.microsoft.com/office/drawing/2014/main" id="{8CEDE84E-CA44-645C-F506-5AD6E72963C9}"/>
              </a:ext>
            </a:extLst>
          </p:cNvPr>
          <p:cNvSpPr txBox="1">
            <a:spLocks noChangeArrowheads="1"/>
          </p:cNvSpPr>
          <p:nvPr/>
        </p:nvSpPr>
        <p:spPr bwMode="auto">
          <a:xfrm>
            <a:off x="1547813" y="6308725"/>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a</a:t>
            </a:r>
            <a:r>
              <a:rPr lang="zh-CN" altLang="en-US" sz="2400" b="0">
                <a:latin typeface="Tahoma" panose="020B0604030504040204" pitchFamily="34" charset="0"/>
                <a:ea typeface="华文中宋" panose="02010600040101010101" pitchFamily="2" charset="-122"/>
              </a:rPr>
              <a:t>）</a:t>
            </a:r>
          </a:p>
        </p:txBody>
      </p:sp>
      <p:sp>
        <p:nvSpPr>
          <p:cNvPr id="33811" name="Line 19">
            <a:extLst>
              <a:ext uri="{FF2B5EF4-FFF2-40B4-BE49-F238E27FC236}">
                <a16:creationId xmlns:a16="http://schemas.microsoft.com/office/drawing/2014/main" id="{8FC0A48D-FDB2-BB05-467B-61C64772C95A}"/>
              </a:ext>
            </a:extLst>
          </p:cNvPr>
          <p:cNvSpPr>
            <a:spLocks noChangeShapeType="1"/>
          </p:cNvSpPr>
          <p:nvPr/>
        </p:nvSpPr>
        <p:spPr bwMode="auto">
          <a:xfrm flipH="1">
            <a:off x="6515100" y="981075"/>
            <a:ext cx="1588" cy="3841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2" name="Rectangle 20">
            <a:extLst>
              <a:ext uri="{FF2B5EF4-FFF2-40B4-BE49-F238E27FC236}">
                <a16:creationId xmlns:a16="http://schemas.microsoft.com/office/drawing/2014/main" id="{7E080BFC-558A-469E-128B-A82ED532A3AF}"/>
              </a:ext>
            </a:extLst>
          </p:cNvPr>
          <p:cNvSpPr>
            <a:spLocks noChangeArrowheads="1"/>
          </p:cNvSpPr>
          <p:nvPr/>
        </p:nvSpPr>
        <p:spPr bwMode="auto">
          <a:xfrm>
            <a:off x="4572000" y="1341438"/>
            <a:ext cx="4032250" cy="14398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向外设发</a:t>
            </a:r>
            <a:r>
              <a:rPr lang="en-US" altLang="zh-CN" sz="2400" b="0">
                <a:latin typeface="华文中宋" panose="02010600040101010101" pitchFamily="2" charset="-122"/>
                <a:ea typeface="华文中宋" panose="02010600040101010101" pitchFamily="2" charset="-122"/>
              </a:rPr>
              <a:t>start</a:t>
            </a:r>
            <a:r>
              <a:rPr lang="zh-CN" altLang="en-US" sz="2400" b="0">
                <a:latin typeface="华文中宋" panose="02010600040101010101" pitchFamily="2" charset="-122"/>
                <a:ea typeface="华文中宋" panose="02010600040101010101" pitchFamily="2" charset="-122"/>
              </a:rPr>
              <a:t>命令</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内存地址→内存始址寄存器</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传送字节数</a:t>
            </a:r>
            <a:r>
              <a:rPr lang="zh-CN" altLang="en-US" sz="2400" b="0">
                <a:latin typeface="Tahoma" panose="020B0604030504040204" pitchFamily="34" charset="0"/>
                <a:ea typeface="华文中宋" panose="02010600040101010101" pitchFamily="2" charset="-122"/>
              </a:rPr>
              <a:t>→字节计数器</a:t>
            </a:r>
            <a:endParaRPr lang="zh-CN" altLang="en-US" sz="2400" b="0">
              <a:latin typeface="华文中宋" panose="02010600040101010101" pitchFamily="2" charset="-122"/>
              <a:ea typeface="华文中宋" panose="02010600040101010101" pitchFamily="2" charset="-122"/>
            </a:endParaRP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将中断允许位与启动位置</a:t>
            </a:r>
            <a:r>
              <a:rPr lang="en-US" altLang="zh-CN" sz="2400" b="0">
                <a:latin typeface="华文中宋" panose="02010600040101010101" pitchFamily="2" charset="-122"/>
                <a:ea typeface="华文中宋" panose="02010600040101010101" pitchFamily="2" charset="-122"/>
              </a:rPr>
              <a:t>1</a:t>
            </a:r>
          </a:p>
        </p:txBody>
      </p:sp>
      <p:sp>
        <p:nvSpPr>
          <p:cNvPr id="33813" name="Line 21">
            <a:extLst>
              <a:ext uri="{FF2B5EF4-FFF2-40B4-BE49-F238E27FC236}">
                <a16:creationId xmlns:a16="http://schemas.microsoft.com/office/drawing/2014/main" id="{774380DF-EE5C-BD1E-0D8E-2FC44A88E1F7}"/>
              </a:ext>
            </a:extLst>
          </p:cNvPr>
          <p:cNvSpPr>
            <a:spLocks noChangeShapeType="1"/>
          </p:cNvSpPr>
          <p:nvPr/>
        </p:nvSpPr>
        <p:spPr bwMode="auto">
          <a:xfrm flipH="1">
            <a:off x="6515100" y="3406775"/>
            <a:ext cx="1588" cy="3349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4" name="AutoShape 22">
            <a:extLst>
              <a:ext uri="{FF2B5EF4-FFF2-40B4-BE49-F238E27FC236}">
                <a16:creationId xmlns:a16="http://schemas.microsoft.com/office/drawing/2014/main" id="{6E281DC1-C13C-1524-187F-0B7BF848AEB8}"/>
              </a:ext>
            </a:extLst>
          </p:cNvPr>
          <p:cNvSpPr>
            <a:spLocks noChangeArrowheads="1"/>
          </p:cNvSpPr>
          <p:nvPr/>
        </p:nvSpPr>
        <p:spPr bwMode="auto">
          <a:xfrm>
            <a:off x="4859338" y="4318000"/>
            <a:ext cx="3313112" cy="982663"/>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收到中断信号了吗？</a:t>
            </a:r>
          </a:p>
        </p:txBody>
      </p:sp>
      <p:sp>
        <p:nvSpPr>
          <p:cNvPr id="33815" name="Line 23">
            <a:extLst>
              <a:ext uri="{FF2B5EF4-FFF2-40B4-BE49-F238E27FC236}">
                <a16:creationId xmlns:a16="http://schemas.microsoft.com/office/drawing/2014/main" id="{F0A2C994-64B7-3CDF-2821-BEE0ECA0CC39}"/>
              </a:ext>
            </a:extLst>
          </p:cNvPr>
          <p:cNvSpPr>
            <a:spLocks noChangeShapeType="1"/>
          </p:cNvSpPr>
          <p:nvPr/>
        </p:nvSpPr>
        <p:spPr bwMode="auto">
          <a:xfrm flipH="1">
            <a:off x="6515100" y="5300663"/>
            <a:ext cx="1588" cy="2889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6" name="Rectangle 24">
            <a:extLst>
              <a:ext uri="{FF2B5EF4-FFF2-40B4-BE49-F238E27FC236}">
                <a16:creationId xmlns:a16="http://schemas.microsoft.com/office/drawing/2014/main" id="{F248AD6D-4405-AF01-B3F0-63D8F3DD6F97}"/>
              </a:ext>
            </a:extLst>
          </p:cNvPr>
          <p:cNvSpPr>
            <a:spLocks noChangeArrowheads="1"/>
          </p:cNvSpPr>
          <p:nvPr/>
        </p:nvSpPr>
        <p:spPr bwMode="auto">
          <a:xfrm>
            <a:off x="4932363" y="5589588"/>
            <a:ext cx="3240087"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转中断处理</a:t>
            </a:r>
          </a:p>
        </p:txBody>
      </p:sp>
      <p:sp>
        <p:nvSpPr>
          <p:cNvPr id="33817" name="Line 25">
            <a:extLst>
              <a:ext uri="{FF2B5EF4-FFF2-40B4-BE49-F238E27FC236}">
                <a16:creationId xmlns:a16="http://schemas.microsoft.com/office/drawing/2014/main" id="{4C58C754-1A79-3488-CCF5-3897CA85A461}"/>
              </a:ext>
            </a:extLst>
          </p:cNvPr>
          <p:cNvSpPr>
            <a:spLocks noChangeShapeType="1"/>
          </p:cNvSpPr>
          <p:nvPr/>
        </p:nvSpPr>
        <p:spPr bwMode="auto">
          <a:xfrm flipH="1">
            <a:off x="6515100" y="6021388"/>
            <a:ext cx="1588" cy="2635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8" name="Line 26">
            <a:extLst>
              <a:ext uri="{FF2B5EF4-FFF2-40B4-BE49-F238E27FC236}">
                <a16:creationId xmlns:a16="http://schemas.microsoft.com/office/drawing/2014/main" id="{F436B4E2-75DB-6D93-554F-0A82369A7140}"/>
              </a:ext>
            </a:extLst>
          </p:cNvPr>
          <p:cNvSpPr>
            <a:spLocks noChangeShapeType="1"/>
          </p:cNvSpPr>
          <p:nvPr/>
        </p:nvSpPr>
        <p:spPr bwMode="auto">
          <a:xfrm flipH="1">
            <a:off x="8174038" y="4797425"/>
            <a:ext cx="1428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9" name="Line 27">
            <a:extLst>
              <a:ext uri="{FF2B5EF4-FFF2-40B4-BE49-F238E27FC236}">
                <a16:creationId xmlns:a16="http://schemas.microsoft.com/office/drawing/2014/main" id="{EC60786A-72CD-9CD2-1EC1-AB2EBEF0C3F7}"/>
              </a:ext>
            </a:extLst>
          </p:cNvPr>
          <p:cNvSpPr>
            <a:spLocks noChangeShapeType="1"/>
          </p:cNvSpPr>
          <p:nvPr/>
        </p:nvSpPr>
        <p:spPr bwMode="auto">
          <a:xfrm>
            <a:off x="8316913" y="3597275"/>
            <a:ext cx="0" cy="12001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0" name="Line 28">
            <a:extLst>
              <a:ext uri="{FF2B5EF4-FFF2-40B4-BE49-F238E27FC236}">
                <a16:creationId xmlns:a16="http://schemas.microsoft.com/office/drawing/2014/main" id="{5CFAB72E-C673-38D2-CD40-BFBC125C78D7}"/>
              </a:ext>
            </a:extLst>
          </p:cNvPr>
          <p:cNvSpPr>
            <a:spLocks noChangeShapeType="1"/>
          </p:cNvSpPr>
          <p:nvPr/>
        </p:nvSpPr>
        <p:spPr bwMode="auto">
          <a:xfrm flipH="1">
            <a:off x="6588125" y="3597275"/>
            <a:ext cx="17287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1" name="Text Box 29">
            <a:extLst>
              <a:ext uri="{FF2B5EF4-FFF2-40B4-BE49-F238E27FC236}">
                <a16:creationId xmlns:a16="http://schemas.microsoft.com/office/drawing/2014/main" id="{FD248A36-D796-2371-78D2-CD373F31D255}"/>
              </a:ext>
            </a:extLst>
          </p:cNvPr>
          <p:cNvSpPr txBox="1">
            <a:spLocks noChangeArrowheads="1"/>
          </p:cNvSpPr>
          <p:nvPr/>
        </p:nvSpPr>
        <p:spPr bwMode="auto">
          <a:xfrm>
            <a:off x="6732588" y="508476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是</a:t>
            </a:r>
          </a:p>
        </p:txBody>
      </p:sp>
      <p:sp>
        <p:nvSpPr>
          <p:cNvPr id="33822" name="Text Box 30">
            <a:extLst>
              <a:ext uri="{FF2B5EF4-FFF2-40B4-BE49-F238E27FC236}">
                <a16:creationId xmlns:a16="http://schemas.microsoft.com/office/drawing/2014/main" id="{E55D6AFE-053B-D5B7-CA12-B021F4C6F1EB}"/>
              </a:ext>
            </a:extLst>
          </p:cNvPr>
          <p:cNvSpPr txBox="1">
            <a:spLocks noChangeArrowheads="1"/>
          </p:cNvSpPr>
          <p:nvPr/>
        </p:nvSpPr>
        <p:spPr bwMode="auto">
          <a:xfrm>
            <a:off x="7740650" y="421957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否</a:t>
            </a:r>
          </a:p>
        </p:txBody>
      </p:sp>
      <p:sp>
        <p:nvSpPr>
          <p:cNvPr id="33823" name="Text Box 31">
            <a:extLst>
              <a:ext uri="{FF2B5EF4-FFF2-40B4-BE49-F238E27FC236}">
                <a16:creationId xmlns:a16="http://schemas.microsoft.com/office/drawing/2014/main" id="{35F33C4E-29E9-8E3D-B41E-6CD13AA0F52F}"/>
              </a:ext>
            </a:extLst>
          </p:cNvPr>
          <p:cNvSpPr txBox="1">
            <a:spLocks noChangeArrowheads="1"/>
          </p:cNvSpPr>
          <p:nvPr/>
        </p:nvSpPr>
        <p:spPr bwMode="auto">
          <a:xfrm>
            <a:off x="6084888" y="620713"/>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CPU</a:t>
            </a:r>
          </a:p>
        </p:txBody>
      </p:sp>
      <p:sp>
        <p:nvSpPr>
          <p:cNvPr id="33824" name="Text Box 32">
            <a:extLst>
              <a:ext uri="{FF2B5EF4-FFF2-40B4-BE49-F238E27FC236}">
                <a16:creationId xmlns:a16="http://schemas.microsoft.com/office/drawing/2014/main" id="{987A56A1-EB87-895F-86EC-96B2D0883EA7}"/>
              </a:ext>
            </a:extLst>
          </p:cNvPr>
          <p:cNvSpPr txBox="1">
            <a:spLocks noChangeArrowheads="1"/>
          </p:cNvSpPr>
          <p:nvPr/>
        </p:nvSpPr>
        <p:spPr bwMode="auto">
          <a:xfrm>
            <a:off x="6011863" y="6284913"/>
            <a:ext cx="1223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a:t>
            </a:r>
            <a:r>
              <a:rPr lang="en-US" altLang="zh-CN" sz="2400" b="0">
                <a:latin typeface="Tahoma" panose="020B0604030504040204" pitchFamily="34" charset="0"/>
                <a:ea typeface="华文中宋" panose="02010600040101010101" pitchFamily="2" charset="-122"/>
              </a:rPr>
              <a:t>b</a:t>
            </a:r>
            <a:r>
              <a:rPr lang="zh-CN" altLang="en-US" sz="2400" b="0">
                <a:latin typeface="Tahoma" panose="020B0604030504040204" pitchFamily="34" charset="0"/>
                <a:ea typeface="华文中宋" panose="02010600040101010101" pitchFamily="2" charset="-122"/>
              </a:rPr>
              <a:t>）</a:t>
            </a:r>
          </a:p>
        </p:txBody>
      </p:sp>
      <p:sp>
        <p:nvSpPr>
          <p:cNvPr id="33825" name="Line 33">
            <a:extLst>
              <a:ext uri="{FF2B5EF4-FFF2-40B4-BE49-F238E27FC236}">
                <a16:creationId xmlns:a16="http://schemas.microsoft.com/office/drawing/2014/main" id="{8C835293-862A-D261-C8D4-3F694DA6BC0D}"/>
              </a:ext>
            </a:extLst>
          </p:cNvPr>
          <p:cNvSpPr>
            <a:spLocks noChangeShapeType="1"/>
          </p:cNvSpPr>
          <p:nvPr/>
        </p:nvSpPr>
        <p:spPr bwMode="auto">
          <a:xfrm flipH="1">
            <a:off x="6515100" y="2781300"/>
            <a:ext cx="1588"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6" name="Rectangle 34">
            <a:extLst>
              <a:ext uri="{FF2B5EF4-FFF2-40B4-BE49-F238E27FC236}">
                <a16:creationId xmlns:a16="http://schemas.microsoft.com/office/drawing/2014/main" id="{008C3E6E-C0C0-66C2-F8C8-DA33621848B5}"/>
              </a:ext>
            </a:extLst>
          </p:cNvPr>
          <p:cNvSpPr>
            <a:spLocks noChangeArrowheads="1"/>
          </p:cNvSpPr>
          <p:nvPr/>
        </p:nvSpPr>
        <p:spPr bwMode="auto">
          <a:xfrm>
            <a:off x="4572000" y="3068638"/>
            <a:ext cx="4248150" cy="360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当前进程等待，调度其他进程</a:t>
            </a:r>
          </a:p>
        </p:txBody>
      </p:sp>
      <p:sp>
        <p:nvSpPr>
          <p:cNvPr id="33827" name="Line 35">
            <a:extLst>
              <a:ext uri="{FF2B5EF4-FFF2-40B4-BE49-F238E27FC236}">
                <a16:creationId xmlns:a16="http://schemas.microsoft.com/office/drawing/2014/main" id="{22915096-5D7D-5EE8-8003-4942404503D4}"/>
              </a:ext>
            </a:extLst>
          </p:cNvPr>
          <p:cNvSpPr>
            <a:spLocks noChangeShapeType="1"/>
          </p:cNvSpPr>
          <p:nvPr/>
        </p:nvSpPr>
        <p:spPr bwMode="auto">
          <a:xfrm flipH="1">
            <a:off x="6515100" y="4030663"/>
            <a:ext cx="1588"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8" name="Rectangle 36">
            <a:extLst>
              <a:ext uri="{FF2B5EF4-FFF2-40B4-BE49-F238E27FC236}">
                <a16:creationId xmlns:a16="http://schemas.microsoft.com/office/drawing/2014/main" id="{FE3FF8EF-C916-2B52-761E-CB9298B08C9B}"/>
              </a:ext>
            </a:extLst>
          </p:cNvPr>
          <p:cNvSpPr>
            <a:spLocks noChangeArrowheads="1"/>
          </p:cNvSpPr>
          <p:nvPr/>
        </p:nvSpPr>
        <p:spPr bwMode="auto">
          <a:xfrm>
            <a:off x="5364163" y="3697288"/>
            <a:ext cx="2376487" cy="3603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其他进程执行</a:t>
            </a:r>
          </a:p>
        </p:txBody>
      </p:sp>
      <p:sp>
        <p:nvSpPr>
          <p:cNvPr id="33829" name="Line 37">
            <a:extLst>
              <a:ext uri="{FF2B5EF4-FFF2-40B4-BE49-F238E27FC236}">
                <a16:creationId xmlns:a16="http://schemas.microsoft.com/office/drawing/2014/main" id="{A76B7B3A-4BBF-33B6-663A-DB50B88B1F0A}"/>
              </a:ext>
            </a:extLst>
          </p:cNvPr>
          <p:cNvSpPr>
            <a:spLocks noChangeShapeType="1"/>
          </p:cNvSpPr>
          <p:nvPr/>
        </p:nvSpPr>
        <p:spPr bwMode="auto">
          <a:xfrm>
            <a:off x="2051050" y="1198563"/>
            <a:ext cx="0"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0" name="Rectangle 38">
            <a:extLst>
              <a:ext uri="{FF2B5EF4-FFF2-40B4-BE49-F238E27FC236}">
                <a16:creationId xmlns:a16="http://schemas.microsoft.com/office/drawing/2014/main" id="{1D19E816-15AF-E28E-3852-770169473983}"/>
              </a:ext>
            </a:extLst>
          </p:cNvPr>
          <p:cNvSpPr>
            <a:spLocks noChangeArrowheads="1"/>
          </p:cNvSpPr>
          <p:nvPr/>
        </p:nvSpPr>
        <p:spPr bwMode="auto">
          <a:xfrm>
            <a:off x="539750" y="1485900"/>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启动设备准备数据</a:t>
            </a:r>
          </a:p>
        </p:txBody>
      </p:sp>
      <p:sp>
        <p:nvSpPr>
          <p:cNvPr id="33831" name="Line 39">
            <a:extLst>
              <a:ext uri="{FF2B5EF4-FFF2-40B4-BE49-F238E27FC236}">
                <a16:creationId xmlns:a16="http://schemas.microsoft.com/office/drawing/2014/main" id="{3B7B966A-2F7E-3003-0E6A-4F6EC31F25F5}"/>
              </a:ext>
            </a:extLst>
          </p:cNvPr>
          <p:cNvSpPr>
            <a:spLocks noChangeShapeType="1"/>
          </p:cNvSpPr>
          <p:nvPr/>
        </p:nvSpPr>
        <p:spPr bwMode="auto">
          <a:xfrm>
            <a:off x="2051050" y="3143250"/>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2" name="Rectangle 40">
            <a:extLst>
              <a:ext uri="{FF2B5EF4-FFF2-40B4-BE49-F238E27FC236}">
                <a16:creationId xmlns:a16="http://schemas.microsoft.com/office/drawing/2014/main" id="{175BDE8C-0395-8A42-1F19-7FF3F6C328A0}"/>
              </a:ext>
            </a:extLst>
          </p:cNvPr>
          <p:cNvSpPr>
            <a:spLocks noChangeArrowheads="1"/>
          </p:cNvSpPr>
          <p:nvPr/>
        </p:nvSpPr>
        <p:spPr bwMode="auto">
          <a:xfrm>
            <a:off x="539750" y="3429000"/>
            <a:ext cx="3240088"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改变字节计数器与</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地址寄存器的内容</a:t>
            </a:r>
          </a:p>
        </p:txBody>
      </p:sp>
      <p:sp>
        <p:nvSpPr>
          <p:cNvPr id="33833" name="Line 41">
            <a:extLst>
              <a:ext uri="{FF2B5EF4-FFF2-40B4-BE49-F238E27FC236}">
                <a16:creationId xmlns:a16="http://schemas.microsoft.com/office/drawing/2014/main" id="{C8C72901-3DC1-4317-1285-410DDC2BC096}"/>
              </a:ext>
            </a:extLst>
          </p:cNvPr>
          <p:cNvSpPr>
            <a:spLocks noChangeShapeType="1"/>
          </p:cNvSpPr>
          <p:nvPr/>
        </p:nvSpPr>
        <p:spPr bwMode="auto">
          <a:xfrm>
            <a:off x="2051050" y="2495550"/>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4" name="Rectangle 42">
            <a:extLst>
              <a:ext uri="{FF2B5EF4-FFF2-40B4-BE49-F238E27FC236}">
                <a16:creationId xmlns:a16="http://schemas.microsoft.com/office/drawing/2014/main" id="{A881A9FA-C027-7F81-04CA-79873DC951AC}"/>
              </a:ext>
            </a:extLst>
          </p:cNvPr>
          <p:cNvSpPr>
            <a:spLocks noChangeArrowheads="1"/>
          </p:cNvSpPr>
          <p:nvPr/>
        </p:nvSpPr>
        <p:spPr bwMode="auto">
          <a:xfrm>
            <a:off x="539750" y="2782888"/>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缓冲寄存器内容入内存</a:t>
            </a:r>
          </a:p>
        </p:txBody>
      </p:sp>
    </p:spTree>
  </p:cSld>
  <p:clrMapOvr>
    <a:masterClrMapping/>
  </p:clrMapOvr>
  <p:transition spd="med">
    <p:random/>
    <p:sndAc>
      <p:stSnd>
        <p:snd r:embed="rId2"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38430BF-B9E9-725A-F466-6CD459A14C12}"/>
              </a:ext>
            </a:extLst>
          </p:cNvPr>
          <p:cNvSpPr>
            <a:spLocks noGrp="1"/>
          </p:cNvSpPr>
          <p:nvPr>
            <p:ph type="dt" sz="quarter" idx="10"/>
          </p:nvPr>
        </p:nvSpPr>
        <p:spPr/>
        <p:txBody>
          <a:bodyPr/>
          <a:lstStyle/>
          <a:p>
            <a:pPr>
              <a:defRPr/>
            </a:pPr>
            <a:r>
              <a:rPr lang="zh-CN" altLang="zh-CN"/>
              <a:t>2009-4-7</a:t>
            </a:r>
          </a:p>
        </p:txBody>
      </p:sp>
      <p:sp>
        <p:nvSpPr>
          <p:cNvPr id="6" name="灯片编号占位符 5">
            <a:extLst>
              <a:ext uri="{FF2B5EF4-FFF2-40B4-BE49-F238E27FC236}">
                <a16:creationId xmlns:a16="http://schemas.microsoft.com/office/drawing/2014/main" id="{C72EFE9B-BFBA-5031-1777-70E95A8CA23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523AEB4-29F5-C34F-9975-9E5744DC14D2}" type="slidenum">
              <a:rPr lang="en-US" altLang="zh-CN">
                <a:latin typeface="Arial" panose="020B0604020202020204" pitchFamily="34" charset="0"/>
              </a:rPr>
              <a:pPr/>
              <a:t>28</a:t>
            </a:fld>
            <a:endParaRPr lang="en-US" altLang="zh-CN">
              <a:latin typeface="Arial" panose="020B0604020202020204" pitchFamily="34" charset="0"/>
            </a:endParaRPr>
          </a:p>
        </p:txBody>
      </p:sp>
      <p:sp>
        <p:nvSpPr>
          <p:cNvPr id="595970" name="Rectangle 2">
            <a:extLst>
              <a:ext uri="{FF2B5EF4-FFF2-40B4-BE49-F238E27FC236}">
                <a16:creationId xmlns:a16="http://schemas.microsoft.com/office/drawing/2014/main" id="{072E021D-0036-F1A1-FFD9-9C5A7B021976}"/>
              </a:ext>
            </a:extLst>
          </p:cNvPr>
          <p:cNvSpPr>
            <a:spLocks noGrp="1" noRot="1" noChangeArrowheads="1"/>
          </p:cNvSpPr>
          <p:nvPr>
            <p:ph type="title"/>
          </p:nvPr>
        </p:nvSpPr>
        <p:spPr>
          <a:xfrm>
            <a:off x="1476375" y="260350"/>
            <a:ext cx="7210425" cy="1127125"/>
          </a:xfrm>
        </p:spPr>
        <p:txBody>
          <a:bodyPr/>
          <a:lstStyle/>
          <a:p>
            <a:pPr eaLnBrk="1" hangingPunct="1"/>
            <a:r>
              <a:rPr lang="en-US" altLang="zh-CN" sz="4000"/>
              <a:t>DMA</a:t>
            </a:r>
            <a:r>
              <a:rPr lang="zh-CN" altLang="en-US" sz="4000"/>
              <a:t>方式与中断控制方式的主要区别</a:t>
            </a:r>
          </a:p>
        </p:txBody>
      </p:sp>
      <p:sp>
        <p:nvSpPr>
          <p:cNvPr id="595971" name="Rectangle 3">
            <a:extLst>
              <a:ext uri="{FF2B5EF4-FFF2-40B4-BE49-F238E27FC236}">
                <a16:creationId xmlns:a16="http://schemas.microsoft.com/office/drawing/2014/main" id="{9A107296-C3F4-EA20-4862-DCA494C06C53}"/>
              </a:ext>
            </a:extLst>
          </p:cNvPr>
          <p:cNvSpPr>
            <a:spLocks noGrp="1" noRot="1" noChangeArrowheads="1"/>
          </p:cNvSpPr>
          <p:nvPr>
            <p:ph type="body" idx="1"/>
          </p:nvPr>
        </p:nvSpPr>
        <p:spPr/>
        <p:txBody>
          <a:bodyPr/>
          <a:lstStyle/>
          <a:p>
            <a:pPr eaLnBrk="1" hangingPunct="1"/>
            <a:r>
              <a:rPr lang="zh-CN" altLang="en-US"/>
              <a:t>中断方式是在数据缓冲寄存器满之后发中断要求</a:t>
            </a:r>
            <a:r>
              <a:rPr lang="en-US" altLang="zh-CN"/>
              <a:t>CPU</a:t>
            </a:r>
            <a:r>
              <a:rPr lang="zh-CN" altLang="en-US"/>
              <a:t>进行中断处理，而</a:t>
            </a:r>
            <a:r>
              <a:rPr lang="en-US" altLang="zh-CN"/>
              <a:t>DMA</a:t>
            </a:r>
            <a:r>
              <a:rPr lang="zh-CN" altLang="en-US"/>
              <a:t>方式则是在所要求传送的数据块全部传送结束时要求</a:t>
            </a:r>
            <a:r>
              <a:rPr lang="en-US" altLang="zh-CN"/>
              <a:t>CPU</a:t>
            </a:r>
            <a:r>
              <a:rPr lang="zh-CN" altLang="en-US"/>
              <a:t>进行中断处理。</a:t>
            </a:r>
          </a:p>
          <a:p>
            <a:pPr eaLnBrk="1" hangingPunct="1"/>
            <a:r>
              <a:rPr lang="zh-CN" altLang="en-US"/>
              <a:t>中断方式的数据传送是在中断处理时由</a:t>
            </a:r>
            <a:r>
              <a:rPr lang="en-US" altLang="zh-CN"/>
              <a:t>CPU</a:t>
            </a:r>
            <a:r>
              <a:rPr lang="zh-CN" altLang="en-US"/>
              <a:t>控制完成，而</a:t>
            </a:r>
            <a:r>
              <a:rPr lang="en-US" altLang="zh-CN"/>
              <a:t>DMA</a:t>
            </a:r>
            <a:r>
              <a:rPr lang="zh-CN" altLang="en-US"/>
              <a:t>方式是在</a:t>
            </a:r>
            <a:r>
              <a:rPr lang="en-US" altLang="zh-CN"/>
              <a:t>DMA</a:t>
            </a:r>
            <a:r>
              <a:rPr lang="zh-CN" altLang="en-US"/>
              <a:t>控制器的控制下不经过</a:t>
            </a:r>
            <a:r>
              <a:rPr lang="en-US" altLang="zh-CN"/>
              <a:t>CPU</a:t>
            </a:r>
            <a:r>
              <a:rPr lang="zh-CN" altLang="en-US"/>
              <a:t>控制完成的。</a:t>
            </a:r>
          </a:p>
        </p:txBody>
      </p:sp>
    </p:spTree>
  </p:cSld>
  <p:clrMapOvr>
    <a:masterClrMapping/>
  </p:clrMapOvr>
  <p:transition spd="med">
    <p:random/>
    <p:sndAc>
      <p:stSnd>
        <p:snd r:embed="rId2"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231ACDD-AAA3-BF60-7D1B-7ABFE6F0AE6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BFE26EC-B119-EF4B-8B21-0E5394F05CF7}" type="slidenum">
              <a:rPr lang="en-US" altLang="zh-CN">
                <a:latin typeface="Arial" panose="020B0604020202020204" pitchFamily="34" charset="0"/>
              </a:rPr>
              <a:pPr/>
              <a:t>29</a:t>
            </a:fld>
            <a:endParaRPr lang="en-US" altLang="zh-CN">
              <a:latin typeface="Arial" panose="020B0604020202020204" pitchFamily="34" charset="0"/>
            </a:endParaRPr>
          </a:p>
        </p:txBody>
      </p:sp>
      <p:sp>
        <p:nvSpPr>
          <p:cNvPr id="596994" name="Rectangle 2">
            <a:extLst>
              <a:ext uri="{FF2B5EF4-FFF2-40B4-BE49-F238E27FC236}">
                <a16:creationId xmlns:a16="http://schemas.microsoft.com/office/drawing/2014/main" id="{A984F318-83C5-7BFD-5E72-EBFCF8A9E4F1}"/>
              </a:ext>
            </a:extLst>
          </p:cNvPr>
          <p:cNvSpPr>
            <a:spLocks noGrp="1" noRot="1" noChangeArrowheads="1"/>
          </p:cNvSpPr>
          <p:nvPr>
            <p:ph type="title"/>
          </p:nvPr>
        </p:nvSpPr>
        <p:spPr/>
        <p:txBody>
          <a:bodyPr/>
          <a:lstStyle/>
          <a:p>
            <a:pPr eaLnBrk="1" hangingPunct="1">
              <a:defRPr/>
            </a:pPr>
            <a:r>
              <a:rPr lang="en-US" altLang="zh-CN"/>
              <a:t>DMA</a:t>
            </a:r>
            <a:r>
              <a:rPr lang="zh-CN" altLang="en-US"/>
              <a:t>方式的特点</a:t>
            </a:r>
          </a:p>
        </p:txBody>
      </p:sp>
      <p:sp>
        <p:nvSpPr>
          <p:cNvPr id="596995" name="Rectangle 3">
            <a:extLst>
              <a:ext uri="{FF2B5EF4-FFF2-40B4-BE49-F238E27FC236}">
                <a16:creationId xmlns:a16="http://schemas.microsoft.com/office/drawing/2014/main" id="{FCD2EE04-12C7-F89F-7F84-37EC7B93DC15}"/>
              </a:ext>
            </a:extLst>
          </p:cNvPr>
          <p:cNvSpPr>
            <a:spLocks noGrp="1" noRot="1" noChangeArrowheads="1"/>
          </p:cNvSpPr>
          <p:nvPr>
            <p:ph type="body" idx="1"/>
          </p:nvPr>
        </p:nvSpPr>
        <p:spPr>
          <a:xfrm>
            <a:off x="457200" y="1905000"/>
            <a:ext cx="8507413" cy="4114800"/>
          </a:xfrm>
        </p:spPr>
        <p:txBody>
          <a:bodyPr/>
          <a:lstStyle/>
          <a:p>
            <a:pPr eaLnBrk="1" hangingPunct="1"/>
            <a:r>
              <a:rPr lang="zh-CN" altLang="en-US" sz="2800"/>
              <a:t>优点：</a:t>
            </a:r>
          </a:p>
          <a:p>
            <a:pPr lvl="1" eaLnBrk="1" hangingPunct="1"/>
            <a:r>
              <a:rPr lang="zh-CN" altLang="en-US" sz="2400"/>
              <a:t>大大提高了</a:t>
            </a:r>
            <a:r>
              <a:rPr lang="en-US" altLang="zh-CN" sz="2400"/>
              <a:t>CPU</a:t>
            </a:r>
            <a:r>
              <a:rPr lang="zh-CN" altLang="en-US" sz="2400"/>
              <a:t>利用率</a:t>
            </a:r>
          </a:p>
          <a:p>
            <a:pPr lvl="1" eaLnBrk="1" hangingPunct="1"/>
            <a:r>
              <a:rPr lang="zh-CN" altLang="en-US" sz="2400"/>
              <a:t>不会造成大量外设并发操作时</a:t>
            </a:r>
            <a:r>
              <a:rPr lang="en-US" altLang="zh-CN" sz="2400"/>
              <a:t>CPU</a:t>
            </a:r>
            <a:r>
              <a:rPr lang="zh-CN" altLang="en-US" sz="2400"/>
              <a:t>来不及处理或外设与</a:t>
            </a:r>
            <a:r>
              <a:rPr lang="en-US" altLang="zh-CN" sz="2400"/>
              <a:t>CPU</a:t>
            </a:r>
            <a:r>
              <a:rPr lang="zh-CN" altLang="en-US" sz="2400"/>
              <a:t>速度不匹配带来的数据丢失问题。</a:t>
            </a:r>
          </a:p>
          <a:p>
            <a:pPr eaLnBrk="1" hangingPunct="1"/>
            <a:r>
              <a:rPr lang="zh-CN" altLang="en-US" sz="2800"/>
              <a:t>局限性：</a:t>
            </a:r>
          </a:p>
          <a:p>
            <a:pPr lvl="1" eaLnBrk="1" hangingPunct="1"/>
            <a:r>
              <a:rPr lang="en-US" altLang="zh-CN" sz="2400"/>
              <a:t>DMA</a:t>
            </a:r>
            <a:r>
              <a:rPr lang="zh-CN" altLang="en-US" sz="2400"/>
              <a:t>方式对外设的管理和某些操作仍由</a:t>
            </a:r>
            <a:r>
              <a:rPr lang="en-US" altLang="zh-CN" sz="2400"/>
              <a:t>CPU</a:t>
            </a:r>
            <a:r>
              <a:rPr lang="zh-CN" altLang="en-US" sz="2400"/>
              <a:t>控制。</a:t>
            </a:r>
          </a:p>
          <a:p>
            <a:pPr lvl="1" eaLnBrk="1" hangingPunct="1"/>
            <a:r>
              <a:rPr lang="zh-CN" altLang="en-US" sz="2400"/>
              <a:t>多个</a:t>
            </a:r>
            <a:r>
              <a:rPr lang="en-US" altLang="zh-CN" sz="2400"/>
              <a:t>DMA</a:t>
            </a:r>
            <a:r>
              <a:rPr lang="zh-CN" altLang="en-US" sz="2400"/>
              <a:t>控制器的同时使用会引起内存地址的冲突并使控制过程进一步复杂化。</a:t>
            </a:r>
          </a:p>
          <a:p>
            <a:pPr lvl="1" eaLnBrk="1" hangingPunct="1"/>
            <a:r>
              <a:rPr lang="zh-CN" altLang="en-US" sz="2400"/>
              <a:t>多个</a:t>
            </a:r>
            <a:r>
              <a:rPr lang="en-US" altLang="zh-CN" sz="2400"/>
              <a:t>DMA</a:t>
            </a:r>
            <a:r>
              <a:rPr lang="zh-CN" altLang="en-US" sz="2400"/>
              <a:t>控制器同时使用不够经济。</a:t>
            </a:r>
          </a:p>
          <a:p>
            <a:pPr eaLnBrk="1" hangingPunct="1"/>
            <a:endParaRPr lang="en-US" altLang="zh-CN" sz="2800"/>
          </a:p>
        </p:txBody>
      </p:sp>
    </p:spTree>
  </p:cSld>
  <p:clrMapOvr>
    <a:masterClrMapping/>
  </p:clrMapOvr>
  <p:transition spd="med">
    <p:random/>
    <p:sndAc>
      <p:stSnd>
        <p:snd r:embed="rId2"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0890728-9BD8-D8E5-2253-717ED5CD92CC}"/>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11FFA2C-68BD-E343-B88F-2E1252CB8966}" type="slidenum">
              <a:rPr lang="en-US" altLang="zh-CN">
                <a:latin typeface="Arial" panose="020B0604020202020204" pitchFamily="34" charset="0"/>
              </a:rPr>
              <a:pPr/>
              <a:t>30</a:t>
            </a:fld>
            <a:endParaRPr lang="en-US" altLang="zh-CN">
              <a:latin typeface="Arial" panose="020B0604020202020204" pitchFamily="34" charset="0"/>
            </a:endParaRPr>
          </a:p>
        </p:txBody>
      </p:sp>
      <p:sp>
        <p:nvSpPr>
          <p:cNvPr id="598018" name="Rectangle 2">
            <a:extLst>
              <a:ext uri="{FF2B5EF4-FFF2-40B4-BE49-F238E27FC236}">
                <a16:creationId xmlns:a16="http://schemas.microsoft.com/office/drawing/2014/main" id="{86D8AC47-72F8-1ACF-8877-59621EA07B41}"/>
              </a:ext>
            </a:extLst>
          </p:cNvPr>
          <p:cNvSpPr>
            <a:spLocks noGrp="1" noRot="1" noChangeArrowheads="1"/>
          </p:cNvSpPr>
          <p:nvPr>
            <p:ph type="title"/>
          </p:nvPr>
        </p:nvSpPr>
        <p:spPr/>
        <p:txBody>
          <a:bodyPr/>
          <a:lstStyle/>
          <a:p>
            <a:pPr eaLnBrk="1" hangingPunct="1">
              <a:defRPr/>
            </a:pPr>
            <a:r>
              <a:rPr lang="en-US" altLang="zh-CN" dirty="0"/>
              <a:t>6.2.4 </a:t>
            </a:r>
            <a:r>
              <a:rPr lang="zh-CN" altLang="en-US" dirty="0"/>
              <a:t>通道控制方式</a:t>
            </a:r>
          </a:p>
        </p:txBody>
      </p:sp>
      <p:sp>
        <p:nvSpPr>
          <p:cNvPr id="598019" name="Rectangle 3">
            <a:extLst>
              <a:ext uri="{FF2B5EF4-FFF2-40B4-BE49-F238E27FC236}">
                <a16:creationId xmlns:a16="http://schemas.microsoft.com/office/drawing/2014/main" id="{0EDB9BF9-FE60-FC47-2B29-B0C7D52CC5DD}"/>
              </a:ext>
            </a:extLst>
          </p:cNvPr>
          <p:cNvSpPr>
            <a:spLocks noGrp="1" noRot="1" noChangeArrowheads="1"/>
          </p:cNvSpPr>
          <p:nvPr>
            <p:ph type="body" idx="1"/>
          </p:nvPr>
        </p:nvSpPr>
        <p:spPr>
          <a:xfrm>
            <a:off x="457200" y="1905000"/>
            <a:ext cx="8229600" cy="4332288"/>
          </a:xfrm>
        </p:spPr>
        <p:txBody>
          <a:bodyPr/>
          <a:lstStyle/>
          <a:p>
            <a:pPr eaLnBrk="1" hangingPunct="1">
              <a:lnSpc>
                <a:spcPct val="90000"/>
              </a:lnSpc>
            </a:pPr>
            <a:r>
              <a:rPr lang="zh-CN" altLang="en-US" sz="2800"/>
              <a:t>通道控制方式与</a:t>
            </a:r>
            <a:r>
              <a:rPr lang="en-US" altLang="zh-CN" sz="2800"/>
              <a:t>DMA</a:t>
            </a:r>
            <a:r>
              <a:rPr lang="zh-CN" altLang="en-US" sz="2800"/>
              <a:t>方式相类似，也是一种以内存为中心，实现设备和内存直接交换数据的控制方式。</a:t>
            </a:r>
          </a:p>
          <a:p>
            <a:pPr eaLnBrk="1" hangingPunct="1">
              <a:lnSpc>
                <a:spcPct val="90000"/>
              </a:lnSpc>
            </a:pPr>
            <a:r>
              <a:rPr lang="zh-CN" altLang="en-US" sz="2800"/>
              <a:t>与</a:t>
            </a:r>
            <a:r>
              <a:rPr lang="en-US" altLang="zh-CN" sz="2800"/>
              <a:t>DMA</a:t>
            </a:r>
            <a:r>
              <a:rPr lang="zh-CN" altLang="en-US" sz="2800"/>
              <a:t>方式的不同点：</a:t>
            </a:r>
          </a:p>
          <a:p>
            <a:pPr lvl="1" eaLnBrk="1" hangingPunct="1">
              <a:lnSpc>
                <a:spcPct val="90000"/>
              </a:lnSpc>
            </a:pPr>
            <a:r>
              <a:rPr lang="zh-CN" altLang="en-US" sz="2400"/>
              <a:t>在</a:t>
            </a:r>
            <a:r>
              <a:rPr lang="en-US" altLang="zh-CN" sz="2400"/>
              <a:t>DMA</a:t>
            </a:r>
            <a:r>
              <a:rPr lang="zh-CN" altLang="en-US" sz="2400"/>
              <a:t>方式中，数据的传送方向、存放数据的内存始址及传送数据块的长度均由</a:t>
            </a:r>
            <a:r>
              <a:rPr lang="en-US" altLang="zh-CN" sz="2400"/>
              <a:t>CPU</a:t>
            </a:r>
            <a:r>
              <a:rPr lang="zh-CN" altLang="en-US" sz="2400"/>
              <a:t>控制，而在通道方式中，这些都由通道来控制。</a:t>
            </a:r>
          </a:p>
          <a:p>
            <a:pPr lvl="1" eaLnBrk="1" hangingPunct="1">
              <a:lnSpc>
                <a:spcPct val="90000"/>
              </a:lnSpc>
            </a:pPr>
            <a:r>
              <a:rPr lang="en-US" altLang="zh-CN" sz="2400"/>
              <a:t>DMA</a:t>
            </a:r>
            <a:r>
              <a:rPr lang="zh-CN" altLang="en-US" sz="2400"/>
              <a:t>方式下，每台设备至少一个</a:t>
            </a:r>
            <a:r>
              <a:rPr lang="en-US" altLang="zh-CN" sz="2400"/>
              <a:t>DMA</a:t>
            </a:r>
            <a:r>
              <a:rPr lang="zh-CN" altLang="en-US" sz="2400"/>
              <a:t>控制器，而通道方式下，一个通道控制多台设备与内存进行数据交换，从而通道方式进一步减轻了</a:t>
            </a:r>
            <a:r>
              <a:rPr lang="en-US" altLang="zh-CN" sz="2400"/>
              <a:t>CPU</a:t>
            </a:r>
            <a:r>
              <a:rPr lang="zh-CN" altLang="en-US" sz="2400"/>
              <a:t>的压力，提高了计算机系统操作的并行度。</a:t>
            </a:r>
          </a:p>
        </p:txBody>
      </p:sp>
    </p:spTree>
  </p:cSld>
  <p:clrMapOvr>
    <a:masterClrMapping/>
  </p:clrMapOvr>
  <p:transition spd="med">
    <p:random/>
    <p:sndAc>
      <p:stSnd>
        <p:snd r:embed="rId2"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355F094-634C-7EC1-37F5-07DE17D4E316}"/>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F37D0C7-0F49-5B4E-9069-1E519718EF7A}" type="slidenum">
              <a:rPr lang="en-US" altLang="zh-CN">
                <a:latin typeface="Arial" panose="020B0604020202020204" pitchFamily="34" charset="0"/>
              </a:rPr>
              <a:pPr/>
              <a:t>31</a:t>
            </a:fld>
            <a:endParaRPr lang="en-US" altLang="zh-CN">
              <a:latin typeface="Arial" panose="020B0604020202020204" pitchFamily="34" charset="0"/>
            </a:endParaRPr>
          </a:p>
        </p:txBody>
      </p:sp>
      <p:sp>
        <p:nvSpPr>
          <p:cNvPr id="599042" name="Rectangle 2">
            <a:extLst>
              <a:ext uri="{FF2B5EF4-FFF2-40B4-BE49-F238E27FC236}">
                <a16:creationId xmlns:a16="http://schemas.microsoft.com/office/drawing/2014/main" id="{44F8A9E5-4700-EAC6-EF0C-8D1029FE140A}"/>
              </a:ext>
            </a:extLst>
          </p:cNvPr>
          <p:cNvSpPr>
            <a:spLocks noGrp="1" noRot="1" noChangeArrowheads="1"/>
          </p:cNvSpPr>
          <p:nvPr>
            <p:ph type="title"/>
          </p:nvPr>
        </p:nvSpPr>
        <p:spPr/>
        <p:txBody>
          <a:bodyPr/>
          <a:lstStyle/>
          <a:p>
            <a:pPr eaLnBrk="1" hangingPunct="1"/>
            <a:r>
              <a:rPr lang="zh-CN" altLang="en-US"/>
              <a:t>通道的定义</a:t>
            </a:r>
          </a:p>
        </p:txBody>
      </p:sp>
      <p:sp>
        <p:nvSpPr>
          <p:cNvPr id="599043" name="Rectangle 3">
            <a:extLst>
              <a:ext uri="{FF2B5EF4-FFF2-40B4-BE49-F238E27FC236}">
                <a16:creationId xmlns:a16="http://schemas.microsoft.com/office/drawing/2014/main" id="{17F84AAC-231F-63F6-AD65-97E08603439E}"/>
              </a:ext>
            </a:extLst>
          </p:cNvPr>
          <p:cNvSpPr>
            <a:spLocks noGrp="1" noRot="1" noChangeArrowheads="1"/>
          </p:cNvSpPr>
          <p:nvPr>
            <p:ph type="body" idx="1"/>
          </p:nvPr>
        </p:nvSpPr>
        <p:spPr/>
        <p:txBody>
          <a:bodyPr/>
          <a:lstStyle/>
          <a:p>
            <a:pPr eaLnBrk="1" hangingPunct="1"/>
            <a:r>
              <a:rPr lang="zh-CN" altLang="en-US"/>
              <a:t>通道是一个独立于</a:t>
            </a:r>
            <a:r>
              <a:rPr lang="en-US" altLang="zh-CN"/>
              <a:t>CPU</a:t>
            </a:r>
            <a:r>
              <a:rPr lang="zh-CN" altLang="en-US"/>
              <a:t>的专管</a:t>
            </a:r>
            <a:r>
              <a:rPr lang="en-US" altLang="zh-CN"/>
              <a:t>I/O</a:t>
            </a:r>
            <a:r>
              <a:rPr lang="zh-CN" altLang="en-US"/>
              <a:t>控制的</a:t>
            </a:r>
            <a:r>
              <a:rPr lang="zh-CN" altLang="en-US">
                <a:solidFill>
                  <a:srgbClr val="CC0066"/>
                </a:solidFill>
              </a:rPr>
              <a:t>处理机</a:t>
            </a:r>
            <a:r>
              <a:rPr lang="zh-CN" altLang="en-US"/>
              <a:t>，它控制设备与内存直接进行数据交换。</a:t>
            </a:r>
          </a:p>
          <a:p>
            <a:pPr eaLnBrk="1" hangingPunct="1"/>
            <a:r>
              <a:rPr lang="zh-CN" altLang="en-US"/>
              <a:t>通道有自己的通道指令，这些指令受</a:t>
            </a:r>
            <a:r>
              <a:rPr lang="en-US" altLang="zh-CN"/>
              <a:t>CPU</a:t>
            </a:r>
            <a:r>
              <a:rPr lang="zh-CN" altLang="en-US"/>
              <a:t>启动，并在操作结束时向</a:t>
            </a:r>
            <a:r>
              <a:rPr lang="en-US" altLang="zh-CN"/>
              <a:t>CPU</a:t>
            </a:r>
            <a:r>
              <a:rPr lang="zh-CN" altLang="en-US"/>
              <a:t>发出中断信号。</a:t>
            </a:r>
          </a:p>
        </p:txBody>
      </p:sp>
    </p:spTree>
  </p:cSld>
  <p:clrMapOvr>
    <a:masterClrMapping/>
  </p:clrMapOvr>
  <p:transition spd="med">
    <p:random/>
    <p:sndAc>
      <p:stSnd>
        <p:snd r:embed="rId2"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9010A21-5C75-7A86-B440-9672B1238D9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964ABC1-84C5-644A-9B3A-68F55334503F}" type="slidenum">
              <a:rPr lang="en-US" altLang="zh-CN">
                <a:latin typeface="Arial" panose="020B0604020202020204" pitchFamily="34" charset="0"/>
              </a:rPr>
              <a:pPr/>
              <a:t>32</a:t>
            </a:fld>
            <a:endParaRPr lang="en-US" altLang="zh-CN">
              <a:latin typeface="Arial" panose="020B0604020202020204" pitchFamily="34" charset="0"/>
            </a:endParaRPr>
          </a:p>
        </p:txBody>
      </p:sp>
      <p:sp>
        <p:nvSpPr>
          <p:cNvPr id="600066" name="Rectangle 2">
            <a:extLst>
              <a:ext uri="{FF2B5EF4-FFF2-40B4-BE49-F238E27FC236}">
                <a16:creationId xmlns:a16="http://schemas.microsoft.com/office/drawing/2014/main" id="{DA359D5A-AAEF-D8AE-5122-FA235E566544}"/>
              </a:ext>
            </a:extLst>
          </p:cNvPr>
          <p:cNvSpPr>
            <a:spLocks noGrp="1" noRot="1" noChangeArrowheads="1"/>
          </p:cNvSpPr>
          <p:nvPr>
            <p:ph type="title"/>
          </p:nvPr>
        </p:nvSpPr>
        <p:spPr/>
        <p:txBody>
          <a:bodyPr/>
          <a:lstStyle/>
          <a:p>
            <a:pPr eaLnBrk="1" hangingPunct="1">
              <a:defRPr/>
            </a:pPr>
            <a:r>
              <a:rPr lang="zh-CN" altLang="en-US"/>
              <a:t>通道方式的基本思想</a:t>
            </a:r>
          </a:p>
        </p:txBody>
      </p:sp>
      <p:sp>
        <p:nvSpPr>
          <p:cNvPr id="600067" name="Rectangle 3">
            <a:extLst>
              <a:ext uri="{FF2B5EF4-FFF2-40B4-BE49-F238E27FC236}">
                <a16:creationId xmlns:a16="http://schemas.microsoft.com/office/drawing/2014/main" id="{2DE16522-1C5E-E58A-8081-7BBA2BCD68FE}"/>
              </a:ext>
            </a:extLst>
          </p:cNvPr>
          <p:cNvSpPr>
            <a:spLocks noGrp="1" noRot="1" noChangeArrowheads="1"/>
          </p:cNvSpPr>
          <p:nvPr>
            <p:ph type="body" idx="1"/>
          </p:nvPr>
        </p:nvSpPr>
        <p:spPr/>
        <p:txBody>
          <a:bodyPr/>
          <a:lstStyle/>
          <a:p>
            <a:pPr eaLnBrk="1" hangingPunct="1"/>
            <a:r>
              <a:rPr lang="zh-CN" altLang="en-US"/>
              <a:t>在通道方式中，</a:t>
            </a:r>
            <a:r>
              <a:rPr lang="en-US" altLang="zh-CN"/>
              <a:t>I/O</a:t>
            </a:r>
            <a:r>
              <a:rPr lang="zh-CN" altLang="en-US"/>
              <a:t>控制器中没有传送字节计数器和内存地址寄存器；但多了通道设备控制器和指令执行机构。</a:t>
            </a:r>
          </a:p>
          <a:p>
            <a:pPr eaLnBrk="1" hangingPunct="1"/>
            <a:r>
              <a:rPr lang="zh-CN" altLang="en-US"/>
              <a:t>在通道方式下，</a:t>
            </a:r>
            <a:r>
              <a:rPr lang="en-US" altLang="zh-CN"/>
              <a:t>CPU</a:t>
            </a:r>
            <a:r>
              <a:rPr lang="zh-CN" altLang="en-US"/>
              <a:t>只需发出启动指令，指出相应的操作和</a:t>
            </a:r>
            <a:r>
              <a:rPr lang="en-US" altLang="zh-CN"/>
              <a:t>I/O</a:t>
            </a:r>
            <a:r>
              <a:rPr lang="zh-CN" altLang="en-US"/>
              <a:t>设备，该指令就可启动通道并使该通道从内存中调出相应的通道指令执行。</a:t>
            </a:r>
          </a:p>
        </p:txBody>
      </p:sp>
    </p:spTree>
  </p:cSld>
  <p:clrMapOvr>
    <a:masterClrMapping/>
  </p:clrMapOvr>
  <p:transition spd="med">
    <p:random/>
    <p:sndAc>
      <p:stSnd>
        <p:snd r:embed="rId2"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11FCE99-1671-805F-893A-02F3E239F9A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5E7CADE-AF2E-9F4C-99A3-93862B724E64}" type="slidenum">
              <a:rPr lang="en-US" altLang="zh-CN">
                <a:latin typeface="Arial" panose="020B0604020202020204" pitchFamily="34" charset="0"/>
              </a:rPr>
              <a:pPr/>
              <a:t>33</a:t>
            </a:fld>
            <a:endParaRPr lang="en-US" altLang="zh-CN">
              <a:latin typeface="Arial" panose="020B0604020202020204" pitchFamily="34" charset="0"/>
            </a:endParaRPr>
          </a:p>
        </p:txBody>
      </p:sp>
      <p:sp>
        <p:nvSpPr>
          <p:cNvPr id="601090" name="Rectangle 2">
            <a:extLst>
              <a:ext uri="{FF2B5EF4-FFF2-40B4-BE49-F238E27FC236}">
                <a16:creationId xmlns:a16="http://schemas.microsoft.com/office/drawing/2014/main" id="{1C43EC6D-9342-43D7-6F4A-0DB5FE03F3D2}"/>
              </a:ext>
            </a:extLst>
          </p:cNvPr>
          <p:cNvSpPr>
            <a:spLocks noGrp="1" noRot="1" noChangeArrowheads="1"/>
          </p:cNvSpPr>
          <p:nvPr>
            <p:ph type="title"/>
          </p:nvPr>
        </p:nvSpPr>
        <p:spPr/>
        <p:txBody>
          <a:bodyPr/>
          <a:lstStyle/>
          <a:p>
            <a:pPr eaLnBrk="1" hangingPunct="1">
              <a:defRPr/>
            </a:pPr>
            <a:r>
              <a:rPr lang="zh-CN" altLang="en-US"/>
              <a:t>通道指令</a:t>
            </a:r>
          </a:p>
        </p:txBody>
      </p:sp>
      <p:sp>
        <p:nvSpPr>
          <p:cNvPr id="601091" name="Rectangle 3">
            <a:extLst>
              <a:ext uri="{FF2B5EF4-FFF2-40B4-BE49-F238E27FC236}">
                <a16:creationId xmlns:a16="http://schemas.microsoft.com/office/drawing/2014/main" id="{F4C5E3F1-24AD-AE52-641D-FFD9B0A77AF1}"/>
              </a:ext>
            </a:extLst>
          </p:cNvPr>
          <p:cNvSpPr>
            <a:spLocks noGrp="1" noRot="1" noChangeArrowheads="1"/>
          </p:cNvSpPr>
          <p:nvPr>
            <p:ph type="body" idx="1"/>
          </p:nvPr>
        </p:nvSpPr>
        <p:spPr/>
        <p:txBody>
          <a:bodyPr/>
          <a:lstStyle/>
          <a:p>
            <a:pPr eaLnBrk="1" hangingPunct="1"/>
            <a:r>
              <a:rPr lang="zh-CN" altLang="en-US" sz="2800"/>
              <a:t>通道指令一般包含被交换数据在内存中的位置、传送方向、数据块长度以及被控制的</a:t>
            </a:r>
            <a:r>
              <a:rPr lang="en-US" altLang="zh-CN" sz="2800"/>
              <a:t>I/O</a:t>
            </a:r>
            <a:r>
              <a:rPr lang="zh-CN" altLang="en-US" sz="2800"/>
              <a:t>设备的地址信息、特征信息等。</a:t>
            </a:r>
          </a:p>
          <a:p>
            <a:pPr eaLnBrk="1" hangingPunct="1"/>
            <a:r>
              <a:rPr lang="zh-CN" altLang="en-US" sz="2800"/>
              <a:t>通道指令在通道中没有存储部件时存放在内存中。</a:t>
            </a:r>
          </a:p>
          <a:p>
            <a:pPr eaLnBrk="1" hangingPunct="1"/>
            <a:r>
              <a:rPr lang="zh-CN" altLang="en-US" sz="2800"/>
              <a:t>通道指令的格式一般由操作码、读</a:t>
            </a:r>
            <a:r>
              <a:rPr lang="en-US" altLang="zh-CN" sz="2800"/>
              <a:t>/</a:t>
            </a:r>
            <a:r>
              <a:rPr lang="zh-CN" altLang="en-US" sz="2800"/>
              <a:t>写或控制、计数段以及内存地址段和结束标志组成。</a:t>
            </a:r>
          </a:p>
          <a:p>
            <a:pPr eaLnBrk="1" hangingPunct="1"/>
            <a:r>
              <a:rPr lang="zh-CN" altLang="en-US" sz="2800"/>
              <a:t>通道指令在内存要求数据时由系统自动生成。</a:t>
            </a:r>
          </a:p>
        </p:txBody>
      </p:sp>
    </p:spTree>
  </p:cSld>
  <p:clrMapOvr>
    <a:masterClrMapping/>
  </p:clrMapOvr>
  <p:transition spd="med">
    <p:random/>
    <p:sndAc>
      <p:stSnd>
        <p:snd r:embed="rId2"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015529E-FCE8-C447-0D15-291E5A83357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8F62E894-6E17-DD48-B6F2-28F7D1FE6310}" type="slidenum">
              <a:rPr lang="en-US" altLang="zh-CN">
                <a:latin typeface="Arial" panose="020B0604020202020204" pitchFamily="34" charset="0"/>
              </a:rPr>
              <a:pPr/>
              <a:t>34</a:t>
            </a:fld>
            <a:endParaRPr lang="en-US" altLang="zh-CN">
              <a:latin typeface="Arial" panose="020B0604020202020204" pitchFamily="34" charset="0"/>
            </a:endParaRPr>
          </a:p>
        </p:txBody>
      </p:sp>
      <p:sp>
        <p:nvSpPr>
          <p:cNvPr id="602114" name="Rectangle 2">
            <a:extLst>
              <a:ext uri="{FF2B5EF4-FFF2-40B4-BE49-F238E27FC236}">
                <a16:creationId xmlns:a16="http://schemas.microsoft.com/office/drawing/2014/main" id="{2036B1EA-3117-4468-DB0A-7D49CFE05DAD}"/>
              </a:ext>
            </a:extLst>
          </p:cNvPr>
          <p:cNvSpPr>
            <a:spLocks noGrp="1" noRot="1" noChangeArrowheads="1"/>
          </p:cNvSpPr>
          <p:nvPr>
            <p:ph type="title"/>
          </p:nvPr>
        </p:nvSpPr>
        <p:spPr/>
        <p:txBody>
          <a:bodyPr/>
          <a:lstStyle/>
          <a:p>
            <a:pPr eaLnBrk="1" hangingPunct="1"/>
            <a:r>
              <a:rPr lang="zh-CN" altLang="en-US"/>
              <a:t>通道指令</a:t>
            </a:r>
            <a:r>
              <a:rPr lang="en-US" altLang="zh-CN"/>
              <a:t>—</a:t>
            </a:r>
            <a:r>
              <a:rPr lang="zh-CN" altLang="en-US"/>
              <a:t>举例</a:t>
            </a:r>
          </a:p>
        </p:txBody>
      </p:sp>
      <p:sp>
        <p:nvSpPr>
          <p:cNvPr id="602115" name="Rectangle 3">
            <a:extLst>
              <a:ext uri="{FF2B5EF4-FFF2-40B4-BE49-F238E27FC236}">
                <a16:creationId xmlns:a16="http://schemas.microsoft.com/office/drawing/2014/main" id="{3A8AAC65-E887-3ECD-06A4-A21936B614E7}"/>
              </a:ext>
            </a:extLst>
          </p:cNvPr>
          <p:cNvSpPr>
            <a:spLocks noGrp="1" noRot="1" noChangeArrowheads="1"/>
          </p:cNvSpPr>
          <p:nvPr>
            <p:ph type="body" idx="1"/>
          </p:nvPr>
        </p:nvSpPr>
        <p:spPr/>
        <p:txBody>
          <a:bodyPr/>
          <a:lstStyle/>
          <a:p>
            <a:pPr eaLnBrk="1" hangingPunct="1">
              <a:lnSpc>
                <a:spcPct val="90000"/>
              </a:lnSpc>
              <a:buFont typeface="Wingdings" pitchFamily="2" charset="2"/>
              <a:buNone/>
            </a:pPr>
            <a:r>
              <a:rPr lang="zh-CN" altLang="en-US"/>
              <a:t>例：</a:t>
            </a:r>
            <a:r>
              <a:rPr lang="en-US" altLang="zh-CN"/>
              <a:t>write 0 0 250 1850</a:t>
            </a:r>
          </a:p>
          <a:p>
            <a:pPr eaLnBrk="1" hangingPunct="1">
              <a:lnSpc>
                <a:spcPct val="90000"/>
              </a:lnSpc>
              <a:buFont typeface="Wingdings" pitchFamily="2" charset="2"/>
              <a:buNone/>
            </a:pPr>
            <a:r>
              <a:rPr lang="en-US" altLang="zh-CN"/>
              <a:t>       write 1 1 250 720 </a:t>
            </a:r>
          </a:p>
          <a:p>
            <a:pPr eaLnBrk="1" hangingPunct="1">
              <a:lnSpc>
                <a:spcPct val="90000"/>
              </a:lnSpc>
              <a:buFont typeface="Wingdings" pitchFamily="2" charset="2"/>
              <a:buNone/>
            </a:pPr>
            <a:r>
              <a:rPr lang="zh-CN" altLang="en-US"/>
              <a:t>上面的两条指令把一个记录的</a:t>
            </a:r>
            <a:r>
              <a:rPr lang="en-US" altLang="zh-CN"/>
              <a:t>500</a:t>
            </a:r>
            <a:r>
              <a:rPr lang="zh-CN" altLang="en-US"/>
              <a:t>个字符分别写入从内存地址</a:t>
            </a:r>
            <a:r>
              <a:rPr lang="en-US" altLang="zh-CN"/>
              <a:t>1850</a:t>
            </a:r>
            <a:r>
              <a:rPr lang="zh-CN" altLang="en-US"/>
              <a:t>开始的</a:t>
            </a:r>
            <a:r>
              <a:rPr lang="en-US" altLang="zh-CN"/>
              <a:t>250</a:t>
            </a:r>
            <a:r>
              <a:rPr lang="zh-CN" altLang="en-US"/>
              <a:t>个单元和从内存地址</a:t>
            </a:r>
            <a:r>
              <a:rPr lang="en-US" altLang="zh-CN"/>
              <a:t>720</a:t>
            </a:r>
            <a:r>
              <a:rPr lang="zh-CN" altLang="en-US"/>
              <a:t>开始的</a:t>
            </a:r>
            <a:r>
              <a:rPr lang="en-US" altLang="zh-CN"/>
              <a:t>250</a:t>
            </a:r>
            <a:r>
              <a:rPr lang="zh-CN" altLang="en-US"/>
              <a:t>个单元中。其中假定</a:t>
            </a:r>
            <a:r>
              <a:rPr lang="en-US" altLang="zh-CN"/>
              <a:t>write</a:t>
            </a:r>
            <a:r>
              <a:rPr lang="zh-CN" altLang="en-US"/>
              <a:t>操作码后的</a:t>
            </a:r>
            <a:r>
              <a:rPr lang="zh-CN" altLang="en-US">
                <a:latin typeface="华文中宋" panose="02010600040101010101" pitchFamily="2" charset="-122"/>
              </a:rPr>
              <a:t>“</a:t>
            </a:r>
            <a:r>
              <a:rPr lang="en-US" altLang="zh-CN"/>
              <a:t>1</a:t>
            </a:r>
            <a:r>
              <a:rPr lang="en-US" altLang="zh-CN">
                <a:latin typeface="华文中宋" panose="02010600040101010101" pitchFamily="2" charset="-122"/>
              </a:rPr>
              <a:t>”</a:t>
            </a:r>
            <a:r>
              <a:rPr lang="zh-CN" altLang="en-US"/>
              <a:t>是通道指令结束的标志，另一个</a:t>
            </a:r>
            <a:r>
              <a:rPr lang="zh-CN" altLang="en-US">
                <a:latin typeface="华文中宋" panose="02010600040101010101" pitchFamily="2" charset="-122"/>
              </a:rPr>
              <a:t>“</a:t>
            </a:r>
            <a:r>
              <a:rPr lang="en-US" altLang="zh-CN"/>
              <a:t>1</a:t>
            </a:r>
            <a:r>
              <a:rPr lang="en-US" altLang="zh-CN">
                <a:latin typeface="华文中宋" panose="02010600040101010101" pitchFamily="2" charset="-122"/>
              </a:rPr>
              <a:t>”</a:t>
            </a:r>
            <a:r>
              <a:rPr lang="zh-CN" altLang="en-US"/>
              <a:t>是记录结束的标志。指令中省略了设备号和设备特征。</a:t>
            </a:r>
          </a:p>
        </p:txBody>
      </p:sp>
    </p:spTree>
  </p:cSld>
  <p:clrMapOvr>
    <a:masterClrMapping/>
  </p:clrMapOvr>
  <p:transition spd="med">
    <p:random/>
    <p:sndAc>
      <p:stSnd>
        <p:snd r:embed="rId2"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D71D8A2-82D3-9855-E6ED-96CB8B529B0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F47A614-A28B-5746-A358-F237EFF9B104}" type="slidenum">
              <a:rPr lang="en-US" altLang="zh-CN">
                <a:latin typeface="Arial" panose="020B0604020202020204" pitchFamily="34" charset="0"/>
              </a:rPr>
              <a:pPr/>
              <a:t>35</a:t>
            </a:fld>
            <a:endParaRPr lang="en-US" altLang="zh-CN">
              <a:latin typeface="Arial" panose="020B0604020202020204" pitchFamily="34" charset="0"/>
            </a:endParaRPr>
          </a:p>
        </p:txBody>
      </p:sp>
      <p:sp>
        <p:nvSpPr>
          <p:cNvPr id="603138" name="Rectangle 2">
            <a:extLst>
              <a:ext uri="{FF2B5EF4-FFF2-40B4-BE49-F238E27FC236}">
                <a16:creationId xmlns:a16="http://schemas.microsoft.com/office/drawing/2014/main" id="{D9D91977-CA5F-35A6-D962-6EABDE6721B5}"/>
              </a:ext>
            </a:extLst>
          </p:cNvPr>
          <p:cNvSpPr>
            <a:spLocks noGrp="1" noRot="1" noChangeArrowheads="1"/>
          </p:cNvSpPr>
          <p:nvPr>
            <p:ph type="title"/>
          </p:nvPr>
        </p:nvSpPr>
        <p:spPr/>
        <p:txBody>
          <a:bodyPr/>
          <a:lstStyle/>
          <a:p>
            <a:pPr eaLnBrk="1" hangingPunct="1"/>
            <a:r>
              <a:rPr lang="zh-CN" altLang="en-US"/>
              <a:t>通道的类型</a:t>
            </a:r>
          </a:p>
        </p:txBody>
      </p:sp>
      <p:sp>
        <p:nvSpPr>
          <p:cNvPr id="603139" name="Rectangle 3">
            <a:extLst>
              <a:ext uri="{FF2B5EF4-FFF2-40B4-BE49-F238E27FC236}">
                <a16:creationId xmlns:a16="http://schemas.microsoft.com/office/drawing/2014/main" id="{88D67D91-530D-EACB-4788-B804A261BB61}"/>
              </a:ext>
            </a:extLst>
          </p:cNvPr>
          <p:cNvSpPr>
            <a:spLocks noGrp="1" noRot="1" noChangeArrowheads="1"/>
          </p:cNvSpPr>
          <p:nvPr>
            <p:ph type="body" idx="1"/>
          </p:nvPr>
        </p:nvSpPr>
        <p:spPr>
          <a:xfrm>
            <a:off x="457200" y="1557338"/>
            <a:ext cx="8229600" cy="4967287"/>
          </a:xfrm>
        </p:spPr>
        <p:txBody>
          <a:bodyPr/>
          <a:lstStyle/>
          <a:p>
            <a:pPr eaLnBrk="1" hangingPunct="1">
              <a:lnSpc>
                <a:spcPct val="90000"/>
              </a:lnSpc>
            </a:pPr>
            <a:r>
              <a:rPr lang="zh-CN" altLang="en-US"/>
              <a:t>通道可以以分时方式同时执行几个通道程序。</a:t>
            </a:r>
          </a:p>
          <a:p>
            <a:pPr eaLnBrk="1" hangingPunct="1">
              <a:lnSpc>
                <a:spcPct val="90000"/>
              </a:lnSpc>
            </a:pPr>
            <a:r>
              <a:rPr lang="zh-CN" altLang="en-US"/>
              <a:t>按信息交换方式分为：</a:t>
            </a:r>
          </a:p>
          <a:p>
            <a:pPr lvl="1" eaLnBrk="1" hangingPunct="1">
              <a:lnSpc>
                <a:spcPct val="90000"/>
              </a:lnSpc>
            </a:pPr>
            <a:r>
              <a:rPr lang="zh-CN" altLang="en-US">
                <a:solidFill>
                  <a:schemeClr val="hlink"/>
                </a:solidFill>
              </a:rPr>
              <a:t>字节多路通道：</a:t>
            </a:r>
            <a:r>
              <a:rPr lang="zh-CN" altLang="en-US">
                <a:solidFill>
                  <a:schemeClr val="tx2"/>
                </a:solidFill>
              </a:rPr>
              <a:t>以字节为单位传送数据，主要用来连接大量的低速设备，如终端、打印机</a:t>
            </a:r>
          </a:p>
          <a:p>
            <a:pPr lvl="1" eaLnBrk="1" hangingPunct="1">
              <a:lnSpc>
                <a:spcPct val="90000"/>
              </a:lnSpc>
            </a:pPr>
            <a:r>
              <a:rPr lang="zh-CN" altLang="en-US">
                <a:solidFill>
                  <a:schemeClr val="hlink"/>
                </a:solidFill>
              </a:rPr>
              <a:t>数组多路通道：</a:t>
            </a:r>
            <a:r>
              <a:rPr lang="zh-CN" altLang="en-US">
                <a:solidFill>
                  <a:schemeClr val="tx2"/>
                </a:solidFill>
              </a:rPr>
              <a:t>以块为单位传送数据，具有传送速率高和能分时操作不同设备等优点，主要用来连接中速块设备，如磁带机。</a:t>
            </a:r>
          </a:p>
          <a:p>
            <a:pPr lvl="1" eaLnBrk="1" hangingPunct="1">
              <a:lnSpc>
                <a:spcPct val="90000"/>
              </a:lnSpc>
            </a:pPr>
            <a:r>
              <a:rPr lang="zh-CN" altLang="en-US">
                <a:solidFill>
                  <a:schemeClr val="hlink"/>
                </a:solidFill>
              </a:rPr>
              <a:t>选择通道：</a:t>
            </a:r>
            <a:r>
              <a:rPr lang="zh-CN" altLang="en-US">
                <a:solidFill>
                  <a:schemeClr val="tx2"/>
                </a:solidFill>
              </a:rPr>
              <a:t>一次只能执行一个通道指令程序。传送速度高，常用来连接高速设备，以块为单位成批传送数据，如磁盘机等。</a:t>
            </a:r>
          </a:p>
        </p:txBody>
      </p:sp>
    </p:spTree>
  </p:cSld>
  <p:clrMapOvr>
    <a:masterClrMapping/>
  </p:clrMapOvr>
  <p:transition spd="med">
    <p:random/>
    <p:sndAc>
      <p:stSnd>
        <p:snd r:embed="rId2"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62" name="Rectangle 2">
            <a:extLst>
              <a:ext uri="{FF2B5EF4-FFF2-40B4-BE49-F238E27FC236}">
                <a16:creationId xmlns:a16="http://schemas.microsoft.com/office/drawing/2014/main" id="{D9D87322-AA35-FF87-08E2-DDC6646CA123}"/>
              </a:ext>
            </a:extLst>
          </p:cNvPr>
          <p:cNvSpPr>
            <a:spLocks noGrp="1" noRot="1" noChangeArrowheads="1"/>
          </p:cNvSpPr>
          <p:nvPr>
            <p:ph type="title"/>
          </p:nvPr>
        </p:nvSpPr>
        <p:spPr>
          <a:xfrm>
            <a:off x="1476375" y="188913"/>
            <a:ext cx="7210425" cy="760412"/>
          </a:xfrm>
        </p:spPr>
        <p:txBody>
          <a:bodyPr/>
          <a:lstStyle/>
          <a:p>
            <a:pPr eaLnBrk="1" hangingPunct="1"/>
            <a:r>
              <a:rPr lang="zh-CN" altLang="en-US" sz="4000"/>
              <a:t>通道方式的数据传送结构</a:t>
            </a:r>
          </a:p>
        </p:txBody>
      </p:sp>
      <p:sp>
        <p:nvSpPr>
          <p:cNvPr id="43011" name="Rectangle 3">
            <a:extLst>
              <a:ext uri="{FF2B5EF4-FFF2-40B4-BE49-F238E27FC236}">
                <a16:creationId xmlns:a16="http://schemas.microsoft.com/office/drawing/2014/main" id="{EEF663D0-117F-3632-E057-EF43A521E5FD}"/>
              </a:ext>
            </a:extLst>
          </p:cNvPr>
          <p:cNvSpPr>
            <a:spLocks noChangeArrowheads="1"/>
          </p:cNvSpPr>
          <p:nvPr/>
        </p:nvSpPr>
        <p:spPr bwMode="auto">
          <a:xfrm>
            <a:off x="1908175" y="1125538"/>
            <a:ext cx="1008063"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CPU</a:t>
            </a:r>
          </a:p>
        </p:txBody>
      </p:sp>
      <p:sp>
        <p:nvSpPr>
          <p:cNvPr id="43012" name="Rectangle 4">
            <a:extLst>
              <a:ext uri="{FF2B5EF4-FFF2-40B4-BE49-F238E27FC236}">
                <a16:creationId xmlns:a16="http://schemas.microsoft.com/office/drawing/2014/main" id="{7E2DE1E1-A3D4-506D-D7BE-373DAA7984FC}"/>
              </a:ext>
            </a:extLst>
          </p:cNvPr>
          <p:cNvSpPr>
            <a:spLocks noChangeArrowheads="1"/>
          </p:cNvSpPr>
          <p:nvPr/>
        </p:nvSpPr>
        <p:spPr bwMode="auto">
          <a:xfrm>
            <a:off x="5292725" y="1125538"/>
            <a:ext cx="1008063"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内存</a:t>
            </a:r>
          </a:p>
        </p:txBody>
      </p:sp>
      <p:sp>
        <p:nvSpPr>
          <p:cNvPr id="43013" name="AutoShape 5">
            <a:extLst>
              <a:ext uri="{FF2B5EF4-FFF2-40B4-BE49-F238E27FC236}">
                <a16:creationId xmlns:a16="http://schemas.microsoft.com/office/drawing/2014/main" id="{15959AAB-830E-F8B7-C454-A1D7C81AA975}"/>
              </a:ext>
            </a:extLst>
          </p:cNvPr>
          <p:cNvSpPr>
            <a:spLocks noChangeArrowheads="1"/>
          </p:cNvSpPr>
          <p:nvPr/>
        </p:nvSpPr>
        <p:spPr bwMode="auto">
          <a:xfrm>
            <a:off x="3203575" y="1341438"/>
            <a:ext cx="1800225" cy="215900"/>
          </a:xfrm>
          <a:prstGeom prst="leftRightArrow">
            <a:avLst>
              <a:gd name="adj1" fmla="val 50000"/>
              <a:gd name="adj2" fmla="val 16676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14" name="AutoShape 6">
            <a:extLst>
              <a:ext uri="{FF2B5EF4-FFF2-40B4-BE49-F238E27FC236}">
                <a16:creationId xmlns:a16="http://schemas.microsoft.com/office/drawing/2014/main" id="{81F60F07-4D66-953A-030C-6EFA70470FF6}"/>
              </a:ext>
            </a:extLst>
          </p:cNvPr>
          <p:cNvSpPr>
            <a:spLocks noChangeArrowheads="1"/>
          </p:cNvSpPr>
          <p:nvPr/>
        </p:nvSpPr>
        <p:spPr bwMode="auto">
          <a:xfrm>
            <a:off x="539750" y="2278063"/>
            <a:ext cx="7345363" cy="215900"/>
          </a:xfrm>
          <a:prstGeom prst="leftRightArrow">
            <a:avLst>
              <a:gd name="adj1" fmla="val 50000"/>
              <a:gd name="adj2" fmla="val 68044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15" name="AutoShape 7">
            <a:extLst>
              <a:ext uri="{FF2B5EF4-FFF2-40B4-BE49-F238E27FC236}">
                <a16:creationId xmlns:a16="http://schemas.microsoft.com/office/drawing/2014/main" id="{5FF4DC84-9163-CCB8-E22C-E08E1CBCF951}"/>
              </a:ext>
            </a:extLst>
          </p:cNvPr>
          <p:cNvSpPr>
            <a:spLocks noChangeArrowheads="1"/>
          </p:cNvSpPr>
          <p:nvPr/>
        </p:nvSpPr>
        <p:spPr bwMode="auto">
          <a:xfrm>
            <a:off x="2339975" y="1846263"/>
            <a:ext cx="144463" cy="431800"/>
          </a:xfrm>
          <a:prstGeom prst="upDownArrow">
            <a:avLst>
              <a:gd name="adj1" fmla="val 50000"/>
              <a:gd name="adj2" fmla="val 5978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16" name="AutoShape 8">
            <a:extLst>
              <a:ext uri="{FF2B5EF4-FFF2-40B4-BE49-F238E27FC236}">
                <a16:creationId xmlns:a16="http://schemas.microsoft.com/office/drawing/2014/main" id="{14CFFDB8-AD58-F17F-F367-7EDAFEAB521A}"/>
              </a:ext>
            </a:extLst>
          </p:cNvPr>
          <p:cNvSpPr>
            <a:spLocks noChangeArrowheads="1"/>
          </p:cNvSpPr>
          <p:nvPr/>
        </p:nvSpPr>
        <p:spPr bwMode="auto">
          <a:xfrm>
            <a:off x="5651500" y="1846263"/>
            <a:ext cx="144463" cy="431800"/>
          </a:xfrm>
          <a:prstGeom prst="upDownArrow">
            <a:avLst>
              <a:gd name="adj1" fmla="val 50000"/>
              <a:gd name="adj2" fmla="val 5978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17" name="Rectangle 9">
            <a:extLst>
              <a:ext uri="{FF2B5EF4-FFF2-40B4-BE49-F238E27FC236}">
                <a16:creationId xmlns:a16="http://schemas.microsoft.com/office/drawing/2014/main" id="{C444CBDB-1D9D-5E3C-C4AC-C496734CC4B0}"/>
              </a:ext>
            </a:extLst>
          </p:cNvPr>
          <p:cNvSpPr>
            <a:spLocks noChangeArrowheads="1"/>
          </p:cNvSpPr>
          <p:nvPr/>
        </p:nvSpPr>
        <p:spPr bwMode="auto">
          <a:xfrm>
            <a:off x="1835150" y="2852738"/>
            <a:ext cx="1368425"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字节多路</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通道</a:t>
            </a:r>
          </a:p>
        </p:txBody>
      </p:sp>
      <p:sp>
        <p:nvSpPr>
          <p:cNvPr id="43018" name="Rectangle 10">
            <a:extLst>
              <a:ext uri="{FF2B5EF4-FFF2-40B4-BE49-F238E27FC236}">
                <a16:creationId xmlns:a16="http://schemas.microsoft.com/office/drawing/2014/main" id="{A5DB732E-71CE-CE2A-EDAD-0140D5FA1BA8}"/>
              </a:ext>
            </a:extLst>
          </p:cNvPr>
          <p:cNvSpPr>
            <a:spLocks noChangeArrowheads="1"/>
          </p:cNvSpPr>
          <p:nvPr/>
        </p:nvSpPr>
        <p:spPr bwMode="auto">
          <a:xfrm>
            <a:off x="3563938" y="2852738"/>
            <a:ext cx="1368425"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数组多路</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通道</a:t>
            </a:r>
          </a:p>
        </p:txBody>
      </p:sp>
      <p:sp>
        <p:nvSpPr>
          <p:cNvPr id="43019" name="Rectangle 11">
            <a:extLst>
              <a:ext uri="{FF2B5EF4-FFF2-40B4-BE49-F238E27FC236}">
                <a16:creationId xmlns:a16="http://schemas.microsoft.com/office/drawing/2014/main" id="{D7A87AD0-7B6B-F5C1-D338-B494F1270265}"/>
              </a:ext>
            </a:extLst>
          </p:cNvPr>
          <p:cNvSpPr>
            <a:spLocks noChangeArrowheads="1"/>
          </p:cNvSpPr>
          <p:nvPr/>
        </p:nvSpPr>
        <p:spPr bwMode="auto">
          <a:xfrm>
            <a:off x="5435600" y="2852738"/>
            <a:ext cx="1368425"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选择</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通道</a:t>
            </a:r>
          </a:p>
        </p:txBody>
      </p:sp>
      <p:sp>
        <p:nvSpPr>
          <p:cNvPr id="43020" name="Rectangle 12">
            <a:extLst>
              <a:ext uri="{FF2B5EF4-FFF2-40B4-BE49-F238E27FC236}">
                <a16:creationId xmlns:a16="http://schemas.microsoft.com/office/drawing/2014/main" id="{A27E867A-01A2-A19B-41DE-EAD8C80A6708}"/>
              </a:ext>
            </a:extLst>
          </p:cNvPr>
          <p:cNvSpPr>
            <a:spLocks noChangeArrowheads="1"/>
          </p:cNvSpPr>
          <p:nvPr/>
        </p:nvSpPr>
        <p:spPr bwMode="auto">
          <a:xfrm>
            <a:off x="2987675" y="3573463"/>
            <a:ext cx="71438" cy="28082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21" name="Rectangle 13">
            <a:extLst>
              <a:ext uri="{FF2B5EF4-FFF2-40B4-BE49-F238E27FC236}">
                <a16:creationId xmlns:a16="http://schemas.microsoft.com/office/drawing/2014/main" id="{585588CF-FEBC-EC05-DB4E-538AC0A1F666}"/>
              </a:ext>
            </a:extLst>
          </p:cNvPr>
          <p:cNvSpPr>
            <a:spLocks noChangeArrowheads="1"/>
          </p:cNvSpPr>
          <p:nvPr/>
        </p:nvSpPr>
        <p:spPr bwMode="auto">
          <a:xfrm>
            <a:off x="1331913" y="3644900"/>
            <a:ext cx="1439862"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22" name="Line 14">
            <a:extLst>
              <a:ext uri="{FF2B5EF4-FFF2-40B4-BE49-F238E27FC236}">
                <a16:creationId xmlns:a16="http://schemas.microsoft.com/office/drawing/2014/main" id="{229E1385-6B62-E89A-54E1-98326C28E126}"/>
              </a:ext>
            </a:extLst>
          </p:cNvPr>
          <p:cNvSpPr>
            <a:spLocks noChangeShapeType="1"/>
          </p:cNvSpPr>
          <p:nvPr/>
        </p:nvSpPr>
        <p:spPr bwMode="auto">
          <a:xfrm>
            <a:off x="3636963" y="3860800"/>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3" name="Line 15">
            <a:extLst>
              <a:ext uri="{FF2B5EF4-FFF2-40B4-BE49-F238E27FC236}">
                <a16:creationId xmlns:a16="http://schemas.microsoft.com/office/drawing/2014/main" id="{3FD6D754-875F-A2A8-F2A8-BE84EEEEBC2A}"/>
              </a:ext>
            </a:extLst>
          </p:cNvPr>
          <p:cNvSpPr>
            <a:spLocks noChangeShapeType="1"/>
          </p:cNvSpPr>
          <p:nvPr/>
        </p:nvSpPr>
        <p:spPr bwMode="auto">
          <a:xfrm>
            <a:off x="1116013" y="3860800"/>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4" name="Text Box 16">
            <a:extLst>
              <a:ext uri="{FF2B5EF4-FFF2-40B4-BE49-F238E27FC236}">
                <a16:creationId xmlns:a16="http://schemas.microsoft.com/office/drawing/2014/main" id="{2D97AF49-02C4-1AFB-3102-45265DEA15A6}"/>
              </a:ext>
            </a:extLst>
          </p:cNvPr>
          <p:cNvSpPr txBox="1">
            <a:spLocks noChangeArrowheads="1"/>
          </p:cNvSpPr>
          <p:nvPr/>
        </p:nvSpPr>
        <p:spPr bwMode="auto">
          <a:xfrm>
            <a:off x="360363" y="3644900"/>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终端</a:t>
            </a:r>
          </a:p>
        </p:txBody>
      </p:sp>
      <p:sp>
        <p:nvSpPr>
          <p:cNvPr id="43025" name="Rectangle 17">
            <a:extLst>
              <a:ext uri="{FF2B5EF4-FFF2-40B4-BE49-F238E27FC236}">
                <a16:creationId xmlns:a16="http://schemas.microsoft.com/office/drawing/2014/main" id="{DB11271C-B091-E592-3C4C-D7189838FD70}"/>
              </a:ext>
            </a:extLst>
          </p:cNvPr>
          <p:cNvSpPr>
            <a:spLocks noChangeArrowheads="1"/>
          </p:cNvSpPr>
          <p:nvPr/>
        </p:nvSpPr>
        <p:spPr bwMode="auto">
          <a:xfrm>
            <a:off x="1331913" y="4364038"/>
            <a:ext cx="1439862"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26" name="Line 18">
            <a:extLst>
              <a:ext uri="{FF2B5EF4-FFF2-40B4-BE49-F238E27FC236}">
                <a16:creationId xmlns:a16="http://schemas.microsoft.com/office/drawing/2014/main" id="{70851014-1529-B7C0-90A0-93E7652D4A3D}"/>
              </a:ext>
            </a:extLst>
          </p:cNvPr>
          <p:cNvSpPr>
            <a:spLocks noChangeShapeType="1"/>
          </p:cNvSpPr>
          <p:nvPr/>
        </p:nvSpPr>
        <p:spPr bwMode="auto">
          <a:xfrm>
            <a:off x="3636963" y="4579938"/>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7" name="Line 19">
            <a:extLst>
              <a:ext uri="{FF2B5EF4-FFF2-40B4-BE49-F238E27FC236}">
                <a16:creationId xmlns:a16="http://schemas.microsoft.com/office/drawing/2014/main" id="{F3539AE7-A357-FFD1-A48B-6A558A89169E}"/>
              </a:ext>
            </a:extLst>
          </p:cNvPr>
          <p:cNvSpPr>
            <a:spLocks noChangeShapeType="1"/>
          </p:cNvSpPr>
          <p:nvPr/>
        </p:nvSpPr>
        <p:spPr bwMode="auto">
          <a:xfrm>
            <a:off x="1116013" y="4579938"/>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8" name="Rectangle 20">
            <a:extLst>
              <a:ext uri="{FF2B5EF4-FFF2-40B4-BE49-F238E27FC236}">
                <a16:creationId xmlns:a16="http://schemas.microsoft.com/office/drawing/2014/main" id="{80AA41A9-615E-8F7B-9608-CD9383C0FC37}"/>
              </a:ext>
            </a:extLst>
          </p:cNvPr>
          <p:cNvSpPr>
            <a:spLocks noChangeArrowheads="1"/>
          </p:cNvSpPr>
          <p:nvPr/>
        </p:nvSpPr>
        <p:spPr bwMode="auto">
          <a:xfrm>
            <a:off x="1331913" y="5948363"/>
            <a:ext cx="1439862"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29" name="Line 21">
            <a:extLst>
              <a:ext uri="{FF2B5EF4-FFF2-40B4-BE49-F238E27FC236}">
                <a16:creationId xmlns:a16="http://schemas.microsoft.com/office/drawing/2014/main" id="{FDF74967-B908-3D25-B480-367280D9B565}"/>
              </a:ext>
            </a:extLst>
          </p:cNvPr>
          <p:cNvSpPr>
            <a:spLocks noChangeShapeType="1"/>
          </p:cNvSpPr>
          <p:nvPr/>
        </p:nvSpPr>
        <p:spPr bwMode="auto">
          <a:xfrm>
            <a:off x="3636963" y="6164263"/>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0" name="Line 22">
            <a:extLst>
              <a:ext uri="{FF2B5EF4-FFF2-40B4-BE49-F238E27FC236}">
                <a16:creationId xmlns:a16="http://schemas.microsoft.com/office/drawing/2014/main" id="{307413D6-D1FD-7DAB-DF9B-1993053EC38B}"/>
              </a:ext>
            </a:extLst>
          </p:cNvPr>
          <p:cNvSpPr>
            <a:spLocks noChangeShapeType="1"/>
          </p:cNvSpPr>
          <p:nvPr/>
        </p:nvSpPr>
        <p:spPr bwMode="auto">
          <a:xfrm>
            <a:off x="1116013" y="6164263"/>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1" name="Text Box 23">
            <a:extLst>
              <a:ext uri="{FF2B5EF4-FFF2-40B4-BE49-F238E27FC236}">
                <a16:creationId xmlns:a16="http://schemas.microsoft.com/office/drawing/2014/main" id="{BB78C48E-0194-5283-E063-C054572FF4D7}"/>
              </a:ext>
            </a:extLst>
          </p:cNvPr>
          <p:cNvSpPr txBox="1">
            <a:spLocks noChangeArrowheads="1"/>
          </p:cNvSpPr>
          <p:nvPr/>
        </p:nvSpPr>
        <p:spPr bwMode="auto">
          <a:xfrm>
            <a:off x="360363" y="4340225"/>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终端</a:t>
            </a:r>
          </a:p>
        </p:txBody>
      </p:sp>
      <p:sp>
        <p:nvSpPr>
          <p:cNvPr id="43032" name="Text Box 24">
            <a:extLst>
              <a:ext uri="{FF2B5EF4-FFF2-40B4-BE49-F238E27FC236}">
                <a16:creationId xmlns:a16="http://schemas.microsoft.com/office/drawing/2014/main" id="{918D607B-2726-408B-C55F-76B0B0DA87F7}"/>
              </a:ext>
            </a:extLst>
          </p:cNvPr>
          <p:cNvSpPr txBox="1">
            <a:spLocks noChangeArrowheads="1"/>
          </p:cNvSpPr>
          <p:nvPr/>
        </p:nvSpPr>
        <p:spPr bwMode="auto">
          <a:xfrm>
            <a:off x="360363" y="5924550"/>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终端</a:t>
            </a:r>
          </a:p>
        </p:txBody>
      </p:sp>
      <p:sp>
        <p:nvSpPr>
          <p:cNvPr id="43033" name="Line 25">
            <a:extLst>
              <a:ext uri="{FF2B5EF4-FFF2-40B4-BE49-F238E27FC236}">
                <a16:creationId xmlns:a16="http://schemas.microsoft.com/office/drawing/2014/main" id="{BCF7DF14-8708-5BA2-E6B4-D05BFB5F3E41}"/>
              </a:ext>
            </a:extLst>
          </p:cNvPr>
          <p:cNvSpPr>
            <a:spLocks noChangeShapeType="1"/>
          </p:cNvSpPr>
          <p:nvPr/>
        </p:nvSpPr>
        <p:spPr bwMode="auto">
          <a:xfrm>
            <a:off x="2555875" y="5157788"/>
            <a:ext cx="0" cy="3587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4" name="Rectangle 26">
            <a:extLst>
              <a:ext uri="{FF2B5EF4-FFF2-40B4-BE49-F238E27FC236}">
                <a16:creationId xmlns:a16="http://schemas.microsoft.com/office/drawing/2014/main" id="{C9CA37DA-6C8B-6922-D078-A082D06E7FA9}"/>
              </a:ext>
            </a:extLst>
          </p:cNvPr>
          <p:cNvSpPr>
            <a:spLocks noChangeArrowheads="1"/>
          </p:cNvSpPr>
          <p:nvPr/>
        </p:nvSpPr>
        <p:spPr bwMode="auto">
          <a:xfrm>
            <a:off x="3563938" y="3573463"/>
            <a:ext cx="71437" cy="28082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35" name="Rectangle 27">
            <a:extLst>
              <a:ext uri="{FF2B5EF4-FFF2-40B4-BE49-F238E27FC236}">
                <a16:creationId xmlns:a16="http://schemas.microsoft.com/office/drawing/2014/main" id="{38FA985F-8EB5-CD67-E7C1-042B0504750E}"/>
              </a:ext>
            </a:extLst>
          </p:cNvPr>
          <p:cNvSpPr>
            <a:spLocks noChangeArrowheads="1"/>
          </p:cNvSpPr>
          <p:nvPr/>
        </p:nvSpPr>
        <p:spPr bwMode="auto">
          <a:xfrm>
            <a:off x="3854450" y="3716338"/>
            <a:ext cx="1439863"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36" name="Line 28">
            <a:extLst>
              <a:ext uri="{FF2B5EF4-FFF2-40B4-BE49-F238E27FC236}">
                <a16:creationId xmlns:a16="http://schemas.microsoft.com/office/drawing/2014/main" id="{2E214DAD-77E7-D70D-56E8-4D22FAA832B1}"/>
              </a:ext>
            </a:extLst>
          </p:cNvPr>
          <p:cNvSpPr>
            <a:spLocks noChangeShapeType="1"/>
          </p:cNvSpPr>
          <p:nvPr/>
        </p:nvSpPr>
        <p:spPr bwMode="auto">
          <a:xfrm>
            <a:off x="5292725" y="3933825"/>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7" name="Line 29">
            <a:extLst>
              <a:ext uri="{FF2B5EF4-FFF2-40B4-BE49-F238E27FC236}">
                <a16:creationId xmlns:a16="http://schemas.microsoft.com/office/drawing/2014/main" id="{1074A356-A64A-8C70-9FC7-82769AC84870}"/>
              </a:ext>
            </a:extLst>
          </p:cNvPr>
          <p:cNvSpPr>
            <a:spLocks noChangeShapeType="1"/>
          </p:cNvSpPr>
          <p:nvPr/>
        </p:nvSpPr>
        <p:spPr bwMode="auto">
          <a:xfrm>
            <a:off x="2771775" y="3860800"/>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8" name="Rectangle 30">
            <a:extLst>
              <a:ext uri="{FF2B5EF4-FFF2-40B4-BE49-F238E27FC236}">
                <a16:creationId xmlns:a16="http://schemas.microsoft.com/office/drawing/2014/main" id="{E48BD5F2-CA9C-F106-74EC-69581109F45D}"/>
              </a:ext>
            </a:extLst>
          </p:cNvPr>
          <p:cNvSpPr>
            <a:spLocks noChangeArrowheads="1"/>
          </p:cNvSpPr>
          <p:nvPr/>
        </p:nvSpPr>
        <p:spPr bwMode="auto">
          <a:xfrm>
            <a:off x="3852863" y="4437063"/>
            <a:ext cx="1439862"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39" name="Line 31">
            <a:extLst>
              <a:ext uri="{FF2B5EF4-FFF2-40B4-BE49-F238E27FC236}">
                <a16:creationId xmlns:a16="http://schemas.microsoft.com/office/drawing/2014/main" id="{434EA53C-C7D2-3044-252F-74D4D97B435F}"/>
              </a:ext>
            </a:extLst>
          </p:cNvPr>
          <p:cNvSpPr>
            <a:spLocks noChangeShapeType="1"/>
          </p:cNvSpPr>
          <p:nvPr/>
        </p:nvSpPr>
        <p:spPr bwMode="auto">
          <a:xfrm>
            <a:off x="5292725" y="4652963"/>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0" name="Line 32">
            <a:extLst>
              <a:ext uri="{FF2B5EF4-FFF2-40B4-BE49-F238E27FC236}">
                <a16:creationId xmlns:a16="http://schemas.microsoft.com/office/drawing/2014/main" id="{FEE4688C-A088-AEB1-30C9-07AE70931753}"/>
              </a:ext>
            </a:extLst>
          </p:cNvPr>
          <p:cNvSpPr>
            <a:spLocks noChangeShapeType="1"/>
          </p:cNvSpPr>
          <p:nvPr/>
        </p:nvSpPr>
        <p:spPr bwMode="auto">
          <a:xfrm>
            <a:off x="2771775" y="4579938"/>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1" name="Rectangle 33">
            <a:extLst>
              <a:ext uri="{FF2B5EF4-FFF2-40B4-BE49-F238E27FC236}">
                <a16:creationId xmlns:a16="http://schemas.microsoft.com/office/drawing/2014/main" id="{08ED23F4-336C-01D3-6F43-F700B2606DE5}"/>
              </a:ext>
            </a:extLst>
          </p:cNvPr>
          <p:cNvSpPr>
            <a:spLocks noChangeArrowheads="1"/>
          </p:cNvSpPr>
          <p:nvPr/>
        </p:nvSpPr>
        <p:spPr bwMode="auto">
          <a:xfrm>
            <a:off x="3854450" y="5876925"/>
            <a:ext cx="1439863"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42" name="Line 34">
            <a:extLst>
              <a:ext uri="{FF2B5EF4-FFF2-40B4-BE49-F238E27FC236}">
                <a16:creationId xmlns:a16="http://schemas.microsoft.com/office/drawing/2014/main" id="{69007BCA-849B-1123-0BC9-6736DEDD7FC5}"/>
              </a:ext>
            </a:extLst>
          </p:cNvPr>
          <p:cNvSpPr>
            <a:spLocks noChangeShapeType="1"/>
          </p:cNvSpPr>
          <p:nvPr/>
        </p:nvSpPr>
        <p:spPr bwMode="auto">
          <a:xfrm>
            <a:off x="5292725" y="6165850"/>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3" name="Line 35">
            <a:extLst>
              <a:ext uri="{FF2B5EF4-FFF2-40B4-BE49-F238E27FC236}">
                <a16:creationId xmlns:a16="http://schemas.microsoft.com/office/drawing/2014/main" id="{3BB6A680-0BAB-4118-B8E6-ACF1EF84FAB5}"/>
              </a:ext>
            </a:extLst>
          </p:cNvPr>
          <p:cNvSpPr>
            <a:spLocks noChangeShapeType="1"/>
          </p:cNvSpPr>
          <p:nvPr/>
        </p:nvSpPr>
        <p:spPr bwMode="auto">
          <a:xfrm>
            <a:off x="2771775" y="6164263"/>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4" name="Line 36">
            <a:extLst>
              <a:ext uri="{FF2B5EF4-FFF2-40B4-BE49-F238E27FC236}">
                <a16:creationId xmlns:a16="http://schemas.microsoft.com/office/drawing/2014/main" id="{07B9DE2A-C832-15D9-CF1D-FA84B95A1AA7}"/>
              </a:ext>
            </a:extLst>
          </p:cNvPr>
          <p:cNvSpPr>
            <a:spLocks noChangeShapeType="1"/>
          </p:cNvSpPr>
          <p:nvPr/>
        </p:nvSpPr>
        <p:spPr bwMode="auto">
          <a:xfrm>
            <a:off x="4500563" y="5300663"/>
            <a:ext cx="0" cy="3587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5" name="Text Box 37">
            <a:extLst>
              <a:ext uri="{FF2B5EF4-FFF2-40B4-BE49-F238E27FC236}">
                <a16:creationId xmlns:a16="http://schemas.microsoft.com/office/drawing/2014/main" id="{F78CB299-19B2-4A9C-A9B8-A71185E333A5}"/>
              </a:ext>
            </a:extLst>
          </p:cNvPr>
          <p:cNvSpPr txBox="1">
            <a:spLocks noChangeArrowheads="1"/>
          </p:cNvSpPr>
          <p:nvPr/>
        </p:nvSpPr>
        <p:spPr bwMode="auto">
          <a:xfrm>
            <a:off x="5435600" y="3716338"/>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磁带</a:t>
            </a:r>
          </a:p>
        </p:txBody>
      </p:sp>
      <p:sp>
        <p:nvSpPr>
          <p:cNvPr id="43046" name="Text Box 38">
            <a:extLst>
              <a:ext uri="{FF2B5EF4-FFF2-40B4-BE49-F238E27FC236}">
                <a16:creationId xmlns:a16="http://schemas.microsoft.com/office/drawing/2014/main" id="{CC0B9EBC-AC33-0324-11FA-B2CDDF1828D8}"/>
              </a:ext>
            </a:extLst>
          </p:cNvPr>
          <p:cNvSpPr txBox="1">
            <a:spLocks noChangeArrowheads="1"/>
          </p:cNvSpPr>
          <p:nvPr/>
        </p:nvSpPr>
        <p:spPr bwMode="auto">
          <a:xfrm>
            <a:off x="5435600" y="4411663"/>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磁带</a:t>
            </a:r>
          </a:p>
        </p:txBody>
      </p:sp>
      <p:sp>
        <p:nvSpPr>
          <p:cNvPr id="43047" name="Text Box 39">
            <a:extLst>
              <a:ext uri="{FF2B5EF4-FFF2-40B4-BE49-F238E27FC236}">
                <a16:creationId xmlns:a16="http://schemas.microsoft.com/office/drawing/2014/main" id="{17EBF05A-E43F-CD38-A4F9-E0E56E5B9421}"/>
              </a:ext>
            </a:extLst>
          </p:cNvPr>
          <p:cNvSpPr txBox="1">
            <a:spLocks noChangeArrowheads="1"/>
          </p:cNvSpPr>
          <p:nvPr/>
        </p:nvSpPr>
        <p:spPr bwMode="auto">
          <a:xfrm>
            <a:off x="5435600" y="5949950"/>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磁带</a:t>
            </a:r>
          </a:p>
        </p:txBody>
      </p:sp>
      <p:sp>
        <p:nvSpPr>
          <p:cNvPr id="43048" name="Line 40">
            <a:extLst>
              <a:ext uri="{FF2B5EF4-FFF2-40B4-BE49-F238E27FC236}">
                <a16:creationId xmlns:a16="http://schemas.microsoft.com/office/drawing/2014/main" id="{9A625899-276A-A86A-FCBA-1CD64AEBAB9D}"/>
              </a:ext>
            </a:extLst>
          </p:cNvPr>
          <p:cNvSpPr>
            <a:spLocks noChangeShapeType="1"/>
          </p:cNvSpPr>
          <p:nvPr/>
        </p:nvSpPr>
        <p:spPr bwMode="auto">
          <a:xfrm>
            <a:off x="6443663" y="3860800"/>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9" name="Line 41">
            <a:extLst>
              <a:ext uri="{FF2B5EF4-FFF2-40B4-BE49-F238E27FC236}">
                <a16:creationId xmlns:a16="http://schemas.microsoft.com/office/drawing/2014/main" id="{74FE6055-B60D-1A63-BA7B-C63BB1EE2BC6}"/>
              </a:ext>
            </a:extLst>
          </p:cNvPr>
          <p:cNvSpPr>
            <a:spLocks noChangeShapeType="1"/>
          </p:cNvSpPr>
          <p:nvPr/>
        </p:nvSpPr>
        <p:spPr bwMode="auto">
          <a:xfrm>
            <a:off x="6443663" y="6164263"/>
            <a:ext cx="2174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0" name="Rectangle 42">
            <a:extLst>
              <a:ext uri="{FF2B5EF4-FFF2-40B4-BE49-F238E27FC236}">
                <a16:creationId xmlns:a16="http://schemas.microsoft.com/office/drawing/2014/main" id="{ABC386E2-7A59-6158-B5B7-616D12BDB3DA}"/>
              </a:ext>
            </a:extLst>
          </p:cNvPr>
          <p:cNvSpPr>
            <a:spLocks noChangeArrowheads="1"/>
          </p:cNvSpPr>
          <p:nvPr/>
        </p:nvSpPr>
        <p:spPr bwMode="auto">
          <a:xfrm>
            <a:off x="6372225" y="3573463"/>
            <a:ext cx="71438" cy="28082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51" name="Rectangle 43">
            <a:extLst>
              <a:ext uri="{FF2B5EF4-FFF2-40B4-BE49-F238E27FC236}">
                <a16:creationId xmlns:a16="http://schemas.microsoft.com/office/drawing/2014/main" id="{53DFA5C8-C422-6159-F0E6-F972AE393E18}"/>
              </a:ext>
            </a:extLst>
          </p:cNvPr>
          <p:cNvSpPr>
            <a:spLocks noChangeArrowheads="1"/>
          </p:cNvSpPr>
          <p:nvPr/>
        </p:nvSpPr>
        <p:spPr bwMode="auto">
          <a:xfrm>
            <a:off x="6661150" y="3716338"/>
            <a:ext cx="1439863"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52" name="Line 44">
            <a:extLst>
              <a:ext uri="{FF2B5EF4-FFF2-40B4-BE49-F238E27FC236}">
                <a16:creationId xmlns:a16="http://schemas.microsoft.com/office/drawing/2014/main" id="{DB284071-52E2-5168-1CAE-06E8837E7C2E}"/>
              </a:ext>
            </a:extLst>
          </p:cNvPr>
          <p:cNvSpPr>
            <a:spLocks noChangeShapeType="1"/>
          </p:cNvSpPr>
          <p:nvPr/>
        </p:nvSpPr>
        <p:spPr bwMode="auto">
          <a:xfrm>
            <a:off x="8099425" y="3933825"/>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3" name="Rectangle 45">
            <a:extLst>
              <a:ext uri="{FF2B5EF4-FFF2-40B4-BE49-F238E27FC236}">
                <a16:creationId xmlns:a16="http://schemas.microsoft.com/office/drawing/2014/main" id="{D2503782-19D4-0DE2-9874-34D1DA245794}"/>
              </a:ext>
            </a:extLst>
          </p:cNvPr>
          <p:cNvSpPr>
            <a:spLocks noChangeArrowheads="1"/>
          </p:cNvSpPr>
          <p:nvPr/>
        </p:nvSpPr>
        <p:spPr bwMode="auto">
          <a:xfrm>
            <a:off x="6661150" y="5876925"/>
            <a:ext cx="1439863" cy="5048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华文中宋" panose="02010600040101010101" pitchFamily="2" charset="-122"/>
                <a:ea typeface="华文中宋" panose="02010600040101010101" pitchFamily="2" charset="-122"/>
              </a:rPr>
              <a:t>I/O</a:t>
            </a:r>
            <a:r>
              <a:rPr lang="zh-CN" altLang="en-US" sz="2400" b="0">
                <a:latin typeface="华文中宋" panose="02010600040101010101" pitchFamily="2" charset="-122"/>
                <a:ea typeface="华文中宋" panose="02010600040101010101" pitchFamily="2" charset="-122"/>
              </a:rPr>
              <a:t>控制器</a:t>
            </a:r>
          </a:p>
        </p:txBody>
      </p:sp>
      <p:sp>
        <p:nvSpPr>
          <p:cNvPr id="43054" name="Line 46">
            <a:extLst>
              <a:ext uri="{FF2B5EF4-FFF2-40B4-BE49-F238E27FC236}">
                <a16:creationId xmlns:a16="http://schemas.microsoft.com/office/drawing/2014/main" id="{731834EA-9D1C-8A43-8AE2-616620F6B9CF}"/>
              </a:ext>
            </a:extLst>
          </p:cNvPr>
          <p:cNvSpPr>
            <a:spLocks noChangeShapeType="1"/>
          </p:cNvSpPr>
          <p:nvPr/>
        </p:nvSpPr>
        <p:spPr bwMode="auto">
          <a:xfrm>
            <a:off x="8099425" y="6165850"/>
            <a:ext cx="217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5" name="Line 47">
            <a:extLst>
              <a:ext uri="{FF2B5EF4-FFF2-40B4-BE49-F238E27FC236}">
                <a16:creationId xmlns:a16="http://schemas.microsoft.com/office/drawing/2014/main" id="{CD122494-B2AA-1127-3C9D-1D202CC46722}"/>
              </a:ext>
            </a:extLst>
          </p:cNvPr>
          <p:cNvSpPr>
            <a:spLocks noChangeShapeType="1"/>
          </p:cNvSpPr>
          <p:nvPr/>
        </p:nvSpPr>
        <p:spPr bwMode="auto">
          <a:xfrm>
            <a:off x="7307263" y="4797425"/>
            <a:ext cx="0" cy="358775"/>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6" name="Text Box 48">
            <a:extLst>
              <a:ext uri="{FF2B5EF4-FFF2-40B4-BE49-F238E27FC236}">
                <a16:creationId xmlns:a16="http://schemas.microsoft.com/office/drawing/2014/main" id="{FA5AC65E-D1EE-56D0-775B-332A82DF6AE5}"/>
              </a:ext>
            </a:extLst>
          </p:cNvPr>
          <p:cNvSpPr txBox="1">
            <a:spLocks noChangeArrowheads="1"/>
          </p:cNvSpPr>
          <p:nvPr/>
        </p:nvSpPr>
        <p:spPr bwMode="auto">
          <a:xfrm>
            <a:off x="8242300" y="3716338"/>
            <a:ext cx="8270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磁盘机</a:t>
            </a:r>
          </a:p>
        </p:txBody>
      </p:sp>
      <p:sp>
        <p:nvSpPr>
          <p:cNvPr id="43057" name="Text Box 49">
            <a:extLst>
              <a:ext uri="{FF2B5EF4-FFF2-40B4-BE49-F238E27FC236}">
                <a16:creationId xmlns:a16="http://schemas.microsoft.com/office/drawing/2014/main" id="{182A0406-31B1-3C0B-BEBB-7C3A5E2FDA4B}"/>
              </a:ext>
            </a:extLst>
          </p:cNvPr>
          <p:cNvSpPr txBox="1">
            <a:spLocks noChangeArrowheads="1"/>
          </p:cNvSpPr>
          <p:nvPr/>
        </p:nvSpPr>
        <p:spPr bwMode="auto">
          <a:xfrm>
            <a:off x="8242300" y="5949950"/>
            <a:ext cx="8270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磁盘机</a:t>
            </a:r>
          </a:p>
        </p:txBody>
      </p:sp>
      <p:sp>
        <p:nvSpPr>
          <p:cNvPr id="43058" name="Text Box 50">
            <a:extLst>
              <a:ext uri="{FF2B5EF4-FFF2-40B4-BE49-F238E27FC236}">
                <a16:creationId xmlns:a16="http://schemas.microsoft.com/office/drawing/2014/main" id="{2BB9BC82-A7D3-9418-9702-02B569AB5EC0}"/>
              </a:ext>
            </a:extLst>
          </p:cNvPr>
          <p:cNvSpPr txBox="1">
            <a:spLocks noChangeArrowheads="1"/>
          </p:cNvSpPr>
          <p:nvPr/>
        </p:nvSpPr>
        <p:spPr bwMode="auto">
          <a:xfrm>
            <a:off x="7956550" y="2133600"/>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总线</a:t>
            </a:r>
          </a:p>
        </p:txBody>
      </p:sp>
      <p:sp>
        <p:nvSpPr>
          <p:cNvPr id="43059" name="AutoShape 51">
            <a:extLst>
              <a:ext uri="{FF2B5EF4-FFF2-40B4-BE49-F238E27FC236}">
                <a16:creationId xmlns:a16="http://schemas.microsoft.com/office/drawing/2014/main" id="{3D7C9B1E-AD9D-BCA3-9047-F1574FB08AE1}"/>
              </a:ext>
            </a:extLst>
          </p:cNvPr>
          <p:cNvSpPr>
            <a:spLocks noChangeArrowheads="1"/>
          </p:cNvSpPr>
          <p:nvPr/>
        </p:nvSpPr>
        <p:spPr bwMode="auto">
          <a:xfrm>
            <a:off x="5867400" y="2420938"/>
            <a:ext cx="144463" cy="431800"/>
          </a:xfrm>
          <a:prstGeom prst="upDownArrow">
            <a:avLst>
              <a:gd name="adj1" fmla="val 50000"/>
              <a:gd name="adj2" fmla="val 5978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60" name="AutoShape 52">
            <a:extLst>
              <a:ext uri="{FF2B5EF4-FFF2-40B4-BE49-F238E27FC236}">
                <a16:creationId xmlns:a16="http://schemas.microsoft.com/office/drawing/2014/main" id="{0A320B26-B47D-1456-437C-A97AB1816782}"/>
              </a:ext>
            </a:extLst>
          </p:cNvPr>
          <p:cNvSpPr>
            <a:spLocks noChangeArrowheads="1"/>
          </p:cNvSpPr>
          <p:nvPr/>
        </p:nvSpPr>
        <p:spPr bwMode="auto">
          <a:xfrm>
            <a:off x="2484438" y="2420938"/>
            <a:ext cx="144462" cy="431800"/>
          </a:xfrm>
          <a:prstGeom prst="upDownArrow">
            <a:avLst>
              <a:gd name="adj1" fmla="val 50000"/>
              <a:gd name="adj2" fmla="val 5978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43061" name="AutoShape 53">
            <a:extLst>
              <a:ext uri="{FF2B5EF4-FFF2-40B4-BE49-F238E27FC236}">
                <a16:creationId xmlns:a16="http://schemas.microsoft.com/office/drawing/2014/main" id="{9598EF20-4909-03EE-5503-EBCDF298D04D}"/>
              </a:ext>
            </a:extLst>
          </p:cNvPr>
          <p:cNvSpPr>
            <a:spLocks noChangeArrowheads="1"/>
          </p:cNvSpPr>
          <p:nvPr/>
        </p:nvSpPr>
        <p:spPr bwMode="auto">
          <a:xfrm>
            <a:off x="4140200" y="2420938"/>
            <a:ext cx="144463" cy="431800"/>
          </a:xfrm>
          <a:prstGeom prst="upDownArrow">
            <a:avLst>
              <a:gd name="adj1" fmla="val 50000"/>
              <a:gd name="adj2" fmla="val 5978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Tree>
  </p:cSld>
  <p:clrMapOvr>
    <a:masterClrMapping/>
  </p:clrMapOvr>
  <p:transition spd="med">
    <p:random/>
    <p:sndAc>
      <p:stSnd>
        <p:snd r:embed="rId2"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11895AA-106F-61E9-1AB4-28C2CA8F3BF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9EF919D-A442-3B41-8374-34D71A09A8BE}" type="slidenum">
              <a:rPr lang="en-US" altLang="zh-CN">
                <a:latin typeface="Arial" panose="020B0604020202020204" pitchFamily="34" charset="0"/>
              </a:rPr>
              <a:pPr/>
              <a:t>37</a:t>
            </a:fld>
            <a:endParaRPr lang="en-US" altLang="zh-CN">
              <a:latin typeface="Arial" panose="020B0604020202020204" pitchFamily="34" charset="0"/>
            </a:endParaRPr>
          </a:p>
        </p:txBody>
      </p:sp>
      <p:sp>
        <p:nvSpPr>
          <p:cNvPr id="605186" name="Rectangle 2">
            <a:extLst>
              <a:ext uri="{FF2B5EF4-FFF2-40B4-BE49-F238E27FC236}">
                <a16:creationId xmlns:a16="http://schemas.microsoft.com/office/drawing/2014/main" id="{4D47F269-3672-610A-405C-AF33DD675F7C}"/>
              </a:ext>
            </a:extLst>
          </p:cNvPr>
          <p:cNvSpPr>
            <a:spLocks noGrp="1" noRot="1" noChangeArrowheads="1"/>
          </p:cNvSpPr>
          <p:nvPr>
            <p:ph type="title"/>
          </p:nvPr>
        </p:nvSpPr>
        <p:spPr/>
        <p:txBody>
          <a:bodyPr/>
          <a:lstStyle/>
          <a:p>
            <a:pPr eaLnBrk="1" hangingPunct="1"/>
            <a:r>
              <a:rPr lang="zh-CN" altLang="en-US" sz="4000"/>
              <a:t>通道控制方式的数据输入过程</a:t>
            </a:r>
          </a:p>
        </p:txBody>
      </p:sp>
      <p:sp>
        <p:nvSpPr>
          <p:cNvPr id="605187" name="Rectangle 3">
            <a:extLst>
              <a:ext uri="{FF2B5EF4-FFF2-40B4-BE49-F238E27FC236}">
                <a16:creationId xmlns:a16="http://schemas.microsoft.com/office/drawing/2014/main" id="{0B5F6BAE-D2AD-A205-AFE6-50C21FA42925}"/>
              </a:ext>
            </a:extLst>
          </p:cNvPr>
          <p:cNvSpPr>
            <a:spLocks noGrp="1" noRot="1" noChangeArrowheads="1"/>
          </p:cNvSpPr>
          <p:nvPr>
            <p:ph type="body" idx="1"/>
          </p:nvPr>
        </p:nvSpPr>
        <p:spPr>
          <a:xfrm>
            <a:off x="457200" y="1905000"/>
            <a:ext cx="8507413" cy="4114800"/>
          </a:xfrm>
        </p:spPr>
        <p:txBody>
          <a:bodyPr/>
          <a:lstStyle/>
          <a:p>
            <a:pPr eaLnBrk="1" hangingPunct="1">
              <a:lnSpc>
                <a:spcPct val="80000"/>
              </a:lnSpc>
            </a:pPr>
            <a:r>
              <a:rPr lang="zh-CN" altLang="en-US" sz="2800">
                <a:latin typeface="华文中宋" panose="02010600040101010101" pitchFamily="2" charset="-122"/>
                <a:ea typeface="华文中宋" panose="02010600040101010101" pitchFamily="2" charset="-122"/>
              </a:rPr>
              <a:t>（</a:t>
            </a:r>
            <a:r>
              <a:rPr lang="en-US" altLang="zh-CN" sz="2800">
                <a:latin typeface="华文中宋" panose="02010600040101010101" pitchFamily="2" charset="-122"/>
                <a:ea typeface="华文中宋" panose="02010600040101010101" pitchFamily="2" charset="-122"/>
              </a:rPr>
              <a:t>1</a:t>
            </a:r>
            <a:r>
              <a:rPr lang="zh-CN" altLang="en-US" sz="2800">
                <a:latin typeface="华文中宋" panose="02010600040101010101" pitchFamily="2" charset="-122"/>
                <a:ea typeface="华文中宋" panose="02010600040101010101" pitchFamily="2" charset="-122"/>
              </a:rPr>
              <a:t>）当进程要求设备输入数据时，</a:t>
            </a:r>
            <a:r>
              <a:rPr lang="en-US" altLang="zh-CN" sz="2800">
                <a:latin typeface="华文中宋" panose="02010600040101010101" pitchFamily="2" charset="-122"/>
                <a:ea typeface="华文中宋" panose="02010600040101010101" pitchFamily="2" charset="-122"/>
              </a:rPr>
              <a:t>CPU</a:t>
            </a:r>
            <a:r>
              <a:rPr lang="zh-CN" altLang="en-US" sz="2800">
                <a:latin typeface="华文中宋" panose="02010600040101010101" pitchFamily="2" charset="-122"/>
                <a:ea typeface="华文中宋" panose="02010600040101010101" pitchFamily="2" charset="-122"/>
              </a:rPr>
              <a:t>发</a:t>
            </a:r>
            <a:r>
              <a:rPr lang="en-US" altLang="zh-CN" sz="2800">
                <a:latin typeface="华文中宋" panose="02010600040101010101" pitchFamily="2" charset="-122"/>
                <a:ea typeface="华文中宋" panose="02010600040101010101" pitchFamily="2" charset="-122"/>
              </a:rPr>
              <a:t>Start</a:t>
            </a:r>
            <a:r>
              <a:rPr lang="zh-CN" altLang="en-US" sz="2800">
                <a:latin typeface="华文中宋" panose="02010600040101010101" pitchFamily="2" charset="-122"/>
                <a:ea typeface="华文中宋" panose="02010600040101010101" pitchFamily="2" charset="-122"/>
              </a:rPr>
              <a:t>命令指明</a:t>
            </a:r>
            <a:r>
              <a:rPr lang="en-US" altLang="zh-CN" sz="2800">
                <a:latin typeface="华文中宋" panose="02010600040101010101" pitchFamily="2" charset="-122"/>
                <a:ea typeface="华文中宋" panose="02010600040101010101" pitchFamily="2" charset="-122"/>
              </a:rPr>
              <a:t>I/O</a:t>
            </a:r>
            <a:r>
              <a:rPr lang="zh-CN" altLang="en-US" sz="2800">
                <a:latin typeface="华文中宋" panose="02010600040101010101" pitchFamily="2" charset="-122"/>
                <a:ea typeface="华文中宋" panose="02010600040101010101" pitchFamily="2" charset="-122"/>
              </a:rPr>
              <a:t>操作、设备号和对应通道。</a:t>
            </a:r>
          </a:p>
          <a:p>
            <a:pPr eaLnBrk="1" hangingPunct="1">
              <a:lnSpc>
                <a:spcPct val="80000"/>
              </a:lnSpc>
            </a:pPr>
            <a:r>
              <a:rPr lang="zh-CN" altLang="en-US" sz="2800">
                <a:solidFill>
                  <a:schemeClr val="hlink"/>
                </a:solidFill>
                <a:latin typeface="华文中宋" panose="02010600040101010101" pitchFamily="2" charset="-122"/>
                <a:ea typeface="华文中宋" panose="02010600040101010101" pitchFamily="2" charset="-122"/>
              </a:rPr>
              <a:t>（</a:t>
            </a:r>
            <a:r>
              <a:rPr lang="en-US" altLang="zh-CN" sz="2800">
                <a:solidFill>
                  <a:schemeClr val="hlink"/>
                </a:solidFill>
                <a:latin typeface="华文中宋" panose="02010600040101010101" pitchFamily="2" charset="-122"/>
                <a:ea typeface="华文中宋" panose="02010600040101010101" pitchFamily="2" charset="-122"/>
              </a:rPr>
              <a:t>2</a:t>
            </a:r>
            <a:r>
              <a:rPr lang="zh-CN" altLang="en-US" sz="2800">
                <a:solidFill>
                  <a:schemeClr val="hlink"/>
                </a:solidFill>
                <a:latin typeface="华文中宋" panose="02010600040101010101" pitchFamily="2" charset="-122"/>
                <a:ea typeface="华文中宋" panose="02010600040101010101" pitchFamily="2" charset="-122"/>
              </a:rPr>
              <a:t>）对应通道接收到</a:t>
            </a:r>
            <a:r>
              <a:rPr lang="en-US" altLang="zh-CN" sz="2800">
                <a:solidFill>
                  <a:schemeClr val="hlink"/>
                </a:solidFill>
                <a:latin typeface="华文中宋" panose="02010600040101010101" pitchFamily="2" charset="-122"/>
                <a:ea typeface="华文中宋" panose="02010600040101010101" pitchFamily="2" charset="-122"/>
              </a:rPr>
              <a:t>CPU</a:t>
            </a:r>
            <a:r>
              <a:rPr lang="zh-CN" altLang="en-US" sz="2800">
                <a:solidFill>
                  <a:schemeClr val="hlink"/>
                </a:solidFill>
                <a:latin typeface="华文中宋" panose="02010600040101010101" pitchFamily="2" charset="-122"/>
                <a:ea typeface="华文中宋" panose="02010600040101010101" pitchFamily="2" charset="-122"/>
              </a:rPr>
              <a:t>发来的启动指令后，读出存放在内存中的通道指令程序，设置对应设备的</a:t>
            </a:r>
            <a:r>
              <a:rPr lang="en-US" altLang="zh-CN" sz="2800">
                <a:solidFill>
                  <a:schemeClr val="hlink"/>
                </a:solidFill>
                <a:latin typeface="华文中宋" panose="02010600040101010101" pitchFamily="2" charset="-122"/>
                <a:ea typeface="华文中宋" panose="02010600040101010101" pitchFamily="2" charset="-122"/>
              </a:rPr>
              <a:t>I/O</a:t>
            </a:r>
            <a:r>
              <a:rPr lang="zh-CN" altLang="en-US" sz="2800">
                <a:solidFill>
                  <a:schemeClr val="hlink"/>
                </a:solidFill>
                <a:latin typeface="华文中宋" panose="02010600040101010101" pitchFamily="2" charset="-122"/>
                <a:ea typeface="华文中宋" panose="02010600040101010101" pitchFamily="2" charset="-122"/>
              </a:rPr>
              <a:t>控制器中的控制状态寄存器。</a:t>
            </a:r>
          </a:p>
          <a:p>
            <a:pPr eaLnBrk="1" hangingPunct="1">
              <a:lnSpc>
                <a:spcPct val="80000"/>
              </a:lnSpc>
            </a:pPr>
            <a:r>
              <a:rPr lang="zh-CN" altLang="en-US" sz="2800">
                <a:latin typeface="华文中宋" panose="02010600040101010101" pitchFamily="2" charset="-122"/>
                <a:ea typeface="华文中宋" panose="02010600040101010101" pitchFamily="2" charset="-122"/>
              </a:rPr>
              <a:t>（</a:t>
            </a:r>
            <a:r>
              <a:rPr lang="en-US" altLang="zh-CN" sz="2800">
                <a:latin typeface="华文中宋" panose="02010600040101010101" pitchFamily="2" charset="-122"/>
                <a:ea typeface="华文中宋" panose="02010600040101010101" pitchFamily="2" charset="-122"/>
              </a:rPr>
              <a:t>3</a:t>
            </a:r>
            <a:r>
              <a:rPr lang="zh-CN" altLang="en-US" sz="2800">
                <a:latin typeface="华文中宋" panose="02010600040101010101" pitchFamily="2" charset="-122"/>
                <a:ea typeface="华文中宋" panose="02010600040101010101" pitchFamily="2" charset="-122"/>
              </a:rPr>
              <a:t>）设备根据通道指令要求，把数据送往内存中指定区域。</a:t>
            </a:r>
          </a:p>
          <a:p>
            <a:pPr eaLnBrk="1" hangingPunct="1">
              <a:lnSpc>
                <a:spcPct val="80000"/>
              </a:lnSpc>
            </a:pPr>
            <a:r>
              <a:rPr lang="zh-CN" altLang="en-US" sz="2800">
                <a:solidFill>
                  <a:schemeClr val="hlink"/>
                </a:solidFill>
                <a:latin typeface="华文中宋" panose="02010600040101010101" pitchFamily="2" charset="-122"/>
                <a:ea typeface="华文中宋" panose="02010600040101010101" pitchFamily="2" charset="-122"/>
              </a:rPr>
              <a:t>（</a:t>
            </a:r>
            <a:r>
              <a:rPr lang="en-US" altLang="zh-CN" sz="2800">
                <a:solidFill>
                  <a:schemeClr val="hlink"/>
                </a:solidFill>
                <a:latin typeface="华文中宋" panose="02010600040101010101" pitchFamily="2" charset="-122"/>
                <a:ea typeface="华文中宋" panose="02010600040101010101" pitchFamily="2" charset="-122"/>
              </a:rPr>
              <a:t>4</a:t>
            </a:r>
            <a:r>
              <a:rPr lang="zh-CN" altLang="en-US" sz="2800">
                <a:solidFill>
                  <a:schemeClr val="hlink"/>
                </a:solidFill>
                <a:latin typeface="华文中宋" panose="02010600040101010101" pitchFamily="2" charset="-122"/>
                <a:ea typeface="华文中宋" panose="02010600040101010101" pitchFamily="2" charset="-122"/>
              </a:rPr>
              <a:t>）若传送数据结束，</a:t>
            </a:r>
            <a:r>
              <a:rPr lang="en-US" altLang="zh-CN" sz="2800">
                <a:solidFill>
                  <a:schemeClr val="hlink"/>
                </a:solidFill>
                <a:latin typeface="华文中宋" panose="02010600040101010101" pitchFamily="2" charset="-122"/>
                <a:ea typeface="华文中宋" panose="02010600040101010101" pitchFamily="2" charset="-122"/>
              </a:rPr>
              <a:t>I/O</a:t>
            </a:r>
            <a:r>
              <a:rPr lang="zh-CN" altLang="en-US" sz="2800">
                <a:solidFill>
                  <a:schemeClr val="hlink"/>
                </a:solidFill>
                <a:latin typeface="华文中宋" panose="02010600040101010101" pitchFamily="2" charset="-122"/>
                <a:ea typeface="华文中宋" panose="02010600040101010101" pitchFamily="2" charset="-122"/>
              </a:rPr>
              <a:t>控制器通过中断请求线发出中断信号请求</a:t>
            </a:r>
            <a:r>
              <a:rPr lang="en-US" altLang="zh-CN" sz="2800">
                <a:solidFill>
                  <a:schemeClr val="hlink"/>
                </a:solidFill>
                <a:latin typeface="华文中宋" panose="02010600040101010101" pitchFamily="2" charset="-122"/>
                <a:ea typeface="华文中宋" panose="02010600040101010101" pitchFamily="2" charset="-122"/>
              </a:rPr>
              <a:t>CPU</a:t>
            </a:r>
            <a:r>
              <a:rPr lang="zh-CN" altLang="en-US" sz="2800">
                <a:solidFill>
                  <a:schemeClr val="hlink"/>
                </a:solidFill>
                <a:latin typeface="华文中宋" panose="02010600040101010101" pitchFamily="2" charset="-122"/>
                <a:ea typeface="华文中宋" panose="02010600040101010101" pitchFamily="2" charset="-122"/>
              </a:rPr>
              <a:t>做中断处理。</a:t>
            </a:r>
          </a:p>
          <a:p>
            <a:pPr eaLnBrk="1" hangingPunct="1">
              <a:lnSpc>
                <a:spcPct val="80000"/>
              </a:lnSpc>
            </a:pPr>
            <a:r>
              <a:rPr lang="zh-CN" altLang="en-US" sz="2800">
                <a:latin typeface="华文中宋" panose="02010600040101010101" pitchFamily="2" charset="-122"/>
                <a:ea typeface="华文中宋" panose="02010600040101010101" pitchFamily="2" charset="-122"/>
              </a:rPr>
              <a:t>（</a:t>
            </a:r>
            <a:r>
              <a:rPr lang="en-US" altLang="zh-CN" sz="2800">
                <a:latin typeface="华文中宋" panose="02010600040101010101" pitchFamily="2" charset="-122"/>
                <a:ea typeface="华文中宋" panose="02010600040101010101" pitchFamily="2" charset="-122"/>
              </a:rPr>
              <a:t>5</a:t>
            </a:r>
            <a:r>
              <a:rPr lang="zh-CN" altLang="en-US" sz="2800">
                <a:latin typeface="华文中宋" panose="02010600040101010101" pitchFamily="2" charset="-122"/>
                <a:ea typeface="华文中宋" panose="02010600040101010101" pitchFamily="2" charset="-122"/>
              </a:rPr>
              <a:t>）中断处理结束后，</a:t>
            </a:r>
            <a:r>
              <a:rPr lang="en-US" altLang="zh-CN" sz="2800">
                <a:latin typeface="华文中宋" panose="02010600040101010101" pitchFamily="2" charset="-122"/>
                <a:ea typeface="华文中宋" panose="02010600040101010101" pitchFamily="2" charset="-122"/>
              </a:rPr>
              <a:t>CPU</a:t>
            </a:r>
            <a:r>
              <a:rPr lang="zh-CN" altLang="en-US" sz="2800">
                <a:latin typeface="华文中宋" panose="02010600040101010101" pitchFamily="2" charset="-122"/>
                <a:ea typeface="华文中宋" panose="02010600040101010101" pitchFamily="2" charset="-122"/>
              </a:rPr>
              <a:t>返回被中断处执行。</a:t>
            </a:r>
          </a:p>
        </p:txBody>
      </p:sp>
    </p:spTree>
  </p:cSld>
  <p:clrMapOvr>
    <a:masterClrMapping/>
  </p:clrMapOvr>
  <p:transition spd="med">
    <p:random/>
    <p:sndAc>
      <p:stSnd>
        <p:snd r:embed="rId2"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6210" name="Rectangle 2">
            <a:extLst>
              <a:ext uri="{FF2B5EF4-FFF2-40B4-BE49-F238E27FC236}">
                <a16:creationId xmlns:a16="http://schemas.microsoft.com/office/drawing/2014/main" id="{D012EFFD-1CB3-3DD3-1243-546287C76F2B}"/>
              </a:ext>
            </a:extLst>
          </p:cNvPr>
          <p:cNvSpPr>
            <a:spLocks noGrp="1" noRot="1" noChangeArrowheads="1"/>
          </p:cNvSpPr>
          <p:nvPr>
            <p:ph type="title"/>
          </p:nvPr>
        </p:nvSpPr>
        <p:spPr>
          <a:xfrm>
            <a:off x="1476375" y="73025"/>
            <a:ext cx="7056438" cy="568325"/>
          </a:xfrm>
        </p:spPr>
        <p:txBody>
          <a:bodyPr/>
          <a:lstStyle/>
          <a:p>
            <a:pPr eaLnBrk="1" hangingPunct="1"/>
            <a:r>
              <a:rPr lang="zh-CN" altLang="en-US" sz="4000"/>
              <a:t>通道控制方式描述过程示例</a:t>
            </a:r>
          </a:p>
        </p:txBody>
      </p:sp>
      <p:sp>
        <p:nvSpPr>
          <p:cNvPr id="606211" name="Rectangle 3">
            <a:extLst>
              <a:ext uri="{FF2B5EF4-FFF2-40B4-BE49-F238E27FC236}">
                <a16:creationId xmlns:a16="http://schemas.microsoft.com/office/drawing/2014/main" id="{426BA94E-16BF-FBE3-9177-9CFD81D9F496}"/>
              </a:ext>
            </a:extLst>
          </p:cNvPr>
          <p:cNvSpPr>
            <a:spLocks noGrp="1" noRot="1" noChangeArrowheads="1"/>
          </p:cNvSpPr>
          <p:nvPr>
            <p:ph type="body" idx="1"/>
          </p:nvPr>
        </p:nvSpPr>
        <p:spPr>
          <a:xfrm>
            <a:off x="457200" y="1052513"/>
            <a:ext cx="8229600" cy="5472112"/>
          </a:xfrm>
        </p:spPr>
        <p:txBody>
          <a:bodyPr/>
          <a:lstStyle/>
          <a:p>
            <a:pPr eaLnBrk="1" hangingPunct="1">
              <a:lnSpc>
                <a:spcPct val="80000"/>
              </a:lnSpc>
              <a:buFont typeface="Wingdings" pitchFamily="2" charset="2"/>
              <a:buNone/>
              <a:defRPr/>
            </a:pPr>
            <a:r>
              <a:rPr lang="en-US" altLang="zh-CN" sz="2400"/>
              <a:t>Channel control procedure:</a:t>
            </a:r>
          </a:p>
          <a:p>
            <a:pPr eaLnBrk="1" hangingPunct="1">
              <a:lnSpc>
                <a:spcPct val="80000"/>
              </a:lnSpc>
              <a:buFont typeface="Wingdings" pitchFamily="2" charset="2"/>
              <a:buNone/>
              <a:defRPr/>
            </a:pPr>
            <a:r>
              <a:rPr lang="en-US" altLang="zh-CN" sz="2400"/>
              <a:t>repeat</a:t>
            </a:r>
          </a:p>
          <a:p>
            <a:pPr eaLnBrk="1" hangingPunct="1">
              <a:lnSpc>
                <a:spcPct val="80000"/>
              </a:lnSpc>
              <a:buFont typeface="Wingdings" pitchFamily="2" charset="2"/>
              <a:buNone/>
              <a:defRPr/>
            </a:pPr>
            <a:r>
              <a:rPr lang="en-US" altLang="zh-CN" sz="2400"/>
              <a:t>     IR  </a:t>
            </a:r>
            <a:r>
              <a:rPr lang="en-US" altLang="zh-CN" sz="2400">
                <a:latin typeface="隶书" panose="02010509060101010101" pitchFamily="49" charset="-122"/>
              </a:rPr>
              <a:t>←</a:t>
            </a:r>
            <a:r>
              <a:rPr lang="en-US" altLang="zh-CN" sz="2400"/>
              <a:t> M[pc]</a:t>
            </a:r>
          </a:p>
          <a:p>
            <a:pPr eaLnBrk="1" hangingPunct="1">
              <a:lnSpc>
                <a:spcPct val="80000"/>
              </a:lnSpc>
              <a:buFont typeface="Wingdings" pitchFamily="2" charset="2"/>
              <a:buNone/>
              <a:defRPr/>
            </a:pPr>
            <a:r>
              <a:rPr lang="en-US" altLang="zh-CN" sz="2400"/>
              <a:t>     pc </a:t>
            </a:r>
            <a:r>
              <a:rPr lang="en-US" altLang="zh-CN" sz="2400">
                <a:latin typeface="隶书" panose="02010509060101010101" pitchFamily="49" charset="-122"/>
              </a:rPr>
              <a:t>←</a:t>
            </a:r>
            <a:r>
              <a:rPr lang="en-US" altLang="zh-CN" sz="2400"/>
              <a:t> pc+1</a:t>
            </a:r>
          </a:p>
          <a:p>
            <a:pPr eaLnBrk="1" hangingPunct="1">
              <a:lnSpc>
                <a:spcPct val="80000"/>
              </a:lnSpc>
              <a:buFont typeface="Wingdings" pitchFamily="2" charset="2"/>
              <a:buNone/>
              <a:defRPr/>
            </a:pPr>
            <a:r>
              <a:rPr lang="en-US" altLang="zh-CN" sz="2400"/>
              <a:t>     execute (IR)</a:t>
            </a:r>
          </a:p>
          <a:p>
            <a:pPr eaLnBrk="1" hangingPunct="1">
              <a:lnSpc>
                <a:spcPct val="80000"/>
              </a:lnSpc>
              <a:buFont typeface="Wingdings" pitchFamily="2" charset="2"/>
              <a:buNone/>
              <a:defRPr/>
            </a:pPr>
            <a:r>
              <a:rPr lang="en-US" altLang="zh-CN" sz="2400"/>
              <a:t>     if require accessing with I/O device</a:t>
            </a:r>
          </a:p>
          <a:p>
            <a:pPr eaLnBrk="1" hangingPunct="1">
              <a:lnSpc>
                <a:spcPct val="80000"/>
              </a:lnSpc>
              <a:buFont typeface="Wingdings" pitchFamily="2" charset="2"/>
              <a:buNone/>
              <a:defRPr/>
            </a:pPr>
            <a:r>
              <a:rPr lang="en-US" altLang="zh-CN" sz="2400"/>
              <a:t>     then command (I/O operation, address of I/O device ,     </a:t>
            </a:r>
          </a:p>
          <a:p>
            <a:pPr eaLnBrk="1" hangingPunct="1">
              <a:lnSpc>
                <a:spcPct val="80000"/>
              </a:lnSpc>
              <a:buFont typeface="Wingdings" pitchFamily="2" charset="2"/>
              <a:buNone/>
              <a:defRPr/>
            </a:pPr>
            <a:r>
              <a:rPr lang="en-US" altLang="zh-CN" sz="2400"/>
              <a:t>                channel) fi</a:t>
            </a:r>
          </a:p>
          <a:p>
            <a:pPr eaLnBrk="1" hangingPunct="1">
              <a:lnSpc>
                <a:spcPct val="80000"/>
              </a:lnSpc>
              <a:buFont typeface="Wingdings" pitchFamily="2" charset="2"/>
              <a:buNone/>
              <a:defRPr/>
            </a:pPr>
            <a:r>
              <a:rPr lang="en-US" altLang="zh-CN" sz="2400"/>
              <a:t>     if I/O Done Interrupt</a:t>
            </a:r>
          </a:p>
          <a:p>
            <a:pPr eaLnBrk="1" hangingPunct="1">
              <a:lnSpc>
                <a:spcPct val="80000"/>
              </a:lnSpc>
              <a:buFont typeface="Wingdings" pitchFamily="2" charset="2"/>
              <a:buNone/>
              <a:defRPr/>
            </a:pPr>
            <a:r>
              <a:rPr lang="en-US" altLang="zh-CN" sz="2400"/>
              <a:t>     then Call Interrupt processing control fi</a:t>
            </a:r>
          </a:p>
          <a:p>
            <a:pPr eaLnBrk="1" hangingPunct="1">
              <a:lnSpc>
                <a:spcPct val="80000"/>
              </a:lnSpc>
              <a:buFont typeface="Wingdings" pitchFamily="2" charset="2"/>
              <a:buNone/>
              <a:defRPr/>
            </a:pPr>
            <a:r>
              <a:rPr lang="en-US" altLang="zh-CN" sz="2400"/>
              <a:t> until machine halt</a:t>
            </a:r>
          </a:p>
          <a:p>
            <a:pPr eaLnBrk="1" hangingPunct="1">
              <a:lnSpc>
                <a:spcPct val="80000"/>
              </a:lnSpc>
              <a:buFont typeface="Wingdings" pitchFamily="2" charset="2"/>
              <a:buNone/>
              <a:defRPr/>
            </a:pPr>
            <a:r>
              <a:rPr lang="en-US" altLang="zh-CN" sz="2400"/>
              <a:t>  </a:t>
            </a:r>
          </a:p>
          <a:p>
            <a:pPr eaLnBrk="1" hangingPunct="1">
              <a:lnSpc>
                <a:spcPct val="80000"/>
              </a:lnSpc>
              <a:buFont typeface="Wingdings" pitchFamily="2" charset="2"/>
              <a:buNone/>
              <a:defRPr/>
            </a:pPr>
            <a:r>
              <a:rPr lang="en-US" altLang="zh-CN" sz="2400"/>
              <a:t>   Interrupt processing control procedure:</a:t>
            </a:r>
          </a:p>
          <a:p>
            <a:pPr eaLnBrk="1" hangingPunct="1">
              <a:lnSpc>
                <a:spcPct val="80000"/>
              </a:lnSpc>
              <a:buFont typeface="Wingdings" pitchFamily="2" charset="2"/>
              <a:buNone/>
              <a:defRPr/>
            </a:pPr>
            <a:r>
              <a:rPr lang="en-US" altLang="zh-CN" sz="2400"/>
              <a:t>            </a:t>
            </a:r>
          </a:p>
        </p:txBody>
      </p:sp>
    </p:spTree>
  </p:cSld>
  <p:clrMapOvr>
    <a:masterClrMapping/>
  </p:clrMapOvr>
  <p:transition spd="med">
    <p:random/>
    <p:sndAc>
      <p:stSnd>
        <p:snd r:embed="rId2"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55A97BF-522A-5AC3-AC7D-7F1F5718ACC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8B39D8D-0CCB-1D43-A8A8-9B4A79235AE3}" type="slidenum">
              <a:rPr lang="en-US" altLang="zh-CN">
                <a:latin typeface="Arial" panose="020B0604020202020204" pitchFamily="34" charset="0"/>
              </a:rPr>
              <a:pPr/>
              <a:t>39</a:t>
            </a:fld>
            <a:endParaRPr lang="en-US" altLang="zh-CN">
              <a:latin typeface="Arial" panose="020B0604020202020204" pitchFamily="34" charset="0"/>
            </a:endParaRPr>
          </a:p>
        </p:txBody>
      </p:sp>
      <p:sp>
        <p:nvSpPr>
          <p:cNvPr id="607234" name="Rectangle 2">
            <a:extLst>
              <a:ext uri="{FF2B5EF4-FFF2-40B4-BE49-F238E27FC236}">
                <a16:creationId xmlns:a16="http://schemas.microsoft.com/office/drawing/2014/main" id="{7BBAC0A0-52A6-5D09-F25F-1CCBEC064C79}"/>
              </a:ext>
            </a:extLst>
          </p:cNvPr>
          <p:cNvSpPr>
            <a:spLocks noGrp="1" noRot="1" noChangeArrowheads="1"/>
          </p:cNvSpPr>
          <p:nvPr>
            <p:ph type="title"/>
          </p:nvPr>
        </p:nvSpPr>
        <p:spPr/>
        <p:txBody>
          <a:bodyPr/>
          <a:lstStyle/>
          <a:p>
            <a:pPr eaLnBrk="1" hangingPunct="1"/>
            <a:r>
              <a:rPr lang="en-US" altLang="zh-CN" dirty="0"/>
              <a:t>6.3 </a:t>
            </a:r>
            <a:r>
              <a:rPr lang="zh-CN" altLang="en-US" dirty="0"/>
              <a:t>中断技术</a:t>
            </a:r>
          </a:p>
        </p:txBody>
      </p:sp>
      <p:sp>
        <p:nvSpPr>
          <p:cNvPr id="607235" name="Rectangle 3">
            <a:extLst>
              <a:ext uri="{FF2B5EF4-FFF2-40B4-BE49-F238E27FC236}">
                <a16:creationId xmlns:a16="http://schemas.microsoft.com/office/drawing/2014/main" id="{78D60491-2EBA-BDED-24C7-B2C2C4C4252A}"/>
              </a:ext>
            </a:extLst>
          </p:cNvPr>
          <p:cNvSpPr>
            <a:spLocks noGrp="1" noRot="1" noChangeArrowheads="1"/>
          </p:cNvSpPr>
          <p:nvPr>
            <p:ph type="body" idx="1"/>
          </p:nvPr>
        </p:nvSpPr>
        <p:spPr/>
        <p:txBody>
          <a:bodyPr/>
          <a:lstStyle/>
          <a:p>
            <a:pPr eaLnBrk="1" hangingPunct="1"/>
            <a:r>
              <a:rPr lang="zh-CN" altLang="en-US"/>
              <a:t>数据传送控制方式中，除程序直接控制方式外，无论采用其他何种方式，都需要在设备和</a:t>
            </a:r>
            <a:r>
              <a:rPr lang="en-US" altLang="zh-CN"/>
              <a:t>CPU</a:t>
            </a:r>
            <a:r>
              <a:rPr lang="zh-CN" altLang="en-US"/>
              <a:t>之间进行通信，由设备向</a:t>
            </a:r>
            <a:r>
              <a:rPr lang="en-US" altLang="zh-CN"/>
              <a:t>CPU</a:t>
            </a:r>
            <a:r>
              <a:rPr lang="zh-CN" altLang="en-US"/>
              <a:t>发中断信号之后，</a:t>
            </a:r>
            <a:r>
              <a:rPr lang="en-US" altLang="zh-CN"/>
              <a:t>CPU</a:t>
            </a:r>
            <a:r>
              <a:rPr lang="zh-CN" altLang="en-US"/>
              <a:t>接收相应的中断信号进行处理。这几种方式的区别只是中断处理的次数、数据传送方式以及控制指令的执行方式等。</a:t>
            </a:r>
          </a:p>
          <a:p>
            <a:pPr eaLnBrk="1" hangingPunct="1"/>
            <a:endParaRPr lang="en-US" altLang="zh-CN"/>
          </a:p>
        </p:txBody>
      </p:sp>
    </p:spTree>
  </p:cSld>
  <p:clrMapOvr>
    <a:masterClrMapping/>
  </p:clrMapOvr>
  <p:transition spd="med">
    <p:random/>
    <p:sndAc>
      <p:stSnd>
        <p:snd r:embed="rId2"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F6E5415-3034-FAC1-4621-4C8FD4F2D7C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8402427-9278-504E-A00E-ED546A4CF3E8}" type="slidenum">
              <a:rPr lang="en-US" altLang="zh-CN">
                <a:latin typeface="Arial" panose="020B0604020202020204" pitchFamily="34" charset="0"/>
              </a:rPr>
              <a:pPr/>
              <a:t>40</a:t>
            </a:fld>
            <a:endParaRPr lang="en-US" altLang="zh-CN">
              <a:latin typeface="Arial" panose="020B0604020202020204" pitchFamily="34" charset="0"/>
            </a:endParaRPr>
          </a:p>
        </p:txBody>
      </p:sp>
      <p:sp>
        <p:nvSpPr>
          <p:cNvPr id="608258" name="Rectangle 2">
            <a:extLst>
              <a:ext uri="{FF2B5EF4-FFF2-40B4-BE49-F238E27FC236}">
                <a16:creationId xmlns:a16="http://schemas.microsoft.com/office/drawing/2014/main" id="{FE3FBE18-668D-5B10-9257-5426DC1685CB}"/>
              </a:ext>
            </a:extLst>
          </p:cNvPr>
          <p:cNvSpPr>
            <a:spLocks noGrp="1" noRot="1" noChangeArrowheads="1"/>
          </p:cNvSpPr>
          <p:nvPr>
            <p:ph type="title"/>
          </p:nvPr>
        </p:nvSpPr>
        <p:spPr/>
        <p:txBody>
          <a:bodyPr/>
          <a:lstStyle/>
          <a:p>
            <a:pPr eaLnBrk="1" hangingPunct="1"/>
            <a:r>
              <a:rPr lang="en-US" altLang="zh-CN" dirty="0"/>
              <a:t>6.3 </a:t>
            </a:r>
            <a:r>
              <a:rPr lang="zh-CN" altLang="en-US" dirty="0"/>
              <a:t>中断技术</a:t>
            </a:r>
          </a:p>
        </p:txBody>
      </p:sp>
      <p:sp>
        <p:nvSpPr>
          <p:cNvPr id="608259" name="Rectangle 3">
            <a:extLst>
              <a:ext uri="{FF2B5EF4-FFF2-40B4-BE49-F238E27FC236}">
                <a16:creationId xmlns:a16="http://schemas.microsoft.com/office/drawing/2014/main" id="{A2130236-F1C6-039E-9E30-61FACFAB01E5}"/>
              </a:ext>
            </a:extLst>
          </p:cNvPr>
          <p:cNvSpPr>
            <a:spLocks noGrp="1" noRot="1" noChangeArrowheads="1"/>
          </p:cNvSpPr>
          <p:nvPr>
            <p:ph type="body" idx="1"/>
          </p:nvPr>
        </p:nvSpPr>
        <p:spPr/>
        <p:txBody>
          <a:bodyPr/>
          <a:lstStyle/>
          <a:p>
            <a:pPr eaLnBrk="1" hangingPunct="1"/>
            <a:r>
              <a:rPr lang="zh-CN" altLang="en-US"/>
              <a:t>在计算机系统中，除了</a:t>
            </a:r>
            <a:r>
              <a:rPr lang="en-US" altLang="zh-CN"/>
              <a:t>I/O</a:t>
            </a:r>
            <a:r>
              <a:rPr lang="zh-CN" altLang="en-US"/>
              <a:t>中断外，还存在着许多其他的突发事件，如电源掉电，程序出错等，也会发出中断信号通知</a:t>
            </a:r>
            <a:r>
              <a:rPr lang="en-US" altLang="zh-CN"/>
              <a:t>CPU</a:t>
            </a:r>
            <a:r>
              <a:rPr lang="zh-CN" altLang="en-US"/>
              <a:t>做相应的处理。</a:t>
            </a:r>
          </a:p>
        </p:txBody>
      </p:sp>
    </p:spTree>
  </p:cSld>
  <p:clrMapOvr>
    <a:masterClrMapping/>
  </p:clrMapOvr>
  <p:transition spd="med">
    <p:random/>
    <p:sndAc>
      <p:stSnd>
        <p:snd r:embed="rId2"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CC26DCD-566D-674E-47B9-20DA424CF6C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791933E-1119-BA40-8429-50CC449E8299}" type="slidenum">
              <a:rPr lang="en-US" altLang="zh-CN">
                <a:latin typeface="Arial" panose="020B0604020202020204" pitchFamily="34" charset="0"/>
              </a:rPr>
              <a:pPr/>
              <a:t>41</a:t>
            </a:fld>
            <a:endParaRPr lang="en-US" altLang="zh-CN">
              <a:latin typeface="Arial" panose="020B0604020202020204" pitchFamily="34" charset="0"/>
            </a:endParaRPr>
          </a:p>
        </p:txBody>
      </p:sp>
      <p:sp>
        <p:nvSpPr>
          <p:cNvPr id="609282" name="Rectangle 2">
            <a:extLst>
              <a:ext uri="{FF2B5EF4-FFF2-40B4-BE49-F238E27FC236}">
                <a16:creationId xmlns:a16="http://schemas.microsoft.com/office/drawing/2014/main" id="{29410CD5-68E3-F8DE-451A-3FC3F8EF655C}"/>
              </a:ext>
            </a:extLst>
          </p:cNvPr>
          <p:cNvSpPr>
            <a:spLocks noGrp="1" noRot="1" noChangeArrowheads="1"/>
          </p:cNvSpPr>
          <p:nvPr>
            <p:ph type="title"/>
          </p:nvPr>
        </p:nvSpPr>
        <p:spPr/>
        <p:txBody>
          <a:bodyPr/>
          <a:lstStyle/>
          <a:p>
            <a:pPr eaLnBrk="1" hangingPunct="1">
              <a:defRPr/>
            </a:pPr>
            <a:r>
              <a:rPr lang="en-US" altLang="zh-CN" dirty="0"/>
              <a:t>6.3.1 </a:t>
            </a:r>
            <a:r>
              <a:rPr lang="zh-CN" altLang="en-US" dirty="0"/>
              <a:t>中断的基本概念</a:t>
            </a:r>
          </a:p>
        </p:txBody>
      </p:sp>
      <p:sp>
        <p:nvSpPr>
          <p:cNvPr id="609283" name="Rectangle 3">
            <a:extLst>
              <a:ext uri="{FF2B5EF4-FFF2-40B4-BE49-F238E27FC236}">
                <a16:creationId xmlns:a16="http://schemas.microsoft.com/office/drawing/2014/main" id="{C6135A81-707B-9C47-8FD7-1CDB1AD80E10}"/>
              </a:ext>
            </a:extLst>
          </p:cNvPr>
          <p:cNvSpPr>
            <a:spLocks noGrp="1" noRot="1" noChangeArrowheads="1"/>
          </p:cNvSpPr>
          <p:nvPr>
            <p:ph type="body" idx="1"/>
          </p:nvPr>
        </p:nvSpPr>
        <p:spPr/>
        <p:txBody>
          <a:bodyPr/>
          <a:lstStyle/>
          <a:p>
            <a:pPr eaLnBrk="1" hangingPunct="1">
              <a:lnSpc>
                <a:spcPct val="80000"/>
              </a:lnSpc>
            </a:pPr>
            <a:r>
              <a:rPr lang="zh-CN" altLang="en-US" sz="2800">
                <a:solidFill>
                  <a:schemeClr val="hlink"/>
                </a:solidFill>
              </a:rPr>
              <a:t>中断（</a:t>
            </a:r>
            <a:r>
              <a:rPr lang="en-US" altLang="zh-CN" sz="2800">
                <a:solidFill>
                  <a:schemeClr val="hlink"/>
                </a:solidFill>
              </a:rPr>
              <a:t>interrupt</a:t>
            </a:r>
            <a:r>
              <a:rPr lang="zh-CN" altLang="en-US" sz="2800">
                <a:solidFill>
                  <a:schemeClr val="hlink"/>
                </a:solidFill>
              </a:rPr>
              <a:t>）</a:t>
            </a:r>
            <a:r>
              <a:rPr lang="en-US" altLang="zh-CN" sz="2800"/>
              <a:t>:</a:t>
            </a:r>
            <a:r>
              <a:rPr lang="zh-CN" altLang="en-US" sz="2800"/>
              <a:t>指计算机在执行期间，系统内发生任何非寻常的或非预期的急需处理事件，使得</a:t>
            </a:r>
            <a:r>
              <a:rPr lang="en-US" altLang="zh-CN" sz="2800"/>
              <a:t>CPU</a:t>
            </a:r>
            <a:r>
              <a:rPr lang="zh-CN" altLang="en-US" sz="2800"/>
              <a:t>暂时中断当前正在执行的程序而转去执行相应的事件处理程序，待处理完毕后又返回原来被中断处继续执行或调度新的进程执行的过程。</a:t>
            </a:r>
          </a:p>
          <a:p>
            <a:pPr eaLnBrk="1" hangingPunct="1">
              <a:lnSpc>
                <a:spcPct val="80000"/>
              </a:lnSpc>
            </a:pPr>
            <a:r>
              <a:rPr lang="zh-CN" altLang="en-US" sz="2800">
                <a:solidFill>
                  <a:schemeClr val="hlink"/>
                </a:solidFill>
              </a:rPr>
              <a:t>中断源：</a:t>
            </a:r>
            <a:r>
              <a:rPr lang="zh-CN" altLang="en-US" sz="2800"/>
              <a:t>引起中断发生的事件</a:t>
            </a:r>
          </a:p>
          <a:p>
            <a:pPr eaLnBrk="1" hangingPunct="1">
              <a:lnSpc>
                <a:spcPct val="80000"/>
              </a:lnSpc>
            </a:pPr>
            <a:r>
              <a:rPr lang="zh-CN" altLang="en-US" sz="2800">
                <a:solidFill>
                  <a:schemeClr val="hlink"/>
                </a:solidFill>
              </a:rPr>
              <a:t>中断请求：</a:t>
            </a:r>
            <a:r>
              <a:rPr lang="zh-CN" altLang="en-US" sz="2800"/>
              <a:t>中断源向</a:t>
            </a:r>
            <a:r>
              <a:rPr lang="en-US" altLang="zh-CN" sz="2800"/>
              <a:t>CPU</a:t>
            </a:r>
            <a:r>
              <a:rPr lang="zh-CN" altLang="en-US" sz="2800"/>
              <a:t>发出的请求中断处理的信号 。</a:t>
            </a:r>
          </a:p>
          <a:p>
            <a:pPr eaLnBrk="1" hangingPunct="1">
              <a:lnSpc>
                <a:spcPct val="80000"/>
              </a:lnSpc>
            </a:pPr>
            <a:r>
              <a:rPr lang="zh-CN" altLang="en-US" sz="2800">
                <a:solidFill>
                  <a:schemeClr val="hlink"/>
                </a:solidFill>
              </a:rPr>
              <a:t>中断响应：</a:t>
            </a:r>
            <a:r>
              <a:rPr lang="en-US" altLang="zh-CN" sz="2800"/>
              <a:t>CPU</a:t>
            </a:r>
            <a:r>
              <a:rPr lang="zh-CN" altLang="en-US" sz="2800"/>
              <a:t>收到中断请求后转向相应的事件处理程序称为中断响应。</a:t>
            </a:r>
          </a:p>
        </p:txBody>
      </p:sp>
    </p:spTree>
  </p:cSld>
  <p:clrMapOvr>
    <a:masterClrMapping/>
  </p:clrMapOvr>
  <p:transition spd="med">
    <p:random/>
    <p:sndAc>
      <p:stSnd>
        <p:snd r:embed="rId2" name="camera.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DFC5FB4-1BFB-C8DF-21E3-BB494102946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0ACE1D5-B14A-DC40-BCF0-D1DC97703C86}" type="slidenum">
              <a:rPr lang="en-US" altLang="zh-CN">
                <a:latin typeface="Arial" panose="020B0604020202020204" pitchFamily="34" charset="0"/>
              </a:rPr>
              <a:pPr/>
              <a:t>42</a:t>
            </a:fld>
            <a:endParaRPr lang="en-US" altLang="zh-CN">
              <a:latin typeface="Arial" panose="020B0604020202020204" pitchFamily="34" charset="0"/>
            </a:endParaRPr>
          </a:p>
        </p:txBody>
      </p:sp>
      <p:sp>
        <p:nvSpPr>
          <p:cNvPr id="610306" name="Rectangle 2">
            <a:extLst>
              <a:ext uri="{FF2B5EF4-FFF2-40B4-BE49-F238E27FC236}">
                <a16:creationId xmlns:a16="http://schemas.microsoft.com/office/drawing/2014/main" id="{5C9BD8A3-5E7C-D942-963D-F7F664D6D559}"/>
              </a:ext>
            </a:extLst>
          </p:cNvPr>
          <p:cNvSpPr>
            <a:spLocks noGrp="1" noRot="1" noChangeArrowheads="1"/>
          </p:cNvSpPr>
          <p:nvPr>
            <p:ph type="title"/>
          </p:nvPr>
        </p:nvSpPr>
        <p:spPr>
          <a:xfrm>
            <a:off x="1476375" y="73025"/>
            <a:ext cx="7667625" cy="1143000"/>
          </a:xfrm>
        </p:spPr>
        <p:txBody>
          <a:bodyPr/>
          <a:lstStyle/>
          <a:p>
            <a:pPr eaLnBrk="1" hangingPunct="1"/>
            <a:r>
              <a:rPr lang="en-US" altLang="zh-CN" dirty="0"/>
              <a:t>6.3.1 </a:t>
            </a:r>
            <a:r>
              <a:rPr lang="zh-CN" altLang="en-US" dirty="0"/>
              <a:t>中断的基本概念（续）</a:t>
            </a:r>
          </a:p>
        </p:txBody>
      </p:sp>
      <p:sp>
        <p:nvSpPr>
          <p:cNvPr id="610307" name="Rectangle 3">
            <a:extLst>
              <a:ext uri="{FF2B5EF4-FFF2-40B4-BE49-F238E27FC236}">
                <a16:creationId xmlns:a16="http://schemas.microsoft.com/office/drawing/2014/main" id="{1ACADB30-AEF8-EC3F-FA30-8A989CDA9CBD}"/>
              </a:ext>
            </a:extLst>
          </p:cNvPr>
          <p:cNvSpPr>
            <a:spLocks noGrp="1" noRot="1" noChangeArrowheads="1"/>
          </p:cNvSpPr>
          <p:nvPr>
            <p:ph type="body" idx="1"/>
          </p:nvPr>
        </p:nvSpPr>
        <p:spPr/>
        <p:txBody>
          <a:bodyPr/>
          <a:lstStyle/>
          <a:p>
            <a:pPr eaLnBrk="1" hangingPunct="1">
              <a:lnSpc>
                <a:spcPct val="90000"/>
              </a:lnSpc>
            </a:pPr>
            <a:r>
              <a:rPr lang="zh-CN" altLang="en-US" sz="2800">
                <a:solidFill>
                  <a:schemeClr val="hlink"/>
                </a:solidFill>
              </a:rPr>
              <a:t>禁止中断：</a:t>
            </a:r>
            <a:r>
              <a:rPr lang="zh-CN" altLang="en-US" sz="2800"/>
              <a:t>当</a:t>
            </a:r>
            <a:r>
              <a:rPr lang="en-US" altLang="zh-CN" sz="2800"/>
              <a:t>CPU</a:t>
            </a:r>
            <a:r>
              <a:rPr lang="zh-CN" altLang="en-US" sz="2800"/>
              <a:t>内部的处理机状态字</a:t>
            </a:r>
            <a:r>
              <a:rPr lang="en-US" altLang="zh-CN" sz="2800"/>
              <a:t>PSW</a:t>
            </a:r>
            <a:r>
              <a:rPr lang="zh-CN" altLang="en-US" sz="2800"/>
              <a:t>的中断允许位被清除，不允许</a:t>
            </a:r>
            <a:r>
              <a:rPr lang="en-US" altLang="zh-CN" sz="2800"/>
              <a:t>CPU</a:t>
            </a:r>
            <a:r>
              <a:rPr lang="zh-CN" altLang="en-US" sz="2800"/>
              <a:t>响应中断的情况称为禁止中断。</a:t>
            </a:r>
          </a:p>
          <a:p>
            <a:pPr eaLnBrk="1" hangingPunct="1">
              <a:lnSpc>
                <a:spcPct val="90000"/>
              </a:lnSpc>
            </a:pPr>
            <a:r>
              <a:rPr lang="zh-CN" altLang="en-US" sz="2800">
                <a:solidFill>
                  <a:schemeClr val="hlink"/>
                </a:solidFill>
              </a:rPr>
              <a:t>关中断：</a:t>
            </a:r>
            <a:r>
              <a:rPr lang="en-US" altLang="zh-CN" sz="2800"/>
              <a:t>PSW</a:t>
            </a:r>
            <a:r>
              <a:rPr lang="zh-CN" altLang="en-US" sz="2800"/>
              <a:t>的中断允许位被清除。</a:t>
            </a:r>
          </a:p>
          <a:p>
            <a:pPr eaLnBrk="1" hangingPunct="1">
              <a:lnSpc>
                <a:spcPct val="90000"/>
              </a:lnSpc>
            </a:pPr>
            <a:r>
              <a:rPr lang="zh-CN" altLang="en-US" sz="2800">
                <a:solidFill>
                  <a:schemeClr val="hlink"/>
                </a:solidFill>
              </a:rPr>
              <a:t>开中断：</a:t>
            </a:r>
            <a:r>
              <a:rPr lang="en-US" altLang="zh-CN" sz="2800"/>
              <a:t>PSW</a:t>
            </a:r>
            <a:r>
              <a:rPr lang="zh-CN" altLang="en-US" sz="2800"/>
              <a:t>的中断允许位被设置。</a:t>
            </a:r>
          </a:p>
          <a:p>
            <a:pPr eaLnBrk="1" hangingPunct="1">
              <a:lnSpc>
                <a:spcPct val="90000"/>
              </a:lnSpc>
            </a:pPr>
            <a:r>
              <a:rPr lang="zh-CN" altLang="en-US" sz="2800"/>
              <a:t>开中断和关中断是为了保证某些程序执行的原子性，如原语。</a:t>
            </a:r>
          </a:p>
          <a:p>
            <a:pPr eaLnBrk="1" hangingPunct="1">
              <a:lnSpc>
                <a:spcPct val="90000"/>
              </a:lnSpc>
            </a:pPr>
            <a:r>
              <a:rPr lang="zh-CN" altLang="en-US" sz="2800"/>
              <a:t>中断请求、开中断、关中断等都是由硬件实现的。</a:t>
            </a:r>
          </a:p>
          <a:p>
            <a:pPr eaLnBrk="1" hangingPunct="1">
              <a:lnSpc>
                <a:spcPct val="90000"/>
              </a:lnSpc>
              <a:buFont typeface="Wingdings" pitchFamily="2" charset="2"/>
              <a:buNone/>
            </a:pPr>
            <a:endParaRPr lang="en-US" altLang="zh-CN" sz="2800"/>
          </a:p>
        </p:txBody>
      </p:sp>
    </p:spTree>
  </p:cSld>
  <p:clrMapOvr>
    <a:masterClrMapping/>
  </p:clrMapOvr>
  <p:transition spd="med">
    <p:random/>
    <p:sndAc>
      <p:stSnd>
        <p:snd r:embed="rId2" name="camera.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99AADF0-379A-4E12-8ABE-67C9784C5E8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B88FB4F-88A9-054B-89A2-739F917E8AE9}" type="slidenum">
              <a:rPr lang="en-US" altLang="zh-CN">
                <a:latin typeface="Arial" panose="020B0604020202020204" pitchFamily="34" charset="0"/>
              </a:rPr>
              <a:pPr/>
              <a:t>43</a:t>
            </a:fld>
            <a:endParaRPr lang="en-US" altLang="zh-CN">
              <a:latin typeface="Arial" panose="020B0604020202020204" pitchFamily="34" charset="0"/>
            </a:endParaRPr>
          </a:p>
        </p:txBody>
      </p:sp>
      <p:sp>
        <p:nvSpPr>
          <p:cNvPr id="611330" name="Rectangle 2">
            <a:extLst>
              <a:ext uri="{FF2B5EF4-FFF2-40B4-BE49-F238E27FC236}">
                <a16:creationId xmlns:a16="http://schemas.microsoft.com/office/drawing/2014/main" id="{552A49D2-B667-F84F-07B8-ECA69E6CD929}"/>
              </a:ext>
            </a:extLst>
          </p:cNvPr>
          <p:cNvSpPr>
            <a:spLocks noGrp="1" noRot="1" noChangeArrowheads="1"/>
          </p:cNvSpPr>
          <p:nvPr>
            <p:ph type="title"/>
          </p:nvPr>
        </p:nvSpPr>
        <p:spPr>
          <a:xfrm>
            <a:off x="1476375" y="73025"/>
            <a:ext cx="7416800" cy="1143000"/>
          </a:xfrm>
        </p:spPr>
        <p:txBody>
          <a:bodyPr/>
          <a:lstStyle/>
          <a:p>
            <a:pPr eaLnBrk="1" hangingPunct="1"/>
            <a:r>
              <a:rPr lang="en-US" altLang="zh-CN" dirty="0"/>
              <a:t>6.3.1 </a:t>
            </a:r>
            <a:r>
              <a:rPr lang="zh-CN" altLang="en-US" dirty="0"/>
              <a:t>中断的基本概念（续）</a:t>
            </a:r>
          </a:p>
        </p:txBody>
      </p:sp>
      <p:sp>
        <p:nvSpPr>
          <p:cNvPr id="611331" name="Rectangle 3">
            <a:extLst>
              <a:ext uri="{FF2B5EF4-FFF2-40B4-BE49-F238E27FC236}">
                <a16:creationId xmlns:a16="http://schemas.microsoft.com/office/drawing/2014/main" id="{2111D8D0-685B-2F6D-C072-5A05B5C48ACD}"/>
              </a:ext>
            </a:extLst>
          </p:cNvPr>
          <p:cNvSpPr>
            <a:spLocks noGrp="1" noRot="1" noChangeArrowheads="1"/>
          </p:cNvSpPr>
          <p:nvPr>
            <p:ph type="body" idx="1"/>
          </p:nvPr>
        </p:nvSpPr>
        <p:spPr/>
        <p:txBody>
          <a:bodyPr/>
          <a:lstStyle/>
          <a:p>
            <a:pPr eaLnBrk="1" hangingPunct="1"/>
            <a:r>
              <a:rPr lang="zh-CN" altLang="en-US" sz="2800"/>
              <a:t>中断屏蔽：是指在中断请求产生之后，系统用软件方式有选择地封锁部分中断而允许其余部分的中断仍能得到响应。</a:t>
            </a:r>
          </a:p>
          <a:p>
            <a:pPr eaLnBrk="1" hangingPunct="1"/>
            <a:r>
              <a:rPr lang="zh-CN" altLang="en-US" sz="2800"/>
              <a:t>中断屏蔽是通过每一类中断源设置一个中断屏蔽触发器来屏蔽它们的中断请求而实现的。</a:t>
            </a:r>
          </a:p>
          <a:p>
            <a:pPr eaLnBrk="1" hangingPunct="1"/>
            <a:r>
              <a:rPr lang="zh-CN" altLang="en-US" sz="2800"/>
              <a:t>有些中断请求是不能屏蔽甚至也不能禁止，这些中断具有最高优先级，不管</a:t>
            </a:r>
            <a:r>
              <a:rPr lang="en-US" altLang="zh-CN" sz="2800"/>
              <a:t>CPU</a:t>
            </a:r>
            <a:r>
              <a:rPr lang="zh-CN" altLang="en-US" sz="2800"/>
              <a:t>是否是关中断的，只要这些中断请求一旦提出，</a:t>
            </a:r>
            <a:r>
              <a:rPr lang="en-US" altLang="zh-CN" sz="2800"/>
              <a:t>CPU</a:t>
            </a:r>
            <a:r>
              <a:rPr lang="zh-CN" altLang="en-US" sz="2800"/>
              <a:t>必须立即响应。例如，电源掉电事件引发的中断。 </a:t>
            </a:r>
          </a:p>
        </p:txBody>
      </p:sp>
    </p:spTree>
  </p:cSld>
  <p:clrMapOvr>
    <a:masterClrMapping/>
  </p:clrMapOvr>
  <p:transition spd="med">
    <p:random/>
    <p:sndAc>
      <p:stSnd>
        <p:snd r:embed="rId2" name="camera.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CDF31DD-EF85-3DBA-19A5-F3452B5AF03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0913181-A409-7A41-AF34-E102C6547620}" type="slidenum">
              <a:rPr lang="en-US" altLang="zh-CN">
                <a:latin typeface="Arial" panose="020B0604020202020204" pitchFamily="34" charset="0"/>
              </a:rPr>
              <a:pPr/>
              <a:t>44</a:t>
            </a:fld>
            <a:endParaRPr lang="en-US" altLang="zh-CN">
              <a:latin typeface="Arial" panose="020B0604020202020204" pitchFamily="34" charset="0"/>
            </a:endParaRPr>
          </a:p>
        </p:txBody>
      </p:sp>
      <p:sp>
        <p:nvSpPr>
          <p:cNvPr id="612354" name="Rectangle 2">
            <a:extLst>
              <a:ext uri="{FF2B5EF4-FFF2-40B4-BE49-F238E27FC236}">
                <a16:creationId xmlns:a16="http://schemas.microsoft.com/office/drawing/2014/main" id="{DE59096C-3639-12F8-F0AE-BDE7B74B34A3}"/>
              </a:ext>
            </a:extLst>
          </p:cNvPr>
          <p:cNvSpPr>
            <a:spLocks noGrp="1" noRot="1" noChangeArrowheads="1"/>
          </p:cNvSpPr>
          <p:nvPr>
            <p:ph type="title"/>
          </p:nvPr>
        </p:nvSpPr>
        <p:spPr/>
        <p:txBody>
          <a:bodyPr/>
          <a:lstStyle/>
          <a:p>
            <a:pPr eaLnBrk="1" hangingPunct="1"/>
            <a:r>
              <a:rPr lang="en-US" altLang="zh-CN" dirty="0"/>
              <a:t>6.3.2 </a:t>
            </a:r>
            <a:r>
              <a:rPr lang="zh-CN" altLang="en-US" dirty="0"/>
              <a:t>中断的分类和优先级</a:t>
            </a:r>
          </a:p>
        </p:txBody>
      </p:sp>
      <p:sp>
        <p:nvSpPr>
          <p:cNvPr id="612355" name="Rectangle 3">
            <a:extLst>
              <a:ext uri="{FF2B5EF4-FFF2-40B4-BE49-F238E27FC236}">
                <a16:creationId xmlns:a16="http://schemas.microsoft.com/office/drawing/2014/main" id="{10B971A3-3866-3573-0410-93284829B007}"/>
              </a:ext>
            </a:extLst>
          </p:cNvPr>
          <p:cNvSpPr>
            <a:spLocks noGrp="1" noRot="1" noChangeArrowheads="1"/>
          </p:cNvSpPr>
          <p:nvPr>
            <p:ph type="body" idx="1"/>
          </p:nvPr>
        </p:nvSpPr>
        <p:spPr/>
        <p:txBody>
          <a:bodyPr/>
          <a:lstStyle/>
          <a:p>
            <a:pPr eaLnBrk="1" hangingPunct="1"/>
            <a:r>
              <a:rPr lang="zh-CN" altLang="en-US"/>
              <a:t>根据系统对中断处理的需要，操作系统一般对中断进行分类并对不同的中断赋予不同的处理优先级，以便在不同的中断同时发生时，按轻重缓急进行处理。</a:t>
            </a:r>
          </a:p>
          <a:p>
            <a:pPr eaLnBrk="1" hangingPunct="1"/>
            <a:r>
              <a:rPr lang="zh-CN" altLang="en-US"/>
              <a:t>根据中断源产生的条件，可把中断分为</a:t>
            </a:r>
            <a:r>
              <a:rPr lang="zh-CN" altLang="en-US">
                <a:solidFill>
                  <a:schemeClr val="hlink"/>
                </a:solidFill>
              </a:rPr>
              <a:t>外中断</a:t>
            </a:r>
            <a:r>
              <a:rPr lang="zh-CN" altLang="en-US"/>
              <a:t>和</a:t>
            </a:r>
            <a:r>
              <a:rPr lang="zh-CN" altLang="en-US">
                <a:solidFill>
                  <a:schemeClr val="hlink"/>
                </a:solidFill>
              </a:rPr>
              <a:t>内中断</a:t>
            </a:r>
            <a:r>
              <a:rPr lang="zh-CN" altLang="en-US"/>
              <a:t>。</a:t>
            </a:r>
          </a:p>
        </p:txBody>
      </p:sp>
    </p:spTree>
  </p:cSld>
  <p:clrMapOvr>
    <a:masterClrMapping/>
  </p:clrMapOvr>
  <p:transition spd="med">
    <p:random/>
    <p:sndAc>
      <p:stSnd>
        <p:snd r:embed="rId2" name="camera.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B4C5BF4-81BE-22F3-D3A6-803BBC949C2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682D086-071A-0C48-B0B2-5ED4BB7996F6}" type="slidenum">
              <a:rPr lang="en-US" altLang="zh-CN">
                <a:latin typeface="Arial" panose="020B0604020202020204" pitchFamily="34" charset="0"/>
              </a:rPr>
              <a:pPr/>
              <a:t>45</a:t>
            </a:fld>
            <a:endParaRPr lang="en-US" altLang="zh-CN">
              <a:latin typeface="Arial" panose="020B0604020202020204" pitchFamily="34" charset="0"/>
            </a:endParaRPr>
          </a:p>
        </p:txBody>
      </p:sp>
      <p:sp>
        <p:nvSpPr>
          <p:cNvPr id="613378" name="Rectangle 2">
            <a:extLst>
              <a:ext uri="{FF2B5EF4-FFF2-40B4-BE49-F238E27FC236}">
                <a16:creationId xmlns:a16="http://schemas.microsoft.com/office/drawing/2014/main" id="{1D694ED8-1518-B166-DB36-A96B3465293B}"/>
              </a:ext>
            </a:extLst>
          </p:cNvPr>
          <p:cNvSpPr>
            <a:spLocks noGrp="1" noRot="1" noChangeArrowheads="1"/>
          </p:cNvSpPr>
          <p:nvPr>
            <p:ph type="title"/>
          </p:nvPr>
        </p:nvSpPr>
        <p:spPr/>
        <p:txBody>
          <a:bodyPr/>
          <a:lstStyle/>
          <a:p>
            <a:pPr eaLnBrk="1" hangingPunct="1"/>
            <a:r>
              <a:rPr lang="en-US" altLang="zh-CN"/>
              <a:t>1.</a:t>
            </a:r>
            <a:r>
              <a:rPr lang="zh-CN" altLang="en-US"/>
              <a:t>中断的分类</a:t>
            </a:r>
            <a:r>
              <a:rPr lang="en-US" altLang="zh-CN"/>
              <a:t>—</a:t>
            </a:r>
            <a:r>
              <a:rPr lang="zh-CN" altLang="en-US"/>
              <a:t>外中断</a:t>
            </a:r>
          </a:p>
        </p:txBody>
      </p:sp>
      <p:sp>
        <p:nvSpPr>
          <p:cNvPr id="613379" name="Rectangle 3">
            <a:extLst>
              <a:ext uri="{FF2B5EF4-FFF2-40B4-BE49-F238E27FC236}">
                <a16:creationId xmlns:a16="http://schemas.microsoft.com/office/drawing/2014/main" id="{711D5DA4-78C4-4533-F09C-122758FF3852}"/>
              </a:ext>
            </a:extLst>
          </p:cNvPr>
          <p:cNvSpPr>
            <a:spLocks noGrp="1" noRot="1" noChangeArrowheads="1"/>
          </p:cNvSpPr>
          <p:nvPr>
            <p:ph type="body" idx="1"/>
          </p:nvPr>
        </p:nvSpPr>
        <p:spPr/>
        <p:txBody>
          <a:bodyPr/>
          <a:lstStyle/>
          <a:p>
            <a:pPr eaLnBrk="1" hangingPunct="1"/>
            <a:r>
              <a:rPr lang="zh-CN" altLang="en-US"/>
              <a:t>外中断：指来自</a:t>
            </a:r>
            <a:r>
              <a:rPr lang="en-US" altLang="zh-CN"/>
              <a:t>CPU</a:t>
            </a:r>
            <a:r>
              <a:rPr lang="zh-CN" altLang="en-US"/>
              <a:t>和内存外部的中断。</a:t>
            </a:r>
          </a:p>
          <a:p>
            <a:pPr eaLnBrk="1" hangingPunct="1"/>
            <a:r>
              <a:rPr lang="zh-CN" altLang="en-US"/>
              <a:t>外中断包括：</a:t>
            </a:r>
            <a:r>
              <a:rPr lang="en-US" altLang="zh-CN">
                <a:solidFill>
                  <a:schemeClr val="hlink"/>
                </a:solidFill>
              </a:rPr>
              <a:t>I/O</a:t>
            </a:r>
            <a:r>
              <a:rPr lang="zh-CN" altLang="en-US">
                <a:solidFill>
                  <a:schemeClr val="hlink"/>
                </a:solidFill>
              </a:rPr>
              <a:t>中断</a:t>
            </a:r>
            <a:r>
              <a:rPr lang="zh-CN" altLang="en-US"/>
              <a:t>、</a:t>
            </a:r>
            <a:r>
              <a:rPr lang="zh-CN" altLang="en-US">
                <a:solidFill>
                  <a:schemeClr val="hlink"/>
                </a:solidFill>
              </a:rPr>
              <a:t>外部信号中断</a:t>
            </a:r>
            <a:r>
              <a:rPr lang="zh-CN" altLang="en-US"/>
              <a:t>、各种定时器引起的</a:t>
            </a:r>
            <a:r>
              <a:rPr lang="zh-CN" altLang="en-US">
                <a:solidFill>
                  <a:schemeClr val="hlink"/>
                </a:solidFill>
              </a:rPr>
              <a:t>时钟中断</a:t>
            </a:r>
            <a:r>
              <a:rPr lang="zh-CN" altLang="en-US"/>
              <a:t>和调试程序引起的</a:t>
            </a:r>
            <a:r>
              <a:rPr lang="zh-CN" altLang="en-US">
                <a:solidFill>
                  <a:schemeClr val="hlink"/>
                </a:solidFill>
              </a:rPr>
              <a:t>调试中断</a:t>
            </a:r>
            <a:r>
              <a:rPr lang="zh-CN" altLang="en-US"/>
              <a:t>。</a:t>
            </a:r>
          </a:p>
          <a:p>
            <a:pPr eaLnBrk="1" hangingPunct="1"/>
            <a:r>
              <a:rPr lang="zh-CN" altLang="en-US"/>
              <a:t>外中断在狭意上一般称为中断。</a:t>
            </a:r>
          </a:p>
        </p:txBody>
      </p:sp>
    </p:spTree>
  </p:cSld>
  <p:clrMapOvr>
    <a:masterClrMapping/>
  </p:clrMapOvr>
  <p:transition spd="med">
    <p:random/>
    <p:sndAc>
      <p:stSnd>
        <p:snd r:embed="rId2" name="camera.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01AE39A-C834-4C77-FFE1-652B033782D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5479C4D-F8F5-7749-94CF-4E34CE553E1E}" type="slidenum">
              <a:rPr lang="en-US" altLang="zh-CN">
                <a:latin typeface="Arial" panose="020B0604020202020204" pitchFamily="34" charset="0"/>
              </a:rPr>
              <a:pPr/>
              <a:t>46</a:t>
            </a:fld>
            <a:endParaRPr lang="en-US" altLang="zh-CN">
              <a:latin typeface="Arial" panose="020B0604020202020204" pitchFamily="34" charset="0"/>
            </a:endParaRPr>
          </a:p>
        </p:txBody>
      </p:sp>
      <p:sp>
        <p:nvSpPr>
          <p:cNvPr id="614402" name="Rectangle 2">
            <a:extLst>
              <a:ext uri="{FF2B5EF4-FFF2-40B4-BE49-F238E27FC236}">
                <a16:creationId xmlns:a16="http://schemas.microsoft.com/office/drawing/2014/main" id="{FD3CE878-712F-B976-D3AD-14AA45F45CA8}"/>
              </a:ext>
            </a:extLst>
          </p:cNvPr>
          <p:cNvSpPr>
            <a:spLocks noGrp="1" noRot="1" noChangeArrowheads="1"/>
          </p:cNvSpPr>
          <p:nvPr>
            <p:ph type="title"/>
          </p:nvPr>
        </p:nvSpPr>
        <p:spPr/>
        <p:txBody>
          <a:bodyPr/>
          <a:lstStyle/>
          <a:p>
            <a:pPr eaLnBrk="1" hangingPunct="1"/>
            <a:r>
              <a:rPr lang="en-US" altLang="zh-CN"/>
              <a:t>1.</a:t>
            </a:r>
            <a:r>
              <a:rPr lang="zh-CN" altLang="en-US"/>
              <a:t>中断的分类</a:t>
            </a:r>
            <a:r>
              <a:rPr lang="en-US" altLang="zh-CN"/>
              <a:t>—</a:t>
            </a:r>
            <a:r>
              <a:rPr lang="zh-CN" altLang="en-US"/>
              <a:t>内中断</a:t>
            </a:r>
          </a:p>
        </p:txBody>
      </p:sp>
      <p:sp>
        <p:nvSpPr>
          <p:cNvPr id="614403" name="Rectangle 3">
            <a:extLst>
              <a:ext uri="{FF2B5EF4-FFF2-40B4-BE49-F238E27FC236}">
                <a16:creationId xmlns:a16="http://schemas.microsoft.com/office/drawing/2014/main" id="{BF72C9E1-A6B9-1AEE-5F26-FCB1CE0FE420}"/>
              </a:ext>
            </a:extLst>
          </p:cNvPr>
          <p:cNvSpPr>
            <a:spLocks noGrp="1" noRot="1" noChangeArrowheads="1"/>
          </p:cNvSpPr>
          <p:nvPr>
            <p:ph type="body" idx="1"/>
          </p:nvPr>
        </p:nvSpPr>
        <p:spPr/>
        <p:txBody>
          <a:bodyPr/>
          <a:lstStyle/>
          <a:p>
            <a:pPr eaLnBrk="1" hangingPunct="1"/>
            <a:r>
              <a:rPr lang="zh-CN" altLang="en-US" sz="2800"/>
              <a:t>内中断：处理机和内存内部产生的中断。</a:t>
            </a:r>
          </a:p>
          <a:p>
            <a:pPr eaLnBrk="1" hangingPunct="1"/>
            <a:r>
              <a:rPr lang="zh-CN" altLang="en-US" sz="2800"/>
              <a:t>内中断一般称为陷阱</a:t>
            </a:r>
            <a:r>
              <a:rPr lang="en-US" altLang="zh-CN" sz="2800"/>
              <a:t>(trap)</a:t>
            </a:r>
            <a:r>
              <a:rPr lang="zh-CN" altLang="en-US" sz="2800"/>
              <a:t>。</a:t>
            </a:r>
          </a:p>
          <a:p>
            <a:pPr eaLnBrk="1" hangingPunct="1"/>
            <a:r>
              <a:rPr lang="zh-CN" altLang="en-US" sz="2800"/>
              <a:t>内中断包括：</a:t>
            </a:r>
          </a:p>
          <a:p>
            <a:pPr lvl="1" eaLnBrk="1" hangingPunct="1"/>
            <a:r>
              <a:rPr lang="zh-CN" altLang="en-US" sz="2400">
                <a:solidFill>
                  <a:srgbClr val="CC0066"/>
                </a:solidFill>
              </a:rPr>
              <a:t>程序运算引起的各种错误</a:t>
            </a:r>
            <a:r>
              <a:rPr lang="zh-CN" altLang="en-US" sz="2400"/>
              <a:t>，如地址非法、校验错、页面失效、存取访问控制错、算术操作溢出、数据格式非法、除数为</a:t>
            </a:r>
            <a:r>
              <a:rPr lang="en-US" altLang="zh-CN" sz="2400"/>
              <a:t>0</a:t>
            </a:r>
            <a:r>
              <a:rPr lang="zh-CN" altLang="en-US" sz="2400"/>
              <a:t>、非法指令等。</a:t>
            </a:r>
          </a:p>
          <a:p>
            <a:pPr lvl="1" eaLnBrk="1" hangingPunct="1"/>
            <a:r>
              <a:rPr lang="zh-CN" altLang="en-US" sz="2400">
                <a:solidFill>
                  <a:srgbClr val="CC0066"/>
                </a:solidFill>
              </a:rPr>
              <a:t>用户程序执行特权指令</a:t>
            </a:r>
            <a:r>
              <a:rPr lang="zh-CN" altLang="en-US" sz="2400"/>
              <a:t>；</a:t>
            </a:r>
          </a:p>
          <a:p>
            <a:pPr lvl="1" eaLnBrk="1" hangingPunct="1"/>
            <a:r>
              <a:rPr lang="zh-CN" altLang="en-US" sz="2400">
                <a:solidFill>
                  <a:srgbClr val="CC0066"/>
                </a:solidFill>
              </a:rPr>
              <a:t>分时系统中的时间片中断</a:t>
            </a:r>
            <a:r>
              <a:rPr lang="zh-CN" altLang="en-US" sz="2400"/>
              <a:t>；</a:t>
            </a:r>
          </a:p>
          <a:p>
            <a:pPr lvl="1" eaLnBrk="1" hangingPunct="1"/>
            <a:r>
              <a:rPr lang="zh-CN" altLang="en-US" sz="2400">
                <a:solidFill>
                  <a:srgbClr val="CC0066"/>
                </a:solidFill>
              </a:rPr>
              <a:t>从用户态到核心态的切换</a:t>
            </a:r>
            <a:r>
              <a:rPr lang="zh-CN" altLang="en-US" sz="2400"/>
              <a:t>。</a:t>
            </a:r>
          </a:p>
        </p:txBody>
      </p:sp>
    </p:spTree>
  </p:cSld>
  <p:clrMapOvr>
    <a:masterClrMapping/>
  </p:clrMapOvr>
  <p:transition spd="med">
    <p:random/>
    <p:sndAc>
      <p:stSnd>
        <p:snd r:embed="rId2" name="camera.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71587A1-20AB-EF85-B8D0-C823F3BC806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7040C5A-95F9-A44D-969C-22B7AFEFE44C}" type="slidenum">
              <a:rPr lang="en-US" altLang="zh-CN">
                <a:latin typeface="Arial" panose="020B0604020202020204" pitchFamily="34" charset="0"/>
              </a:rPr>
              <a:pPr/>
              <a:t>47</a:t>
            </a:fld>
            <a:endParaRPr lang="en-US" altLang="zh-CN">
              <a:latin typeface="Arial" panose="020B0604020202020204" pitchFamily="34" charset="0"/>
            </a:endParaRPr>
          </a:p>
        </p:txBody>
      </p:sp>
      <p:sp>
        <p:nvSpPr>
          <p:cNvPr id="615426" name="Rectangle 2">
            <a:extLst>
              <a:ext uri="{FF2B5EF4-FFF2-40B4-BE49-F238E27FC236}">
                <a16:creationId xmlns:a16="http://schemas.microsoft.com/office/drawing/2014/main" id="{DD65C590-19D8-5EC6-E905-DBBF80F41023}"/>
              </a:ext>
            </a:extLst>
          </p:cNvPr>
          <p:cNvSpPr>
            <a:spLocks noGrp="1" noRot="1" noChangeArrowheads="1"/>
          </p:cNvSpPr>
          <p:nvPr>
            <p:ph type="title"/>
          </p:nvPr>
        </p:nvSpPr>
        <p:spPr/>
        <p:txBody>
          <a:bodyPr/>
          <a:lstStyle/>
          <a:p>
            <a:pPr eaLnBrk="1" hangingPunct="1"/>
            <a:r>
              <a:rPr lang="en-US" altLang="zh-CN"/>
              <a:t>2. </a:t>
            </a:r>
            <a:r>
              <a:rPr lang="zh-CN" altLang="en-US"/>
              <a:t>中断的优先级 </a:t>
            </a:r>
          </a:p>
        </p:txBody>
      </p:sp>
      <p:sp>
        <p:nvSpPr>
          <p:cNvPr id="615427" name="Rectangle 3">
            <a:extLst>
              <a:ext uri="{FF2B5EF4-FFF2-40B4-BE49-F238E27FC236}">
                <a16:creationId xmlns:a16="http://schemas.microsoft.com/office/drawing/2014/main" id="{E9FBDC79-BA3D-2E04-7108-1A7D3E899EC3}"/>
              </a:ext>
            </a:extLst>
          </p:cNvPr>
          <p:cNvSpPr>
            <a:spLocks noGrp="1" noRot="1" noChangeArrowheads="1"/>
          </p:cNvSpPr>
          <p:nvPr>
            <p:ph type="body" idx="1"/>
          </p:nvPr>
        </p:nvSpPr>
        <p:spPr/>
        <p:txBody>
          <a:bodyPr/>
          <a:lstStyle/>
          <a:p>
            <a:pPr eaLnBrk="1" hangingPunct="1"/>
            <a:r>
              <a:rPr lang="zh-CN" altLang="en-US" sz="2800"/>
              <a:t>按中断源的轻重缓急，</a:t>
            </a:r>
            <a:r>
              <a:rPr lang="en-US" altLang="zh-CN" sz="2800">
                <a:solidFill>
                  <a:srgbClr val="CC0066"/>
                </a:solidFill>
              </a:rPr>
              <a:t>OS</a:t>
            </a:r>
            <a:r>
              <a:rPr lang="zh-CN" altLang="en-US" sz="2800">
                <a:solidFill>
                  <a:srgbClr val="CC0066"/>
                </a:solidFill>
              </a:rPr>
              <a:t>对不同的中断赋予不同的优先级</a:t>
            </a:r>
            <a:r>
              <a:rPr lang="zh-CN" altLang="en-US" sz="2800"/>
              <a:t>。</a:t>
            </a:r>
          </a:p>
          <a:p>
            <a:pPr eaLnBrk="1" hangingPunct="1">
              <a:buFont typeface="Wingdings" pitchFamily="2" charset="2"/>
              <a:buNone/>
            </a:pPr>
            <a:r>
              <a:rPr lang="zh-CN" altLang="en-US" sz="2800"/>
              <a:t>     如在</a:t>
            </a:r>
            <a:r>
              <a:rPr lang="en-US" altLang="zh-CN" sz="2800"/>
              <a:t>UNIX</a:t>
            </a:r>
            <a:r>
              <a:rPr lang="zh-CN" altLang="en-US" sz="2800"/>
              <a:t>系统中，外中断和陷阱的优先级共分为</a:t>
            </a:r>
            <a:r>
              <a:rPr lang="en-US" altLang="zh-CN" sz="2800"/>
              <a:t>8</a:t>
            </a:r>
            <a:r>
              <a:rPr lang="zh-CN" altLang="en-US" sz="2800"/>
              <a:t>级。</a:t>
            </a:r>
          </a:p>
          <a:p>
            <a:pPr eaLnBrk="1" hangingPunct="1"/>
            <a:r>
              <a:rPr lang="zh-CN" altLang="en-US" sz="2800"/>
              <a:t>为了禁止中断和屏蔽中断，</a:t>
            </a:r>
            <a:r>
              <a:rPr lang="en-US" altLang="zh-CN" sz="2800"/>
              <a:t>CPU</a:t>
            </a:r>
            <a:r>
              <a:rPr lang="zh-CN" altLang="en-US" sz="2800"/>
              <a:t>的</a:t>
            </a:r>
            <a:r>
              <a:rPr lang="en-US" altLang="zh-CN" sz="2800">
                <a:solidFill>
                  <a:srgbClr val="CC0066"/>
                </a:solidFill>
              </a:rPr>
              <a:t>PSW</a:t>
            </a:r>
            <a:r>
              <a:rPr lang="zh-CN" altLang="en-US" sz="2800">
                <a:solidFill>
                  <a:srgbClr val="CC0066"/>
                </a:solidFill>
              </a:rPr>
              <a:t>中也设置相应的优先级</a:t>
            </a:r>
            <a:r>
              <a:rPr lang="zh-CN" altLang="en-US" sz="2800"/>
              <a:t>。如果中断源和优先级高于</a:t>
            </a:r>
            <a:r>
              <a:rPr lang="en-US" altLang="zh-CN" sz="2800"/>
              <a:t>PSW</a:t>
            </a:r>
            <a:r>
              <a:rPr lang="zh-CN" altLang="en-US" sz="2800"/>
              <a:t>的优先级，则</a:t>
            </a:r>
            <a:r>
              <a:rPr lang="en-US" altLang="zh-CN" sz="2800"/>
              <a:t>CPU</a:t>
            </a:r>
            <a:r>
              <a:rPr lang="zh-CN" altLang="en-US" sz="2800"/>
              <a:t>响应该中断源的中断请求，否则</a:t>
            </a:r>
            <a:r>
              <a:rPr lang="en-US" altLang="zh-CN" sz="2800"/>
              <a:t>CPU</a:t>
            </a:r>
            <a:r>
              <a:rPr lang="zh-CN" altLang="en-US" sz="2800"/>
              <a:t>屏蔽中断源的中断请求。</a:t>
            </a:r>
          </a:p>
          <a:p>
            <a:pPr eaLnBrk="1" hangingPunct="1"/>
            <a:endParaRPr lang="en-US" altLang="zh-CN" sz="2800"/>
          </a:p>
        </p:txBody>
      </p:sp>
    </p:spTree>
  </p:cSld>
  <p:clrMapOvr>
    <a:masterClrMapping/>
  </p:clrMapOvr>
  <p:transition spd="med">
    <p:random/>
    <p:sndAc>
      <p:stSnd>
        <p:snd r:embed="rId2" name="camera.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97645D8-C386-28DC-5FD8-72165F0A858C}"/>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A4CFDDC-0AA0-8D4F-A42D-EED7088357A7}" type="slidenum">
              <a:rPr lang="en-US" altLang="zh-CN">
                <a:latin typeface="Arial" panose="020B0604020202020204" pitchFamily="34" charset="0"/>
              </a:rPr>
              <a:pPr/>
              <a:t>48</a:t>
            </a:fld>
            <a:endParaRPr lang="en-US" altLang="zh-CN">
              <a:latin typeface="Arial" panose="020B0604020202020204" pitchFamily="34" charset="0"/>
            </a:endParaRPr>
          </a:p>
        </p:txBody>
      </p:sp>
      <p:sp>
        <p:nvSpPr>
          <p:cNvPr id="616450" name="Rectangle 2">
            <a:extLst>
              <a:ext uri="{FF2B5EF4-FFF2-40B4-BE49-F238E27FC236}">
                <a16:creationId xmlns:a16="http://schemas.microsoft.com/office/drawing/2014/main" id="{D29BC45C-7D6C-1504-BC81-E379C1D2287D}"/>
              </a:ext>
            </a:extLst>
          </p:cNvPr>
          <p:cNvSpPr>
            <a:spLocks noGrp="1" noRot="1" noChangeArrowheads="1"/>
          </p:cNvSpPr>
          <p:nvPr>
            <p:ph type="title"/>
          </p:nvPr>
        </p:nvSpPr>
        <p:spPr/>
        <p:txBody>
          <a:bodyPr/>
          <a:lstStyle/>
          <a:p>
            <a:pPr eaLnBrk="1" hangingPunct="1"/>
            <a:r>
              <a:rPr lang="zh-CN" altLang="en-US"/>
              <a:t>中断和陷阱的主要区别</a:t>
            </a:r>
          </a:p>
        </p:txBody>
      </p:sp>
      <p:sp>
        <p:nvSpPr>
          <p:cNvPr id="616451" name="Rectangle 3">
            <a:extLst>
              <a:ext uri="{FF2B5EF4-FFF2-40B4-BE49-F238E27FC236}">
                <a16:creationId xmlns:a16="http://schemas.microsoft.com/office/drawing/2014/main" id="{9BEF4DB2-9D07-18D7-0617-3E6D2D3386FC}"/>
              </a:ext>
            </a:extLst>
          </p:cNvPr>
          <p:cNvSpPr>
            <a:spLocks noGrp="1" noRot="1" noChangeArrowheads="1"/>
          </p:cNvSpPr>
          <p:nvPr>
            <p:ph type="body" idx="1"/>
          </p:nvPr>
        </p:nvSpPr>
        <p:spPr/>
        <p:txBody>
          <a:bodyPr/>
          <a:lstStyle/>
          <a:p>
            <a:pPr eaLnBrk="1" hangingPunct="1">
              <a:lnSpc>
                <a:spcPct val="9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1</a:t>
            </a:r>
            <a:r>
              <a:rPr lang="zh-CN" altLang="en-US" sz="2400">
                <a:solidFill>
                  <a:srgbClr val="CC0066"/>
                </a:solidFill>
                <a:latin typeface="华文中宋" panose="02010600040101010101" pitchFamily="2" charset="-122"/>
                <a:ea typeface="华文中宋" panose="02010600040101010101" pitchFamily="2" charset="-122"/>
              </a:rPr>
              <a:t>）中断的优先级在系统设计时给定</a:t>
            </a:r>
            <a:r>
              <a:rPr lang="zh-CN" altLang="en-US" sz="2400">
                <a:latin typeface="华文中宋" panose="02010600040101010101" pitchFamily="2" charset="-122"/>
                <a:ea typeface="华文中宋" panose="02010600040101010101" pitchFamily="2" charset="-122"/>
              </a:rPr>
              <a:t>，在系统运行期间是固定的，而</a:t>
            </a:r>
            <a:r>
              <a:rPr lang="zh-CN" altLang="en-US" sz="2400">
                <a:solidFill>
                  <a:srgbClr val="CC0066"/>
                </a:solidFill>
                <a:latin typeface="华文中宋" panose="02010600040101010101" pitchFamily="2" charset="-122"/>
                <a:ea typeface="华文中宋" panose="02010600040101010101" pitchFamily="2" charset="-122"/>
              </a:rPr>
              <a:t>陷阱的优先级</a:t>
            </a:r>
            <a:r>
              <a:rPr lang="zh-CN" altLang="en-US" sz="2400">
                <a:latin typeface="华文中宋" panose="02010600040101010101" pitchFamily="2" charset="-122"/>
                <a:ea typeface="华文中宋" panose="02010600040101010101" pitchFamily="2" charset="-122"/>
              </a:rPr>
              <a:t>则根据执行情况由系统程序</a:t>
            </a:r>
            <a:r>
              <a:rPr lang="zh-CN" altLang="en-US" sz="2400">
                <a:solidFill>
                  <a:srgbClr val="CC0066"/>
                </a:solidFill>
                <a:latin typeface="华文中宋" panose="02010600040101010101" pitchFamily="2" charset="-122"/>
                <a:ea typeface="华文中宋" panose="02010600040101010101" pitchFamily="2" charset="-122"/>
              </a:rPr>
              <a:t>动态设定</a:t>
            </a:r>
            <a:r>
              <a:rPr lang="zh-CN" altLang="en-US" sz="2400">
                <a:latin typeface="华文中宋" panose="02010600040101010101" pitchFamily="2" charset="-122"/>
                <a:ea typeface="华文中宋" panose="02010600040101010101" pitchFamily="2" charset="-122"/>
              </a:rPr>
              <a:t>。</a:t>
            </a:r>
          </a:p>
          <a:p>
            <a:pPr eaLnBrk="1" hangingPunct="1">
              <a:lnSpc>
                <a:spcPct val="9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2</a:t>
            </a:r>
            <a:r>
              <a:rPr lang="zh-CN" altLang="en-US" sz="2400">
                <a:latin typeface="华文中宋" panose="02010600040101010101" pitchFamily="2" charset="-122"/>
                <a:ea typeface="华文中宋" panose="02010600040101010101" pitchFamily="2" charset="-122"/>
              </a:rPr>
              <a:t>）陷阱通常由</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正在执行的指令引起，而中断则是由与现行指令无关的中断源引起；</a:t>
            </a:r>
          </a:p>
          <a:p>
            <a:pPr eaLnBrk="1" hangingPunct="1">
              <a:lnSpc>
                <a:spcPct val="9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3</a:t>
            </a:r>
            <a:r>
              <a:rPr lang="zh-CN" altLang="en-US" sz="2400">
                <a:solidFill>
                  <a:srgbClr val="CC0066"/>
                </a:solidFill>
                <a:latin typeface="华文中宋" panose="02010600040101010101" pitchFamily="2" charset="-122"/>
                <a:ea typeface="华文中宋" panose="02010600040101010101" pitchFamily="2" charset="-122"/>
              </a:rPr>
              <a:t>）陷阱处理程序是为当前进程提供的服务，而中断处理程序不是为当前进程服务的。</a:t>
            </a:r>
          </a:p>
          <a:p>
            <a:pPr eaLnBrk="1" hangingPunct="1">
              <a:lnSpc>
                <a:spcPct val="90000"/>
              </a:lnSpc>
            </a:pP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4</a:t>
            </a:r>
            <a:r>
              <a:rPr lang="zh-CN" altLang="en-US" sz="2400">
                <a:latin typeface="华文中宋" panose="02010600040101010101" pitchFamily="2" charset="-122"/>
                <a:ea typeface="华文中宋" panose="02010600040101010101" pitchFamily="2" charset="-122"/>
              </a:rPr>
              <a:t>）</a:t>
            </a:r>
            <a:r>
              <a:rPr lang="en-US" altLang="zh-CN" sz="2400">
                <a:latin typeface="华文中宋" panose="02010600040101010101" pitchFamily="2" charset="-122"/>
                <a:ea typeface="华文中宋" panose="02010600040101010101" pitchFamily="2" charset="-122"/>
              </a:rPr>
              <a:t>CPU</a:t>
            </a:r>
            <a:r>
              <a:rPr lang="zh-CN" altLang="en-US" sz="2400">
                <a:latin typeface="华文中宋" panose="02010600040101010101" pitchFamily="2" charset="-122"/>
                <a:ea typeface="华文中宋" panose="02010600040101010101" pitchFamily="2" charset="-122"/>
              </a:rPr>
              <a:t>在执行完一条指令之后，在下一条指令开始执行之前响应中断，而在一条指令执行中也可以响应陷阱。</a:t>
            </a:r>
          </a:p>
          <a:p>
            <a:pPr eaLnBrk="1" hangingPunct="1">
              <a:lnSpc>
                <a:spcPct val="90000"/>
              </a:lnSpc>
            </a:pPr>
            <a:r>
              <a:rPr lang="zh-CN" altLang="en-US" sz="2400">
                <a:solidFill>
                  <a:srgbClr val="CC0066"/>
                </a:solidFill>
                <a:latin typeface="华文中宋" panose="02010600040101010101" pitchFamily="2" charset="-122"/>
                <a:ea typeface="华文中宋" panose="02010600040101010101" pitchFamily="2" charset="-122"/>
              </a:rPr>
              <a:t>（</a:t>
            </a:r>
            <a:r>
              <a:rPr lang="en-US" altLang="zh-CN" sz="2400">
                <a:solidFill>
                  <a:srgbClr val="CC0066"/>
                </a:solidFill>
                <a:latin typeface="华文中宋" panose="02010600040101010101" pitchFamily="2" charset="-122"/>
                <a:ea typeface="华文中宋" panose="02010600040101010101" pitchFamily="2" charset="-122"/>
              </a:rPr>
              <a:t>5</a:t>
            </a:r>
            <a:r>
              <a:rPr lang="zh-CN" altLang="en-US" sz="2400">
                <a:solidFill>
                  <a:srgbClr val="CC0066"/>
                </a:solidFill>
                <a:latin typeface="华文中宋" panose="02010600040101010101" pitchFamily="2" charset="-122"/>
                <a:ea typeface="华文中宋" panose="02010600040101010101" pitchFamily="2" charset="-122"/>
              </a:rPr>
              <a:t>）在有的系统中，陷阱处理程序被规定在各自的进程上下文中执行，而中断处理程序则在系统上下文中执行。</a:t>
            </a:r>
          </a:p>
        </p:txBody>
      </p:sp>
    </p:spTree>
  </p:cSld>
  <p:clrMapOvr>
    <a:masterClrMapping/>
  </p:clrMapOvr>
  <p:transition spd="med">
    <p:random/>
    <p:sndAc>
      <p:stSnd>
        <p:snd r:embed="rId2" name="camera.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8C591B1-321B-D44A-47C4-866804652A8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90874EA-60CD-7944-AF78-00935EB57D97}" type="slidenum">
              <a:rPr lang="en-US" altLang="zh-CN">
                <a:latin typeface="Arial" panose="020B0604020202020204" pitchFamily="34" charset="0"/>
              </a:rPr>
              <a:pPr/>
              <a:t>49</a:t>
            </a:fld>
            <a:endParaRPr lang="en-US" altLang="zh-CN">
              <a:latin typeface="Arial" panose="020B0604020202020204" pitchFamily="34" charset="0"/>
            </a:endParaRPr>
          </a:p>
        </p:txBody>
      </p:sp>
      <p:sp>
        <p:nvSpPr>
          <p:cNvPr id="617474" name="Rectangle 2">
            <a:extLst>
              <a:ext uri="{FF2B5EF4-FFF2-40B4-BE49-F238E27FC236}">
                <a16:creationId xmlns:a16="http://schemas.microsoft.com/office/drawing/2014/main" id="{648EAB90-8CF6-10DF-52E2-41BF0851AF4D}"/>
              </a:ext>
            </a:extLst>
          </p:cNvPr>
          <p:cNvSpPr>
            <a:spLocks noGrp="1" noRot="1" noChangeArrowheads="1"/>
          </p:cNvSpPr>
          <p:nvPr>
            <p:ph type="title"/>
          </p:nvPr>
        </p:nvSpPr>
        <p:spPr/>
        <p:txBody>
          <a:bodyPr/>
          <a:lstStyle/>
          <a:p>
            <a:pPr eaLnBrk="1" hangingPunct="1"/>
            <a:r>
              <a:rPr lang="en-US" altLang="zh-CN" dirty="0"/>
              <a:t>6.3.3 </a:t>
            </a:r>
            <a:r>
              <a:rPr lang="zh-CN" altLang="en-US" dirty="0"/>
              <a:t>软中断</a:t>
            </a:r>
          </a:p>
        </p:txBody>
      </p:sp>
      <p:sp>
        <p:nvSpPr>
          <p:cNvPr id="617475" name="Rectangle 3">
            <a:extLst>
              <a:ext uri="{FF2B5EF4-FFF2-40B4-BE49-F238E27FC236}">
                <a16:creationId xmlns:a16="http://schemas.microsoft.com/office/drawing/2014/main" id="{4D16427F-3D18-3414-E1D2-1924FBA8B84E}"/>
              </a:ext>
            </a:extLst>
          </p:cNvPr>
          <p:cNvSpPr>
            <a:spLocks noGrp="1" noRot="1" noChangeArrowheads="1"/>
          </p:cNvSpPr>
          <p:nvPr>
            <p:ph type="body" idx="1"/>
          </p:nvPr>
        </p:nvSpPr>
        <p:spPr/>
        <p:txBody>
          <a:bodyPr/>
          <a:lstStyle/>
          <a:p>
            <a:pPr eaLnBrk="1" hangingPunct="1"/>
            <a:r>
              <a:rPr lang="zh-CN" altLang="en-US" sz="2800"/>
              <a:t>上面讨论的中断和陷阱都可以看作是硬中断，因为这些中断和陷阱都要通过硬件产生相应的中断请求。</a:t>
            </a:r>
          </a:p>
          <a:p>
            <a:pPr eaLnBrk="1" hangingPunct="1"/>
            <a:r>
              <a:rPr lang="zh-CN" altLang="en-US" sz="2800"/>
              <a:t>软中断：通信进程之间用来模拟硬中断的一种信号通信方式。</a:t>
            </a:r>
          </a:p>
          <a:p>
            <a:pPr eaLnBrk="1" hangingPunct="1"/>
            <a:r>
              <a:rPr lang="zh-CN" altLang="en-US" sz="2800"/>
              <a:t>软中断与硬中断的相同点：当中断源发中断请求或软中断信号后，</a:t>
            </a:r>
            <a:r>
              <a:rPr lang="en-US" altLang="zh-CN" sz="2800"/>
              <a:t>CPU</a:t>
            </a:r>
            <a:r>
              <a:rPr lang="zh-CN" altLang="en-US" sz="2800"/>
              <a:t>或接收进程在</a:t>
            </a:r>
            <a:r>
              <a:rPr lang="zh-CN" altLang="en-US" sz="2800">
                <a:solidFill>
                  <a:srgbClr val="CC0066"/>
                </a:solidFill>
              </a:rPr>
              <a:t>适当的时机</a:t>
            </a:r>
            <a:r>
              <a:rPr lang="zh-CN" altLang="en-US" sz="2800"/>
              <a:t>自动进行中断处理或完成软中断信号所对应的功能。</a:t>
            </a:r>
          </a:p>
        </p:txBody>
      </p:sp>
    </p:spTree>
  </p:cSld>
  <p:clrMapOvr>
    <a:masterClrMapping/>
  </p:clrMapOvr>
  <p:transition spd="med">
    <p:random/>
    <p:sndAc>
      <p:stSnd>
        <p:snd r:embed="rId2" name="camera.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B0660B1-FD63-8017-77CA-EA673B9AD34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9DDF4FB-FB0F-AE48-9D01-E8168AC8BB36}" type="slidenum">
              <a:rPr lang="en-US" altLang="zh-CN">
                <a:latin typeface="Arial" panose="020B0604020202020204" pitchFamily="34" charset="0"/>
              </a:rPr>
              <a:pPr/>
              <a:t>50</a:t>
            </a:fld>
            <a:endParaRPr lang="en-US" altLang="zh-CN">
              <a:latin typeface="Arial" panose="020B0604020202020204" pitchFamily="34" charset="0"/>
            </a:endParaRPr>
          </a:p>
        </p:txBody>
      </p:sp>
      <p:sp>
        <p:nvSpPr>
          <p:cNvPr id="618498" name="Rectangle 2">
            <a:extLst>
              <a:ext uri="{FF2B5EF4-FFF2-40B4-BE49-F238E27FC236}">
                <a16:creationId xmlns:a16="http://schemas.microsoft.com/office/drawing/2014/main" id="{492265C6-E50C-6E5B-4C6E-A04BA5EAE889}"/>
              </a:ext>
            </a:extLst>
          </p:cNvPr>
          <p:cNvSpPr>
            <a:spLocks noGrp="1" noRot="1" noChangeArrowheads="1"/>
          </p:cNvSpPr>
          <p:nvPr>
            <p:ph type="title"/>
          </p:nvPr>
        </p:nvSpPr>
        <p:spPr/>
        <p:txBody>
          <a:bodyPr/>
          <a:lstStyle/>
          <a:p>
            <a:pPr eaLnBrk="1" hangingPunct="1"/>
            <a:r>
              <a:rPr lang="en-US" altLang="zh-CN" dirty="0"/>
              <a:t>6.3.3 </a:t>
            </a:r>
            <a:r>
              <a:rPr lang="zh-CN" altLang="en-US" dirty="0"/>
              <a:t>软中断</a:t>
            </a:r>
          </a:p>
        </p:txBody>
      </p:sp>
      <p:sp>
        <p:nvSpPr>
          <p:cNvPr id="618499" name="Rectangle 3">
            <a:extLst>
              <a:ext uri="{FF2B5EF4-FFF2-40B4-BE49-F238E27FC236}">
                <a16:creationId xmlns:a16="http://schemas.microsoft.com/office/drawing/2014/main" id="{B6D2D60B-D2DD-BB77-678C-3B2B2A847504}"/>
              </a:ext>
            </a:extLst>
          </p:cNvPr>
          <p:cNvSpPr>
            <a:spLocks noGrp="1" noRot="1" noChangeArrowheads="1"/>
          </p:cNvSpPr>
          <p:nvPr>
            <p:ph type="body" idx="1"/>
          </p:nvPr>
        </p:nvSpPr>
        <p:spPr/>
        <p:txBody>
          <a:bodyPr/>
          <a:lstStyle/>
          <a:p>
            <a:pPr eaLnBrk="1" hangingPunct="1"/>
            <a:r>
              <a:rPr lang="zh-CN" altLang="en-US" sz="2800"/>
              <a:t>如果软中断的接收进程是占据处理机的，则与中断处理相同，该接收进程在接收到软中断信号后将立即转去执行该中断信号所对应的功能。</a:t>
            </a:r>
          </a:p>
          <a:p>
            <a:pPr eaLnBrk="1" hangingPunct="1"/>
            <a:r>
              <a:rPr lang="zh-CN" altLang="en-US" sz="2800"/>
              <a:t>软中断的概念主要来源于</a:t>
            </a:r>
            <a:r>
              <a:rPr lang="en-US" altLang="zh-CN" sz="2800"/>
              <a:t>UNIX</a:t>
            </a:r>
            <a:r>
              <a:rPr lang="zh-CN" altLang="en-US" sz="2800"/>
              <a:t>系统。</a:t>
            </a:r>
          </a:p>
          <a:p>
            <a:pPr eaLnBrk="1" hangingPunct="1"/>
            <a:r>
              <a:rPr lang="zh-CN" altLang="en-US" sz="2800"/>
              <a:t>在有些系统中，</a:t>
            </a:r>
            <a:r>
              <a:rPr lang="zh-CN" altLang="en-US" sz="2800">
                <a:solidFill>
                  <a:srgbClr val="CC0066"/>
                </a:solidFill>
              </a:rPr>
              <a:t>大部分的陷阱是转化为软中断处理的</a:t>
            </a:r>
            <a:r>
              <a:rPr lang="zh-CN" altLang="en-US" sz="2800"/>
              <a:t>。由于陷阱主要与当前进程有关，因此，如果当前执行指令产生陷阱的话，则向当前执行进程发出一个软中断信号从而立即进入陷阱处理程序。</a:t>
            </a:r>
          </a:p>
        </p:txBody>
      </p:sp>
    </p:spTree>
  </p:cSld>
  <p:clrMapOvr>
    <a:masterClrMapping/>
  </p:clrMapOvr>
  <p:transition spd="med">
    <p:random/>
    <p:sndAc>
      <p:stSnd>
        <p:snd r:embed="rId2" name="camera.wav"/>
      </p:stSnd>
    </p:sndAc>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9522" name="Rectangle 2">
            <a:extLst>
              <a:ext uri="{FF2B5EF4-FFF2-40B4-BE49-F238E27FC236}">
                <a16:creationId xmlns:a16="http://schemas.microsoft.com/office/drawing/2014/main" id="{9150FEA4-181A-A894-BE66-9AE774BE664A}"/>
              </a:ext>
            </a:extLst>
          </p:cNvPr>
          <p:cNvSpPr>
            <a:spLocks noGrp="1" noRot="1" noChangeArrowheads="1"/>
          </p:cNvSpPr>
          <p:nvPr>
            <p:ph type="title"/>
          </p:nvPr>
        </p:nvSpPr>
        <p:spPr>
          <a:xfrm>
            <a:off x="684213" y="0"/>
            <a:ext cx="1008062" cy="5805488"/>
          </a:xfrm>
        </p:spPr>
        <p:txBody>
          <a:bodyPr/>
          <a:lstStyle/>
          <a:p>
            <a:pPr eaLnBrk="1" hangingPunct="1"/>
            <a:r>
              <a:rPr lang="zh-CN" altLang="en-US"/>
              <a:t>中断处理过程</a:t>
            </a:r>
          </a:p>
        </p:txBody>
      </p:sp>
      <p:sp>
        <p:nvSpPr>
          <p:cNvPr id="58371" name="Line 3">
            <a:extLst>
              <a:ext uri="{FF2B5EF4-FFF2-40B4-BE49-F238E27FC236}">
                <a16:creationId xmlns:a16="http://schemas.microsoft.com/office/drawing/2014/main" id="{21388A88-BD71-F959-1C24-ED729DA6E2E1}"/>
              </a:ext>
            </a:extLst>
          </p:cNvPr>
          <p:cNvSpPr>
            <a:spLocks noChangeShapeType="1"/>
          </p:cNvSpPr>
          <p:nvPr/>
        </p:nvSpPr>
        <p:spPr bwMode="auto">
          <a:xfrm>
            <a:off x="5003800" y="26035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2" name="Rectangle 4">
            <a:extLst>
              <a:ext uri="{FF2B5EF4-FFF2-40B4-BE49-F238E27FC236}">
                <a16:creationId xmlns:a16="http://schemas.microsoft.com/office/drawing/2014/main" id="{3D517725-6968-D782-60B6-426B56FE3BE0}"/>
              </a:ext>
            </a:extLst>
          </p:cNvPr>
          <p:cNvSpPr>
            <a:spLocks noChangeArrowheads="1"/>
          </p:cNvSpPr>
          <p:nvPr/>
        </p:nvSpPr>
        <p:spPr bwMode="auto">
          <a:xfrm>
            <a:off x="3492500" y="620713"/>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判断中断响应条件</a:t>
            </a:r>
          </a:p>
        </p:txBody>
      </p:sp>
      <p:sp>
        <p:nvSpPr>
          <p:cNvPr id="58373" name="Line 5">
            <a:extLst>
              <a:ext uri="{FF2B5EF4-FFF2-40B4-BE49-F238E27FC236}">
                <a16:creationId xmlns:a16="http://schemas.microsoft.com/office/drawing/2014/main" id="{8D34A681-E642-1FAD-2BCE-5D1866BA148A}"/>
              </a:ext>
            </a:extLst>
          </p:cNvPr>
          <p:cNvSpPr>
            <a:spLocks noChangeShapeType="1"/>
          </p:cNvSpPr>
          <p:nvPr/>
        </p:nvSpPr>
        <p:spPr bwMode="auto">
          <a:xfrm>
            <a:off x="5003800" y="1773238"/>
            <a:ext cx="0"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4" name="Rectangle 6">
            <a:extLst>
              <a:ext uri="{FF2B5EF4-FFF2-40B4-BE49-F238E27FC236}">
                <a16:creationId xmlns:a16="http://schemas.microsoft.com/office/drawing/2014/main" id="{96885A1C-DEDC-AD4D-9211-0ADF421A3F39}"/>
              </a:ext>
            </a:extLst>
          </p:cNvPr>
          <p:cNvSpPr>
            <a:spLocks noChangeArrowheads="1"/>
          </p:cNvSpPr>
          <p:nvPr/>
        </p:nvSpPr>
        <p:spPr bwMode="auto">
          <a:xfrm>
            <a:off x="3492500" y="2060575"/>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保存被中断现场</a:t>
            </a:r>
          </a:p>
        </p:txBody>
      </p:sp>
      <p:sp>
        <p:nvSpPr>
          <p:cNvPr id="58375" name="Line 7">
            <a:extLst>
              <a:ext uri="{FF2B5EF4-FFF2-40B4-BE49-F238E27FC236}">
                <a16:creationId xmlns:a16="http://schemas.microsoft.com/office/drawing/2014/main" id="{0F954F8F-3EE4-2217-E174-1CDA0A18EFAA}"/>
              </a:ext>
            </a:extLst>
          </p:cNvPr>
          <p:cNvSpPr>
            <a:spLocks noChangeShapeType="1"/>
          </p:cNvSpPr>
          <p:nvPr/>
        </p:nvSpPr>
        <p:spPr bwMode="auto">
          <a:xfrm>
            <a:off x="5003800" y="4148138"/>
            <a:ext cx="0" cy="3603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6" name="Line 8">
            <a:extLst>
              <a:ext uri="{FF2B5EF4-FFF2-40B4-BE49-F238E27FC236}">
                <a16:creationId xmlns:a16="http://schemas.microsoft.com/office/drawing/2014/main" id="{E38FB8D4-42AE-55A6-9EF7-64A855FC7968}"/>
              </a:ext>
            </a:extLst>
          </p:cNvPr>
          <p:cNvSpPr>
            <a:spLocks noChangeShapeType="1"/>
          </p:cNvSpPr>
          <p:nvPr/>
        </p:nvSpPr>
        <p:spPr bwMode="auto">
          <a:xfrm>
            <a:off x="5003800" y="1054100"/>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7" name="Rectangle 9">
            <a:extLst>
              <a:ext uri="{FF2B5EF4-FFF2-40B4-BE49-F238E27FC236}">
                <a16:creationId xmlns:a16="http://schemas.microsoft.com/office/drawing/2014/main" id="{C7D92D46-3865-AAF3-9B42-C4E412D56014}"/>
              </a:ext>
            </a:extLst>
          </p:cNvPr>
          <p:cNvSpPr>
            <a:spLocks noChangeArrowheads="1"/>
          </p:cNvSpPr>
          <p:nvPr/>
        </p:nvSpPr>
        <p:spPr bwMode="auto">
          <a:xfrm>
            <a:off x="3492500" y="1341438"/>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关中断</a:t>
            </a:r>
          </a:p>
        </p:txBody>
      </p:sp>
      <p:sp>
        <p:nvSpPr>
          <p:cNvPr id="58378" name="Line 10">
            <a:extLst>
              <a:ext uri="{FF2B5EF4-FFF2-40B4-BE49-F238E27FC236}">
                <a16:creationId xmlns:a16="http://schemas.microsoft.com/office/drawing/2014/main" id="{4C435291-B457-8118-D374-735CDC7A4285}"/>
              </a:ext>
            </a:extLst>
          </p:cNvPr>
          <p:cNvSpPr>
            <a:spLocks noChangeShapeType="1"/>
          </p:cNvSpPr>
          <p:nvPr/>
        </p:nvSpPr>
        <p:spPr bwMode="auto">
          <a:xfrm>
            <a:off x="5003800" y="3502025"/>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9" name="Rectangle 11">
            <a:extLst>
              <a:ext uri="{FF2B5EF4-FFF2-40B4-BE49-F238E27FC236}">
                <a16:creationId xmlns:a16="http://schemas.microsoft.com/office/drawing/2014/main" id="{D0B65965-9493-2ED7-C2BC-ACB52FF3D7CC}"/>
              </a:ext>
            </a:extLst>
          </p:cNvPr>
          <p:cNvSpPr>
            <a:spLocks noChangeArrowheads="1"/>
          </p:cNvSpPr>
          <p:nvPr/>
        </p:nvSpPr>
        <p:spPr bwMode="auto">
          <a:xfrm>
            <a:off x="3492500" y="3789363"/>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执行中断处理子程序</a:t>
            </a:r>
          </a:p>
        </p:txBody>
      </p:sp>
      <p:sp>
        <p:nvSpPr>
          <p:cNvPr id="58380" name="Line 12">
            <a:extLst>
              <a:ext uri="{FF2B5EF4-FFF2-40B4-BE49-F238E27FC236}">
                <a16:creationId xmlns:a16="http://schemas.microsoft.com/office/drawing/2014/main" id="{0FD9629A-8D42-2C33-47D5-E96E0EC6B2A2}"/>
              </a:ext>
            </a:extLst>
          </p:cNvPr>
          <p:cNvSpPr>
            <a:spLocks noChangeShapeType="1"/>
          </p:cNvSpPr>
          <p:nvPr/>
        </p:nvSpPr>
        <p:spPr bwMode="auto">
          <a:xfrm>
            <a:off x="5003800" y="2495550"/>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1" name="Rectangle 13">
            <a:extLst>
              <a:ext uri="{FF2B5EF4-FFF2-40B4-BE49-F238E27FC236}">
                <a16:creationId xmlns:a16="http://schemas.microsoft.com/office/drawing/2014/main" id="{20792010-D5EB-0AB3-AC25-4892C1307177}"/>
              </a:ext>
            </a:extLst>
          </p:cNvPr>
          <p:cNvSpPr>
            <a:spLocks noChangeArrowheads="1"/>
          </p:cNvSpPr>
          <p:nvPr/>
        </p:nvSpPr>
        <p:spPr bwMode="auto">
          <a:xfrm>
            <a:off x="3492500" y="2782888"/>
            <a:ext cx="3240088" cy="7191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分析中断原因</a:t>
            </a:r>
          </a:p>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转中断处理子程序</a:t>
            </a:r>
          </a:p>
        </p:txBody>
      </p:sp>
      <p:sp>
        <p:nvSpPr>
          <p:cNvPr id="58382" name="Line 14">
            <a:extLst>
              <a:ext uri="{FF2B5EF4-FFF2-40B4-BE49-F238E27FC236}">
                <a16:creationId xmlns:a16="http://schemas.microsoft.com/office/drawing/2014/main" id="{48D8A16A-5460-6CB0-6D23-DA29939F15CE}"/>
              </a:ext>
            </a:extLst>
          </p:cNvPr>
          <p:cNvSpPr>
            <a:spLocks noChangeShapeType="1"/>
          </p:cNvSpPr>
          <p:nvPr/>
        </p:nvSpPr>
        <p:spPr bwMode="auto">
          <a:xfrm>
            <a:off x="5003800" y="4867275"/>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3" name="Rectangle 15">
            <a:extLst>
              <a:ext uri="{FF2B5EF4-FFF2-40B4-BE49-F238E27FC236}">
                <a16:creationId xmlns:a16="http://schemas.microsoft.com/office/drawing/2014/main" id="{1D2552FB-2A70-22DF-C40B-D65E2E66A439}"/>
              </a:ext>
            </a:extLst>
          </p:cNvPr>
          <p:cNvSpPr>
            <a:spLocks noChangeArrowheads="1"/>
          </p:cNvSpPr>
          <p:nvPr/>
        </p:nvSpPr>
        <p:spPr bwMode="auto">
          <a:xfrm>
            <a:off x="3492500" y="4508500"/>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恢复现场</a:t>
            </a:r>
          </a:p>
        </p:txBody>
      </p:sp>
      <p:sp>
        <p:nvSpPr>
          <p:cNvPr id="58384" name="Line 16">
            <a:extLst>
              <a:ext uri="{FF2B5EF4-FFF2-40B4-BE49-F238E27FC236}">
                <a16:creationId xmlns:a16="http://schemas.microsoft.com/office/drawing/2014/main" id="{CDC034CD-3C0C-F170-670A-FA3E05897AEA}"/>
              </a:ext>
            </a:extLst>
          </p:cNvPr>
          <p:cNvSpPr>
            <a:spLocks noChangeShapeType="1"/>
          </p:cNvSpPr>
          <p:nvPr/>
        </p:nvSpPr>
        <p:spPr bwMode="auto">
          <a:xfrm>
            <a:off x="5003800" y="5588000"/>
            <a:ext cx="0" cy="360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5" name="Rectangle 17">
            <a:extLst>
              <a:ext uri="{FF2B5EF4-FFF2-40B4-BE49-F238E27FC236}">
                <a16:creationId xmlns:a16="http://schemas.microsoft.com/office/drawing/2014/main" id="{04F79B89-50E9-BFEA-0444-5204B7306728}"/>
              </a:ext>
            </a:extLst>
          </p:cNvPr>
          <p:cNvSpPr>
            <a:spLocks noChangeArrowheads="1"/>
          </p:cNvSpPr>
          <p:nvPr/>
        </p:nvSpPr>
        <p:spPr bwMode="auto">
          <a:xfrm>
            <a:off x="3492500" y="5229225"/>
            <a:ext cx="3240088" cy="431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开中断</a:t>
            </a:r>
          </a:p>
        </p:txBody>
      </p:sp>
      <p:sp>
        <p:nvSpPr>
          <p:cNvPr id="58386" name="AutoShape 18">
            <a:extLst>
              <a:ext uri="{FF2B5EF4-FFF2-40B4-BE49-F238E27FC236}">
                <a16:creationId xmlns:a16="http://schemas.microsoft.com/office/drawing/2014/main" id="{82BE6091-8075-CD64-60DF-0410F8E5378E}"/>
              </a:ext>
            </a:extLst>
          </p:cNvPr>
          <p:cNvSpPr>
            <a:spLocks noChangeArrowheads="1"/>
          </p:cNvSpPr>
          <p:nvPr/>
        </p:nvSpPr>
        <p:spPr bwMode="auto">
          <a:xfrm>
            <a:off x="3563938" y="5948363"/>
            <a:ext cx="2879725" cy="504825"/>
          </a:xfrm>
          <a:prstGeom prst="flowChartTermina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返回中断点</a:t>
            </a:r>
          </a:p>
        </p:txBody>
      </p:sp>
    </p:spTree>
  </p:cSld>
  <p:clrMapOvr>
    <a:masterClrMapping/>
  </p:clrMapOvr>
  <p:transition spd="med">
    <p:random/>
    <p:sndAc>
      <p:stSnd>
        <p:snd r:embed="rId2" name="camera.wav"/>
      </p:stSnd>
    </p:sndAc>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0546" name="Rectangle 2">
            <a:extLst>
              <a:ext uri="{FF2B5EF4-FFF2-40B4-BE49-F238E27FC236}">
                <a16:creationId xmlns:a16="http://schemas.microsoft.com/office/drawing/2014/main" id="{86192691-281C-C50F-BD07-75C821302578}"/>
              </a:ext>
            </a:extLst>
          </p:cNvPr>
          <p:cNvSpPr>
            <a:spLocks noGrp="1" noRot="1" noChangeArrowheads="1"/>
          </p:cNvSpPr>
          <p:nvPr>
            <p:ph type="title"/>
          </p:nvPr>
        </p:nvSpPr>
        <p:spPr>
          <a:xfrm>
            <a:off x="1476375" y="73025"/>
            <a:ext cx="7056438" cy="271463"/>
          </a:xfrm>
        </p:spPr>
        <p:txBody>
          <a:bodyPr/>
          <a:lstStyle/>
          <a:p>
            <a:pPr eaLnBrk="1" hangingPunct="1"/>
            <a:r>
              <a:rPr lang="en-US" altLang="zh-CN" sz="4000"/>
              <a:t>I/O</a:t>
            </a:r>
            <a:r>
              <a:rPr lang="zh-CN" altLang="en-US" sz="4000"/>
              <a:t>中断处理过程描述</a:t>
            </a:r>
          </a:p>
        </p:txBody>
      </p:sp>
      <p:sp>
        <p:nvSpPr>
          <p:cNvPr id="620547" name="Rectangle 3">
            <a:extLst>
              <a:ext uri="{FF2B5EF4-FFF2-40B4-BE49-F238E27FC236}">
                <a16:creationId xmlns:a16="http://schemas.microsoft.com/office/drawing/2014/main" id="{F66A5870-1FEC-B8F2-50E1-10E1AAC87C05}"/>
              </a:ext>
            </a:extLst>
          </p:cNvPr>
          <p:cNvSpPr>
            <a:spLocks noGrp="1" noRot="1" noChangeArrowheads="1"/>
          </p:cNvSpPr>
          <p:nvPr>
            <p:ph type="body" idx="1"/>
          </p:nvPr>
        </p:nvSpPr>
        <p:spPr>
          <a:xfrm>
            <a:off x="755650" y="836613"/>
            <a:ext cx="7488238" cy="6021387"/>
          </a:xfrm>
        </p:spPr>
        <p:txBody>
          <a:bodyPr/>
          <a:lstStyle/>
          <a:p>
            <a:pPr eaLnBrk="1" hangingPunct="1">
              <a:lnSpc>
                <a:spcPct val="80000"/>
              </a:lnSpc>
              <a:buFont typeface="Wingdings" pitchFamily="2" charset="2"/>
              <a:buNone/>
              <a:defRPr/>
            </a:pPr>
            <a:r>
              <a:rPr lang="en-US" altLang="zh-CN" sz="2400"/>
              <a:t>I/O Interrupt processing control:</a:t>
            </a:r>
          </a:p>
          <a:p>
            <a:pPr eaLnBrk="1" hangingPunct="1">
              <a:lnSpc>
                <a:spcPct val="80000"/>
              </a:lnSpc>
              <a:buFont typeface="Wingdings" pitchFamily="2" charset="2"/>
              <a:buNone/>
              <a:defRPr/>
            </a:pPr>
            <a:r>
              <a:rPr lang="en-US" altLang="zh-CN" sz="2400"/>
              <a:t>Begin</a:t>
            </a:r>
          </a:p>
          <a:p>
            <a:pPr eaLnBrk="1" hangingPunct="1">
              <a:lnSpc>
                <a:spcPct val="80000"/>
              </a:lnSpc>
              <a:buFont typeface="Wingdings" pitchFamily="2" charset="2"/>
              <a:buNone/>
              <a:defRPr/>
            </a:pPr>
            <a:r>
              <a:rPr lang="en-US" altLang="zh-CN" sz="2400"/>
              <a:t>    unusable I/O Interrupt flag</a:t>
            </a:r>
          </a:p>
          <a:p>
            <a:pPr eaLnBrk="1" hangingPunct="1">
              <a:lnSpc>
                <a:spcPct val="80000"/>
              </a:lnSpc>
              <a:buFont typeface="Wingdings" pitchFamily="2" charset="2"/>
              <a:buNone/>
              <a:defRPr/>
            </a:pPr>
            <a:r>
              <a:rPr lang="en-US" altLang="zh-CN" sz="2400"/>
              <a:t>    save status of interrupt program</a:t>
            </a:r>
          </a:p>
          <a:p>
            <a:pPr eaLnBrk="1" hangingPunct="1">
              <a:lnSpc>
                <a:spcPct val="80000"/>
              </a:lnSpc>
              <a:buFont typeface="Wingdings" pitchFamily="2" charset="2"/>
              <a:buNone/>
              <a:defRPr/>
            </a:pPr>
            <a:r>
              <a:rPr lang="en-US" altLang="zh-CN" sz="2400"/>
              <a:t>    if Input Device i Ready</a:t>
            </a:r>
          </a:p>
          <a:p>
            <a:pPr eaLnBrk="1" hangingPunct="1">
              <a:lnSpc>
                <a:spcPct val="80000"/>
              </a:lnSpc>
              <a:buFont typeface="Wingdings" pitchFamily="2" charset="2"/>
              <a:buNone/>
              <a:defRPr/>
            </a:pPr>
            <a:r>
              <a:rPr lang="en-US" altLang="zh-CN" sz="2400"/>
              <a:t>    then Call Input Device i Control fi</a:t>
            </a:r>
          </a:p>
          <a:p>
            <a:pPr eaLnBrk="1" hangingPunct="1">
              <a:lnSpc>
                <a:spcPct val="80000"/>
              </a:lnSpc>
              <a:buFont typeface="Wingdings" pitchFamily="2" charset="2"/>
              <a:buNone/>
              <a:defRPr/>
            </a:pPr>
            <a:r>
              <a:rPr lang="en-US" altLang="zh-CN" sz="2400"/>
              <a:t>    if Output Device i Ready</a:t>
            </a:r>
          </a:p>
          <a:p>
            <a:pPr eaLnBrk="1" hangingPunct="1">
              <a:lnSpc>
                <a:spcPct val="80000"/>
              </a:lnSpc>
              <a:buFont typeface="Wingdings" pitchFamily="2" charset="2"/>
              <a:buNone/>
              <a:defRPr/>
            </a:pPr>
            <a:r>
              <a:rPr lang="en-US" altLang="zh-CN" sz="2400"/>
              <a:t>    then Call Output Device i Control fi</a:t>
            </a:r>
          </a:p>
          <a:p>
            <a:pPr eaLnBrk="1" hangingPunct="1">
              <a:lnSpc>
                <a:spcPct val="80000"/>
              </a:lnSpc>
              <a:buFont typeface="Wingdings" pitchFamily="2" charset="2"/>
              <a:buNone/>
              <a:defRPr/>
            </a:pPr>
            <a:r>
              <a:rPr lang="en-US" altLang="zh-CN" sz="2400"/>
              <a:t>    if Data Deliver Done</a:t>
            </a:r>
          </a:p>
          <a:p>
            <a:pPr eaLnBrk="1" hangingPunct="1">
              <a:lnSpc>
                <a:spcPct val="80000"/>
              </a:lnSpc>
              <a:buFont typeface="Wingdings" pitchFamily="2" charset="2"/>
              <a:buNone/>
              <a:defRPr/>
            </a:pPr>
            <a:r>
              <a:rPr lang="en-US" altLang="zh-CN" sz="2400"/>
              <a:t>    then Call Data Deliver Done Control fi</a:t>
            </a:r>
          </a:p>
          <a:p>
            <a:pPr eaLnBrk="1" hangingPunct="1">
              <a:lnSpc>
                <a:spcPct val="80000"/>
              </a:lnSpc>
              <a:buFont typeface="Wingdings" pitchFamily="2" charset="2"/>
              <a:buNone/>
              <a:defRPr/>
            </a:pPr>
            <a:r>
              <a:rPr lang="en-US" altLang="zh-CN" sz="2400"/>
              <a:t>    restore CPU status</a:t>
            </a:r>
          </a:p>
          <a:p>
            <a:pPr eaLnBrk="1" hangingPunct="1">
              <a:lnSpc>
                <a:spcPct val="80000"/>
              </a:lnSpc>
              <a:buFont typeface="Wingdings" pitchFamily="2" charset="2"/>
              <a:buNone/>
              <a:defRPr/>
            </a:pPr>
            <a:r>
              <a:rPr lang="en-US" altLang="zh-CN" sz="2400"/>
              <a:t>    reset  I/O  Interrupt flag</a:t>
            </a:r>
          </a:p>
          <a:p>
            <a:pPr eaLnBrk="1" hangingPunct="1">
              <a:lnSpc>
                <a:spcPct val="80000"/>
              </a:lnSpc>
              <a:buFont typeface="Wingdings" pitchFamily="2" charset="2"/>
              <a:buNone/>
              <a:defRPr/>
            </a:pPr>
            <a:r>
              <a:rPr lang="en-US" altLang="zh-CN" sz="2400"/>
              <a:t> end</a:t>
            </a:r>
          </a:p>
          <a:p>
            <a:pPr eaLnBrk="1" hangingPunct="1">
              <a:lnSpc>
                <a:spcPct val="80000"/>
              </a:lnSpc>
              <a:buFont typeface="Wingdings" pitchFamily="2" charset="2"/>
              <a:buNone/>
              <a:defRPr/>
            </a:pPr>
            <a:r>
              <a:rPr lang="en-US" altLang="zh-CN" sz="2400"/>
              <a:t>Input Device i  Control:   </a:t>
            </a:r>
            <a:r>
              <a:rPr lang="en-US" altLang="zh-CN" sz="2400">
                <a:latin typeface="华文中宋" panose="02010600040101010101" pitchFamily="2" charset="-122"/>
              </a:rPr>
              <a:t>……</a:t>
            </a:r>
            <a:endParaRPr lang="en-US" altLang="zh-CN" sz="2400"/>
          </a:p>
          <a:p>
            <a:pPr eaLnBrk="1" hangingPunct="1">
              <a:lnSpc>
                <a:spcPct val="80000"/>
              </a:lnSpc>
              <a:buFont typeface="Wingdings" pitchFamily="2" charset="2"/>
              <a:buNone/>
              <a:defRPr/>
            </a:pPr>
            <a:r>
              <a:rPr lang="en-US" altLang="zh-CN" sz="2400"/>
              <a:t>Output Device i  Control: </a:t>
            </a:r>
            <a:r>
              <a:rPr lang="en-US" altLang="zh-CN" sz="2400">
                <a:latin typeface="华文中宋" panose="02010600040101010101" pitchFamily="2" charset="-122"/>
              </a:rPr>
              <a:t>……</a:t>
            </a:r>
            <a:endParaRPr lang="en-US" altLang="zh-CN" sz="2400"/>
          </a:p>
          <a:p>
            <a:pPr eaLnBrk="1" hangingPunct="1">
              <a:lnSpc>
                <a:spcPct val="80000"/>
              </a:lnSpc>
              <a:buFont typeface="Wingdings" pitchFamily="2" charset="2"/>
              <a:buNone/>
              <a:defRPr/>
            </a:pPr>
            <a:r>
              <a:rPr lang="en-US" altLang="zh-CN" sz="2400"/>
              <a:t>Data Deliver Done Control: </a:t>
            </a:r>
            <a:r>
              <a:rPr lang="en-US" altLang="zh-CN" sz="2400">
                <a:latin typeface="华文中宋" panose="02010600040101010101" pitchFamily="2" charset="-122"/>
              </a:rPr>
              <a:t>……</a:t>
            </a:r>
            <a:endParaRPr lang="en-US" altLang="zh-CN" sz="2400"/>
          </a:p>
        </p:txBody>
      </p:sp>
    </p:spTree>
  </p:cSld>
  <p:clrMapOvr>
    <a:masterClrMapping/>
  </p:clrMapOvr>
  <p:transition spd="med">
    <p:random/>
    <p:sndAc>
      <p:stSnd>
        <p:snd r:embed="rId2" name="camera.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6ABE29F-56C5-E5F3-2F0F-8932B6CB4C4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FBA5248-A5B8-764E-8D4D-820F2439E784}" type="slidenum">
              <a:rPr lang="en-US" altLang="zh-CN">
                <a:latin typeface="Arial" panose="020B0604020202020204" pitchFamily="34" charset="0"/>
              </a:rPr>
              <a:pPr/>
              <a:t>53</a:t>
            </a:fld>
            <a:endParaRPr lang="en-US" altLang="zh-CN">
              <a:latin typeface="Arial" panose="020B0604020202020204" pitchFamily="34" charset="0"/>
            </a:endParaRPr>
          </a:p>
        </p:txBody>
      </p:sp>
      <p:sp>
        <p:nvSpPr>
          <p:cNvPr id="621570" name="Rectangle 2">
            <a:extLst>
              <a:ext uri="{FF2B5EF4-FFF2-40B4-BE49-F238E27FC236}">
                <a16:creationId xmlns:a16="http://schemas.microsoft.com/office/drawing/2014/main" id="{2581FDDC-698C-71F8-B085-840BA60FC060}"/>
              </a:ext>
            </a:extLst>
          </p:cNvPr>
          <p:cNvSpPr>
            <a:spLocks noGrp="1" noRot="1" noChangeArrowheads="1"/>
          </p:cNvSpPr>
          <p:nvPr>
            <p:ph type="title"/>
          </p:nvPr>
        </p:nvSpPr>
        <p:spPr>
          <a:xfrm>
            <a:off x="1476375" y="0"/>
            <a:ext cx="7210425" cy="1384300"/>
          </a:xfrm>
        </p:spPr>
        <p:txBody>
          <a:bodyPr/>
          <a:lstStyle/>
          <a:p>
            <a:pPr eaLnBrk="1" hangingPunct="1"/>
            <a:r>
              <a:rPr lang="en-US" altLang="zh-CN" sz="4000" dirty="0"/>
              <a:t>6.4 </a:t>
            </a:r>
            <a:r>
              <a:rPr lang="zh-CN" altLang="en-US" sz="4000" dirty="0"/>
              <a:t>缓冲技术</a:t>
            </a:r>
            <a:br>
              <a:rPr lang="zh-CN" altLang="en-US" sz="4000" dirty="0"/>
            </a:br>
            <a:r>
              <a:rPr lang="zh-CN" altLang="en-US" sz="4000" dirty="0"/>
              <a:t> </a:t>
            </a:r>
            <a:r>
              <a:rPr lang="en-US" altLang="zh-CN" sz="4000" dirty="0"/>
              <a:t>6.4.1 </a:t>
            </a:r>
            <a:r>
              <a:rPr lang="zh-CN" altLang="en-US" sz="4000" dirty="0"/>
              <a:t>缓冲的引入</a:t>
            </a:r>
          </a:p>
        </p:txBody>
      </p:sp>
      <p:sp>
        <p:nvSpPr>
          <p:cNvPr id="621571" name="Rectangle 3">
            <a:extLst>
              <a:ext uri="{FF2B5EF4-FFF2-40B4-BE49-F238E27FC236}">
                <a16:creationId xmlns:a16="http://schemas.microsoft.com/office/drawing/2014/main" id="{B0837177-4CD3-920B-2644-8D1DD6AF87CF}"/>
              </a:ext>
            </a:extLst>
          </p:cNvPr>
          <p:cNvSpPr>
            <a:spLocks noGrp="1" noRot="1" noChangeArrowheads="1"/>
          </p:cNvSpPr>
          <p:nvPr>
            <p:ph type="body" idx="1"/>
          </p:nvPr>
        </p:nvSpPr>
        <p:spPr/>
        <p:txBody>
          <a:bodyPr/>
          <a:lstStyle/>
          <a:p>
            <a:pPr eaLnBrk="1" hangingPunct="1">
              <a:lnSpc>
                <a:spcPct val="90000"/>
              </a:lnSpc>
            </a:pPr>
            <a:r>
              <a:rPr lang="zh-CN" altLang="en-US"/>
              <a:t>外围设备与处理机速度不匹配的问题可以采用设置缓冲区的方法解决。</a:t>
            </a:r>
          </a:p>
          <a:p>
            <a:pPr eaLnBrk="1" hangingPunct="1">
              <a:lnSpc>
                <a:spcPct val="90000"/>
              </a:lnSpc>
            </a:pPr>
            <a:r>
              <a:rPr lang="zh-CN" altLang="en-US"/>
              <a:t>例：在设置了缓冲区之后，计算进程可把数据首先输出到缓冲区，然后继续执行；而打印机则可从缓冲区取出数据慢慢打印。</a:t>
            </a:r>
          </a:p>
          <a:p>
            <a:pPr eaLnBrk="1" hangingPunct="1">
              <a:lnSpc>
                <a:spcPct val="90000"/>
              </a:lnSpc>
            </a:pPr>
            <a:r>
              <a:rPr lang="zh-CN" altLang="en-US"/>
              <a:t>另外，从减少中断的次数看，也存在引入缓冲区的必要性。</a:t>
            </a:r>
          </a:p>
        </p:txBody>
      </p:sp>
    </p:spTree>
  </p:cSld>
  <p:clrMapOvr>
    <a:masterClrMapping/>
  </p:clrMapOvr>
  <p:transition spd="med">
    <p:random/>
    <p:sndAc>
      <p:stSnd>
        <p:snd r:embed="rId2" name="camera.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6708BFA-2D5C-1BAE-0920-714E133E9F9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BDD8DCF-EE0E-754D-B649-8126493D362B}" type="slidenum">
              <a:rPr lang="en-US" altLang="zh-CN">
                <a:latin typeface="Arial" panose="020B0604020202020204" pitchFamily="34" charset="0"/>
              </a:rPr>
              <a:pPr/>
              <a:t>54</a:t>
            </a:fld>
            <a:endParaRPr lang="en-US" altLang="zh-CN">
              <a:latin typeface="Arial" panose="020B0604020202020204" pitchFamily="34" charset="0"/>
            </a:endParaRPr>
          </a:p>
        </p:txBody>
      </p:sp>
      <p:sp>
        <p:nvSpPr>
          <p:cNvPr id="622594" name="Rectangle 2">
            <a:extLst>
              <a:ext uri="{FF2B5EF4-FFF2-40B4-BE49-F238E27FC236}">
                <a16:creationId xmlns:a16="http://schemas.microsoft.com/office/drawing/2014/main" id="{D53984A6-7F3F-6720-6572-D105C189DA04}"/>
              </a:ext>
            </a:extLst>
          </p:cNvPr>
          <p:cNvSpPr>
            <a:spLocks noGrp="1" noRot="1" noChangeArrowheads="1"/>
          </p:cNvSpPr>
          <p:nvPr>
            <p:ph type="title"/>
          </p:nvPr>
        </p:nvSpPr>
        <p:spPr/>
        <p:txBody>
          <a:bodyPr/>
          <a:lstStyle/>
          <a:p>
            <a:pPr eaLnBrk="1" hangingPunct="1"/>
            <a:r>
              <a:rPr lang="en-US" altLang="zh-CN" sz="4000" dirty="0"/>
              <a:t>6.4.1 </a:t>
            </a:r>
            <a:r>
              <a:rPr lang="zh-CN" altLang="en-US" sz="4000" dirty="0"/>
              <a:t>缓冲的引入（续）</a:t>
            </a:r>
            <a:br>
              <a:rPr lang="zh-CN" altLang="en-US" sz="4000" dirty="0"/>
            </a:br>
            <a:endParaRPr lang="zh-CN" altLang="en-US" sz="4000" dirty="0"/>
          </a:p>
        </p:txBody>
      </p:sp>
      <p:sp>
        <p:nvSpPr>
          <p:cNvPr id="622595" name="Rectangle 3">
            <a:extLst>
              <a:ext uri="{FF2B5EF4-FFF2-40B4-BE49-F238E27FC236}">
                <a16:creationId xmlns:a16="http://schemas.microsoft.com/office/drawing/2014/main" id="{B5CB9F06-622C-5F04-D49D-D30A9A993B40}"/>
              </a:ext>
            </a:extLst>
          </p:cNvPr>
          <p:cNvSpPr>
            <a:spLocks noGrp="1" noRot="1" noChangeArrowheads="1"/>
          </p:cNvSpPr>
          <p:nvPr>
            <p:ph type="body" idx="1"/>
          </p:nvPr>
        </p:nvSpPr>
        <p:spPr/>
        <p:txBody>
          <a:bodyPr/>
          <a:lstStyle/>
          <a:p>
            <a:pPr eaLnBrk="1" hangingPunct="1"/>
            <a:r>
              <a:rPr lang="zh-CN" altLang="en-US"/>
              <a:t>在</a:t>
            </a:r>
            <a:r>
              <a:rPr lang="en-US" altLang="zh-CN"/>
              <a:t>DMA</a:t>
            </a:r>
            <a:r>
              <a:rPr lang="zh-CN" altLang="en-US"/>
              <a:t>方式或通道方式控制数据传送时，如果不划分专用的内存区或专用缓冲器来存放数据的话，会因为要求数据的进程所拥有的内存区不够或存放数据的内存始址计算困难等原因而造成某个进程长期占有通道或</a:t>
            </a:r>
            <a:r>
              <a:rPr lang="en-US" altLang="zh-CN"/>
              <a:t>DMA</a:t>
            </a:r>
            <a:r>
              <a:rPr lang="zh-CN" altLang="en-US"/>
              <a:t>控制器及设备，从而产生瓶颈问题。</a:t>
            </a:r>
          </a:p>
        </p:txBody>
      </p:sp>
    </p:spTree>
  </p:cSld>
  <p:clrMapOvr>
    <a:masterClrMapping/>
  </p:clrMapOvr>
  <p:transition spd="med">
    <p:random/>
    <p:sndAc>
      <p:stSnd>
        <p:snd r:embed="rId2" name="camera.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D463D53-9F82-79D5-FA14-2ED7F7EC858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F9E10A4-98A6-3E4D-BFAE-D5EB20DBAC32}" type="slidenum">
              <a:rPr lang="en-US" altLang="zh-CN">
                <a:latin typeface="Arial" panose="020B0604020202020204" pitchFamily="34" charset="0"/>
              </a:rPr>
              <a:pPr/>
              <a:t>55</a:t>
            </a:fld>
            <a:endParaRPr lang="en-US" altLang="zh-CN">
              <a:latin typeface="Arial" panose="020B0604020202020204" pitchFamily="34" charset="0"/>
            </a:endParaRPr>
          </a:p>
        </p:txBody>
      </p:sp>
      <p:sp>
        <p:nvSpPr>
          <p:cNvPr id="623618" name="Rectangle 2">
            <a:extLst>
              <a:ext uri="{FF2B5EF4-FFF2-40B4-BE49-F238E27FC236}">
                <a16:creationId xmlns:a16="http://schemas.microsoft.com/office/drawing/2014/main" id="{E0EC48E0-5A86-7B30-7508-182BC1285AF8}"/>
              </a:ext>
            </a:extLst>
          </p:cNvPr>
          <p:cNvSpPr>
            <a:spLocks noGrp="1" noRot="1" noChangeArrowheads="1"/>
          </p:cNvSpPr>
          <p:nvPr>
            <p:ph type="title"/>
          </p:nvPr>
        </p:nvSpPr>
        <p:spPr/>
        <p:txBody>
          <a:bodyPr/>
          <a:lstStyle/>
          <a:p>
            <a:pPr eaLnBrk="1" hangingPunct="1"/>
            <a:r>
              <a:rPr lang="en-US" altLang="zh-CN" dirty="0"/>
              <a:t>6.4.1 </a:t>
            </a:r>
            <a:r>
              <a:rPr lang="zh-CN" altLang="en-US" dirty="0"/>
              <a:t>缓冲的引入（续）</a:t>
            </a:r>
          </a:p>
        </p:txBody>
      </p:sp>
      <p:sp>
        <p:nvSpPr>
          <p:cNvPr id="623619" name="Rectangle 3">
            <a:extLst>
              <a:ext uri="{FF2B5EF4-FFF2-40B4-BE49-F238E27FC236}">
                <a16:creationId xmlns:a16="http://schemas.microsoft.com/office/drawing/2014/main" id="{17C3EB7E-9388-E998-C489-A38275A52BC4}"/>
              </a:ext>
            </a:extLst>
          </p:cNvPr>
          <p:cNvSpPr>
            <a:spLocks noGrp="1" noRot="1" noChangeArrowheads="1"/>
          </p:cNvSpPr>
          <p:nvPr>
            <p:ph type="body" idx="1"/>
          </p:nvPr>
        </p:nvSpPr>
        <p:spPr/>
        <p:txBody>
          <a:bodyPr/>
          <a:lstStyle/>
          <a:p>
            <a:pPr eaLnBrk="1" hangingPunct="1"/>
            <a:r>
              <a:rPr lang="zh-CN" altLang="en-US"/>
              <a:t>为了</a:t>
            </a:r>
            <a:r>
              <a:rPr lang="zh-CN" altLang="en-US">
                <a:solidFill>
                  <a:srgbClr val="CC0066"/>
                </a:solidFill>
              </a:rPr>
              <a:t>匹配外设与</a:t>
            </a:r>
            <a:r>
              <a:rPr lang="en-US" altLang="zh-CN">
                <a:solidFill>
                  <a:srgbClr val="CC0066"/>
                </a:solidFill>
              </a:rPr>
              <a:t>CPU</a:t>
            </a:r>
            <a:r>
              <a:rPr lang="zh-CN" altLang="en-US">
                <a:solidFill>
                  <a:srgbClr val="CC0066"/>
                </a:solidFill>
              </a:rPr>
              <a:t>之间的处理速度</a:t>
            </a:r>
            <a:r>
              <a:rPr lang="zh-CN" altLang="en-US"/>
              <a:t>，为了</a:t>
            </a:r>
            <a:r>
              <a:rPr lang="zh-CN" altLang="en-US">
                <a:solidFill>
                  <a:srgbClr val="CC0066"/>
                </a:solidFill>
              </a:rPr>
              <a:t>减少中断次数</a:t>
            </a:r>
            <a:r>
              <a:rPr lang="zh-CN" altLang="en-US"/>
              <a:t>和中断处理时间，同时也是为了</a:t>
            </a:r>
            <a:r>
              <a:rPr lang="zh-CN" altLang="en-US">
                <a:solidFill>
                  <a:srgbClr val="CC0066"/>
                </a:solidFill>
              </a:rPr>
              <a:t>解决</a:t>
            </a:r>
            <a:r>
              <a:rPr lang="en-US" altLang="zh-CN">
                <a:solidFill>
                  <a:srgbClr val="CC0066"/>
                </a:solidFill>
              </a:rPr>
              <a:t>DMA</a:t>
            </a:r>
            <a:r>
              <a:rPr lang="zh-CN" altLang="en-US">
                <a:solidFill>
                  <a:srgbClr val="CC0066"/>
                </a:solidFill>
              </a:rPr>
              <a:t>或通道方式时的瓶颈问题</a:t>
            </a:r>
            <a:r>
              <a:rPr lang="zh-CN" altLang="en-US"/>
              <a:t>，在设备管理中需要引入缓冲技术。</a:t>
            </a:r>
          </a:p>
          <a:p>
            <a:pPr eaLnBrk="1" hangingPunct="1"/>
            <a:r>
              <a:rPr lang="zh-CN" altLang="en-US"/>
              <a:t>缓冲的实现方法：</a:t>
            </a:r>
          </a:p>
          <a:p>
            <a:pPr lvl="1" eaLnBrk="1" hangingPunct="1"/>
            <a:r>
              <a:rPr lang="zh-CN" altLang="en-US"/>
              <a:t>采用专用硬件缓冲器：如缓冲寄存器</a:t>
            </a:r>
          </a:p>
          <a:p>
            <a:pPr lvl="1" eaLnBrk="1" hangingPunct="1"/>
            <a:r>
              <a:rPr lang="zh-CN" altLang="en-US"/>
              <a:t>在内存划出一块具有</a:t>
            </a:r>
            <a:r>
              <a:rPr lang="en-US" altLang="zh-CN"/>
              <a:t>n</a:t>
            </a:r>
            <a:r>
              <a:rPr lang="zh-CN" altLang="en-US"/>
              <a:t>个单元的专用缓冲区，以便存放输入输出的数据。（软件缓冲）</a:t>
            </a:r>
          </a:p>
        </p:txBody>
      </p:sp>
    </p:spTree>
  </p:cSld>
  <p:clrMapOvr>
    <a:masterClrMapping/>
  </p:clrMapOvr>
  <p:transition spd="med">
    <p:random/>
    <p:sndAc>
      <p:stSnd>
        <p:snd r:embed="rId2" name="camera.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574DCBA-DAAC-5BF2-CF5B-89FB6B12355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F780212-CF2B-B24C-A110-55AFE5309B9E}" type="slidenum">
              <a:rPr lang="en-US" altLang="zh-CN">
                <a:latin typeface="Arial" panose="020B0604020202020204" pitchFamily="34" charset="0"/>
              </a:rPr>
              <a:pPr/>
              <a:t>56</a:t>
            </a:fld>
            <a:endParaRPr lang="en-US" altLang="zh-CN">
              <a:latin typeface="Arial" panose="020B0604020202020204" pitchFamily="34" charset="0"/>
            </a:endParaRPr>
          </a:p>
        </p:txBody>
      </p:sp>
      <p:sp>
        <p:nvSpPr>
          <p:cNvPr id="624642" name="Rectangle 2">
            <a:extLst>
              <a:ext uri="{FF2B5EF4-FFF2-40B4-BE49-F238E27FC236}">
                <a16:creationId xmlns:a16="http://schemas.microsoft.com/office/drawing/2014/main" id="{6F1AA9CF-8728-F586-8BAE-0D3BA30D501E}"/>
              </a:ext>
            </a:extLst>
          </p:cNvPr>
          <p:cNvSpPr>
            <a:spLocks noGrp="1" noRot="1" noChangeArrowheads="1"/>
          </p:cNvSpPr>
          <p:nvPr>
            <p:ph type="title"/>
          </p:nvPr>
        </p:nvSpPr>
        <p:spPr/>
        <p:txBody>
          <a:bodyPr/>
          <a:lstStyle/>
          <a:p>
            <a:pPr eaLnBrk="1" hangingPunct="1"/>
            <a:r>
              <a:rPr lang="en-US" altLang="zh-CN" dirty="0"/>
              <a:t>6.4.2 </a:t>
            </a:r>
            <a:r>
              <a:rPr lang="zh-CN" altLang="en-US" dirty="0"/>
              <a:t>缓冲的种类</a:t>
            </a:r>
          </a:p>
        </p:txBody>
      </p:sp>
      <p:sp>
        <p:nvSpPr>
          <p:cNvPr id="624643" name="Rectangle 3">
            <a:extLst>
              <a:ext uri="{FF2B5EF4-FFF2-40B4-BE49-F238E27FC236}">
                <a16:creationId xmlns:a16="http://schemas.microsoft.com/office/drawing/2014/main" id="{72D981D5-F44F-B18A-832C-F267C929F907}"/>
              </a:ext>
            </a:extLst>
          </p:cNvPr>
          <p:cNvSpPr>
            <a:spLocks noGrp="1" noRot="1" noChangeArrowheads="1"/>
          </p:cNvSpPr>
          <p:nvPr>
            <p:ph type="body" idx="1"/>
          </p:nvPr>
        </p:nvSpPr>
        <p:spPr/>
        <p:txBody>
          <a:bodyPr/>
          <a:lstStyle/>
          <a:p>
            <a:pPr eaLnBrk="1" hangingPunct="1"/>
            <a:r>
              <a:rPr lang="zh-CN" altLang="en-US"/>
              <a:t>根据系统设置的缓冲区的个数，可把缓冲技术分为：</a:t>
            </a:r>
          </a:p>
          <a:p>
            <a:pPr lvl="1" eaLnBrk="1" hangingPunct="1"/>
            <a:r>
              <a:rPr lang="zh-CN" altLang="en-US">
                <a:solidFill>
                  <a:srgbClr val="CC0066"/>
                </a:solidFill>
              </a:rPr>
              <a:t>单缓冲</a:t>
            </a:r>
          </a:p>
          <a:p>
            <a:pPr lvl="1" eaLnBrk="1" hangingPunct="1"/>
            <a:r>
              <a:rPr lang="zh-CN" altLang="en-US">
                <a:solidFill>
                  <a:srgbClr val="CC0066"/>
                </a:solidFill>
              </a:rPr>
              <a:t>双缓冲</a:t>
            </a:r>
          </a:p>
          <a:p>
            <a:pPr lvl="1" eaLnBrk="1" hangingPunct="1"/>
            <a:r>
              <a:rPr lang="zh-CN" altLang="en-US">
                <a:solidFill>
                  <a:srgbClr val="CC0066"/>
                </a:solidFill>
              </a:rPr>
              <a:t>多缓冲</a:t>
            </a:r>
          </a:p>
          <a:p>
            <a:pPr lvl="1" eaLnBrk="1" hangingPunct="1"/>
            <a:r>
              <a:rPr lang="zh-CN" altLang="en-US">
                <a:solidFill>
                  <a:srgbClr val="CC0066"/>
                </a:solidFill>
              </a:rPr>
              <a:t>缓冲池</a:t>
            </a:r>
          </a:p>
        </p:txBody>
      </p:sp>
    </p:spTree>
  </p:cSld>
  <p:clrMapOvr>
    <a:masterClrMapping/>
  </p:clrMapOvr>
  <p:transition spd="med">
    <p:random/>
    <p:sndAc>
      <p:stSnd>
        <p:snd r:embed="rId2" name="camera.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0BC227-6539-1DD9-AD9F-5D50DA8E642F}"/>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B3B7282-D7F4-3E42-857C-B736E525F311}" type="slidenum">
              <a:rPr lang="en-US" altLang="zh-CN">
                <a:latin typeface="Arial" panose="020B0604020202020204" pitchFamily="34" charset="0"/>
              </a:rPr>
              <a:pPr/>
              <a:t>57</a:t>
            </a:fld>
            <a:endParaRPr lang="en-US" altLang="zh-CN">
              <a:latin typeface="Arial" panose="020B0604020202020204" pitchFamily="34" charset="0"/>
            </a:endParaRPr>
          </a:p>
        </p:txBody>
      </p:sp>
      <p:sp>
        <p:nvSpPr>
          <p:cNvPr id="625666" name="Rectangle 2">
            <a:extLst>
              <a:ext uri="{FF2B5EF4-FFF2-40B4-BE49-F238E27FC236}">
                <a16:creationId xmlns:a16="http://schemas.microsoft.com/office/drawing/2014/main" id="{3EE95D68-272D-9E0E-4821-88F7DE0243C2}"/>
              </a:ext>
            </a:extLst>
          </p:cNvPr>
          <p:cNvSpPr>
            <a:spLocks noGrp="1" noRot="1" noChangeArrowheads="1"/>
          </p:cNvSpPr>
          <p:nvPr>
            <p:ph type="title"/>
          </p:nvPr>
        </p:nvSpPr>
        <p:spPr/>
        <p:txBody>
          <a:bodyPr/>
          <a:lstStyle/>
          <a:p>
            <a:pPr eaLnBrk="1" hangingPunct="1"/>
            <a:r>
              <a:rPr lang="en-US" altLang="zh-CN" dirty="0"/>
              <a:t>6.4.2 </a:t>
            </a:r>
            <a:r>
              <a:rPr lang="zh-CN" altLang="en-US" dirty="0"/>
              <a:t>缓冲的种类</a:t>
            </a:r>
            <a:r>
              <a:rPr lang="en-US" altLang="zh-CN" dirty="0"/>
              <a:t>—</a:t>
            </a:r>
            <a:r>
              <a:rPr lang="zh-CN" altLang="en-US" dirty="0"/>
              <a:t>单缓冲</a:t>
            </a:r>
          </a:p>
        </p:txBody>
      </p:sp>
      <p:sp>
        <p:nvSpPr>
          <p:cNvPr id="625667" name="Rectangle 3">
            <a:extLst>
              <a:ext uri="{FF2B5EF4-FFF2-40B4-BE49-F238E27FC236}">
                <a16:creationId xmlns:a16="http://schemas.microsoft.com/office/drawing/2014/main" id="{282BFDD3-53E0-9CAA-5A56-E80F891668C7}"/>
              </a:ext>
            </a:extLst>
          </p:cNvPr>
          <p:cNvSpPr>
            <a:spLocks noGrp="1" noRot="1" noChangeArrowheads="1"/>
          </p:cNvSpPr>
          <p:nvPr>
            <p:ph type="body" idx="1"/>
          </p:nvPr>
        </p:nvSpPr>
        <p:spPr/>
        <p:txBody>
          <a:bodyPr/>
          <a:lstStyle/>
          <a:p>
            <a:pPr eaLnBrk="1" hangingPunct="1"/>
            <a:r>
              <a:rPr lang="zh-CN" altLang="en-US"/>
              <a:t>单缓冲是在设备和</a:t>
            </a:r>
            <a:r>
              <a:rPr lang="en-US" altLang="zh-CN"/>
              <a:t>CPU</a:t>
            </a:r>
            <a:r>
              <a:rPr lang="zh-CN" altLang="en-US"/>
              <a:t>之间设置一个缓冲器，当设备和</a:t>
            </a:r>
            <a:r>
              <a:rPr lang="en-US" altLang="zh-CN"/>
              <a:t>CPU</a:t>
            </a:r>
            <a:r>
              <a:rPr lang="zh-CN" altLang="en-US"/>
              <a:t>交换数据时，先把被交换的数据写入缓冲器，需要数据的设备或</a:t>
            </a:r>
            <a:r>
              <a:rPr lang="en-US" altLang="zh-CN"/>
              <a:t>CPU</a:t>
            </a:r>
            <a:r>
              <a:rPr lang="zh-CN" altLang="en-US"/>
              <a:t>从缓冲器取走数据。</a:t>
            </a:r>
          </a:p>
          <a:p>
            <a:pPr eaLnBrk="1" hangingPunct="1"/>
            <a:r>
              <a:rPr lang="zh-CN" altLang="en-US"/>
              <a:t>由于缓冲区属临界资源，不允许多个进程同时对一个缓冲器进行操作，因此设备之间不能通过单缓冲达到并行操作。</a:t>
            </a:r>
          </a:p>
        </p:txBody>
      </p:sp>
    </p:spTree>
  </p:cSld>
  <p:clrMapOvr>
    <a:masterClrMapping/>
  </p:clrMapOvr>
  <p:transition spd="med">
    <p:random/>
    <p:sndAc>
      <p:stSnd>
        <p:snd r:embed="rId2" name="camera.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8BB11EC-AA61-76B1-04D2-F3CF18E7EF4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392B6B1-B1F3-0242-8646-31B867900F4C}" type="slidenum">
              <a:rPr lang="en-US" altLang="zh-CN">
                <a:latin typeface="Arial" panose="020B0604020202020204" pitchFamily="34" charset="0"/>
              </a:rPr>
              <a:pPr/>
              <a:t>58</a:t>
            </a:fld>
            <a:endParaRPr lang="en-US" altLang="zh-CN">
              <a:latin typeface="Arial" panose="020B0604020202020204" pitchFamily="34" charset="0"/>
            </a:endParaRPr>
          </a:p>
        </p:txBody>
      </p:sp>
      <p:sp>
        <p:nvSpPr>
          <p:cNvPr id="626690" name="Rectangle 2">
            <a:extLst>
              <a:ext uri="{FF2B5EF4-FFF2-40B4-BE49-F238E27FC236}">
                <a16:creationId xmlns:a16="http://schemas.microsoft.com/office/drawing/2014/main" id="{880C67B1-A9DC-1CF2-273F-803F9A4387AC}"/>
              </a:ext>
            </a:extLst>
          </p:cNvPr>
          <p:cNvSpPr>
            <a:spLocks noGrp="1" noRot="1" noChangeArrowheads="1"/>
          </p:cNvSpPr>
          <p:nvPr>
            <p:ph type="title"/>
          </p:nvPr>
        </p:nvSpPr>
        <p:spPr/>
        <p:txBody>
          <a:bodyPr/>
          <a:lstStyle/>
          <a:p>
            <a:pPr eaLnBrk="1" hangingPunct="1"/>
            <a:r>
              <a:rPr lang="en-US" altLang="zh-CN" dirty="0"/>
              <a:t>6.4.2 </a:t>
            </a:r>
            <a:r>
              <a:rPr lang="zh-CN" altLang="en-US" dirty="0"/>
              <a:t>缓冲的种类</a:t>
            </a:r>
            <a:r>
              <a:rPr lang="en-US" altLang="zh-CN" dirty="0"/>
              <a:t>—</a:t>
            </a:r>
            <a:r>
              <a:rPr lang="zh-CN" altLang="en-US" dirty="0"/>
              <a:t>双缓冲</a:t>
            </a:r>
          </a:p>
        </p:txBody>
      </p:sp>
      <p:sp>
        <p:nvSpPr>
          <p:cNvPr id="626691" name="Rectangle 3">
            <a:extLst>
              <a:ext uri="{FF2B5EF4-FFF2-40B4-BE49-F238E27FC236}">
                <a16:creationId xmlns:a16="http://schemas.microsoft.com/office/drawing/2014/main" id="{9D7C8DD9-0494-8FE0-7920-812449239AAB}"/>
              </a:ext>
            </a:extLst>
          </p:cNvPr>
          <p:cNvSpPr>
            <a:spLocks noGrp="1" noRot="1" noChangeArrowheads="1"/>
          </p:cNvSpPr>
          <p:nvPr>
            <p:ph type="body" idx="1"/>
          </p:nvPr>
        </p:nvSpPr>
        <p:spPr/>
        <p:txBody>
          <a:bodyPr/>
          <a:lstStyle/>
          <a:p>
            <a:pPr eaLnBrk="1" hangingPunct="1"/>
            <a:r>
              <a:rPr lang="zh-CN" altLang="en-US"/>
              <a:t>双缓冲可以解决两台外设之间的并行操作问题。其中一个缓冲器可以作为数据输入缓冲，另一个可以作为输出缓冲。</a:t>
            </a:r>
          </a:p>
          <a:p>
            <a:pPr eaLnBrk="1" hangingPunct="1"/>
            <a:r>
              <a:rPr lang="zh-CN" altLang="en-US"/>
              <a:t>双缓冲仍然只是设备之间、设备和</a:t>
            </a:r>
            <a:r>
              <a:rPr lang="en-US" altLang="zh-CN"/>
              <a:t>CPU</a:t>
            </a:r>
            <a:r>
              <a:rPr lang="zh-CN" altLang="en-US"/>
              <a:t>之间并行操作的简单模型，不能在实际系统中应用。</a:t>
            </a:r>
          </a:p>
          <a:p>
            <a:pPr eaLnBrk="1" hangingPunct="1"/>
            <a:r>
              <a:rPr lang="zh-CN" altLang="en-US"/>
              <a:t>实际系统中使用多缓冲或缓冲池。</a:t>
            </a:r>
          </a:p>
        </p:txBody>
      </p:sp>
    </p:spTree>
  </p:cSld>
  <p:clrMapOvr>
    <a:masterClrMapping/>
  </p:clrMapOvr>
  <p:transition spd="med">
    <p:random/>
    <p:sndAc>
      <p:stSnd>
        <p:snd r:embed="rId2" name="camera.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F017647-4E00-187B-9FCF-027CB3A26E81}"/>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2ADC03D-789D-6B4E-970A-AEE809933F88}" type="slidenum">
              <a:rPr lang="en-US" altLang="zh-CN">
                <a:latin typeface="Arial" panose="020B0604020202020204" pitchFamily="34" charset="0"/>
              </a:rPr>
              <a:pPr/>
              <a:t>59</a:t>
            </a:fld>
            <a:endParaRPr lang="en-US" altLang="zh-CN">
              <a:latin typeface="Arial" panose="020B0604020202020204" pitchFamily="34" charset="0"/>
            </a:endParaRPr>
          </a:p>
        </p:txBody>
      </p:sp>
      <p:sp>
        <p:nvSpPr>
          <p:cNvPr id="627714" name="Rectangle 2">
            <a:extLst>
              <a:ext uri="{FF2B5EF4-FFF2-40B4-BE49-F238E27FC236}">
                <a16:creationId xmlns:a16="http://schemas.microsoft.com/office/drawing/2014/main" id="{817B08CA-AF52-CFCE-CFEB-062FFBC73B52}"/>
              </a:ext>
            </a:extLst>
          </p:cNvPr>
          <p:cNvSpPr>
            <a:spLocks noGrp="1" noRot="1" noChangeArrowheads="1"/>
          </p:cNvSpPr>
          <p:nvPr>
            <p:ph type="title"/>
          </p:nvPr>
        </p:nvSpPr>
        <p:spPr/>
        <p:txBody>
          <a:bodyPr/>
          <a:lstStyle/>
          <a:p>
            <a:pPr eaLnBrk="1" hangingPunct="1"/>
            <a:r>
              <a:rPr lang="en-US" altLang="zh-CN" sz="4000" dirty="0"/>
              <a:t>6.4.2 </a:t>
            </a:r>
            <a:r>
              <a:rPr lang="zh-CN" altLang="en-US" sz="4000" dirty="0"/>
              <a:t>缓冲的种类</a:t>
            </a:r>
            <a:r>
              <a:rPr lang="en-US" altLang="zh-CN" sz="4000" dirty="0"/>
              <a:t>—</a:t>
            </a:r>
            <a:r>
              <a:rPr lang="zh-CN" altLang="en-US" sz="4000" dirty="0"/>
              <a:t>多缓冲和缓冲池</a:t>
            </a:r>
          </a:p>
        </p:txBody>
      </p:sp>
      <p:sp>
        <p:nvSpPr>
          <p:cNvPr id="627715" name="Rectangle 3">
            <a:extLst>
              <a:ext uri="{FF2B5EF4-FFF2-40B4-BE49-F238E27FC236}">
                <a16:creationId xmlns:a16="http://schemas.microsoft.com/office/drawing/2014/main" id="{C475B6D5-F46D-E7DA-B367-B2BAA442F989}"/>
              </a:ext>
            </a:extLst>
          </p:cNvPr>
          <p:cNvSpPr>
            <a:spLocks noGrp="1" noRot="1" noChangeArrowheads="1"/>
          </p:cNvSpPr>
          <p:nvPr>
            <p:ph type="body" idx="1"/>
          </p:nvPr>
        </p:nvSpPr>
        <p:spPr/>
        <p:txBody>
          <a:bodyPr/>
          <a:lstStyle/>
          <a:p>
            <a:pPr eaLnBrk="1" hangingPunct="1"/>
            <a:r>
              <a:rPr lang="zh-CN" altLang="en-US"/>
              <a:t>多缓冲是把多个缓冲区连接起来组成两部分，一部分专门用来输入，另一部分专门用来输出。</a:t>
            </a:r>
          </a:p>
          <a:p>
            <a:pPr eaLnBrk="1" hangingPunct="1"/>
            <a:r>
              <a:rPr lang="zh-CN" altLang="en-US"/>
              <a:t>缓冲池是把多个缓冲区连接起来统一管理，既可用于输入也可用于输出的缓冲结构。</a:t>
            </a:r>
          </a:p>
        </p:txBody>
      </p:sp>
    </p:spTree>
  </p:cSld>
  <p:clrMapOvr>
    <a:masterClrMapping/>
  </p:clrMapOvr>
  <p:transition spd="med">
    <p:random/>
    <p:sndAc>
      <p:stSnd>
        <p:snd r:embed="rId2" name="camera.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a:extLst>
              <a:ext uri="{FF2B5EF4-FFF2-40B4-BE49-F238E27FC236}">
                <a16:creationId xmlns:a16="http://schemas.microsoft.com/office/drawing/2014/main" id="{D9279C69-7019-8521-9F15-C16420E9341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F269228-7B76-1E45-BB8D-EAA96D361BC5}" type="slidenum">
              <a:rPr lang="en-US" altLang="zh-CN">
                <a:latin typeface="Arial" panose="020B0604020202020204" pitchFamily="34" charset="0"/>
              </a:rPr>
              <a:pPr/>
              <a:t>60</a:t>
            </a:fld>
            <a:endParaRPr lang="en-US" altLang="zh-CN">
              <a:latin typeface="Arial" panose="020B0604020202020204" pitchFamily="34" charset="0"/>
            </a:endParaRPr>
          </a:p>
        </p:txBody>
      </p:sp>
      <p:sp>
        <p:nvSpPr>
          <p:cNvPr id="628738" name="Rectangle 2">
            <a:extLst>
              <a:ext uri="{FF2B5EF4-FFF2-40B4-BE49-F238E27FC236}">
                <a16:creationId xmlns:a16="http://schemas.microsoft.com/office/drawing/2014/main" id="{598D2A25-7D1D-45AD-1732-99A937F4D1CC}"/>
              </a:ext>
            </a:extLst>
          </p:cNvPr>
          <p:cNvSpPr>
            <a:spLocks noGrp="1" noRot="1" noChangeArrowheads="1"/>
          </p:cNvSpPr>
          <p:nvPr>
            <p:ph type="title"/>
          </p:nvPr>
        </p:nvSpPr>
        <p:spPr/>
        <p:txBody>
          <a:bodyPr/>
          <a:lstStyle/>
          <a:p>
            <a:pPr eaLnBrk="1" hangingPunct="1"/>
            <a:r>
              <a:rPr lang="en-US" altLang="zh-CN" dirty="0"/>
              <a:t>6.4.3 </a:t>
            </a:r>
            <a:r>
              <a:rPr lang="zh-CN" altLang="en-US" dirty="0"/>
              <a:t>缓冲池的管理</a:t>
            </a:r>
          </a:p>
        </p:txBody>
      </p:sp>
      <p:sp>
        <p:nvSpPr>
          <p:cNvPr id="628739" name="Rectangle 3">
            <a:extLst>
              <a:ext uri="{FF2B5EF4-FFF2-40B4-BE49-F238E27FC236}">
                <a16:creationId xmlns:a16="http://schemas.microsoft.com/office/drawing/2014/main" id="{EA1F882E-401C-4E75-B7CC-B72A755FCD23}"/>
              </a:ext>
            </a:extLst>
          </p:cNvPr>
          <p:cNvSpPr>
            <a:spLocks noGrp="1" noRot="1" noChangeArrowheads="1"/>
          </p:cNvSpPr>
          <p:nvPr>
            <p:ph type="body" idx="1"/>
          </p:nvPr>
        </p:nvSpPr>
        <p:spPr>
          <a:xfrm>
            <a:off x="609600" y="1773238"/>
            <a:ext cx="8153400" cy="3116262"/>
          </a:xfrm>
        </p:spPr>
        <p:txBody>
          <a:bodyPr/>
          <a:lstStyle/>
          <a:p>
            <a:pPr eaLnBrk="1" hangingPunct="1">
              <a:lnSpc>
                <a:spcPct val="90000"/>
              </a:lnSpc>
            </a:pPr>
            <a:r>
              <a:rPr lang="zh-CN" altLang="en-US"/>
              <a:t>缓冲池的结构：缓冲池由多个缓冲区组成，而一个缓冲区由两部分组成：一部分用来标识该缓冲器和用于管理的缓冲首部，另一部分是用于存放数据的缓冲体。</a:t>
            </a:r>
          </a:p>
          <a:p>
            <a:pPr eaLnBrk="1" hangingPunct="1">
              <a:lnSpc>
                <a:spcPct val="90000"/>
              </a:lnSpc>
            </a:pPr>
            <a:r>
              <a:rPr lang="zh-CN" altLang="en-US"/>
              <a:t>对缓冲池的管理是通过对每一个缓冲器缓冲首部的管理实现的。</a:t>
            </a:r>
          </a:p>
        </p:txBody>
      </p:sp>
      <p:sp>
        <p:nvSpPr>
          <p:cNvPr id="67590" name="Rectangle 4">
            <a:extLst>
              <a:ext uri="{FF2B5EF4-FFF2-40B4-BE49-F238E27FC236}">
                <a16:creationId xmlns:a16="http://schemas.microsoft.com/office/drawing/2014/main" id="{4AB43DB9-0602-4C3C-5286-65C197A8AF36}"/>
              </a:ext>
            </a:extLst>
          </p:cNvPr>
          <p:cNvSpPr>
            <a:spLocks noChangeArrowheads="1"/>
          </p:cNvSpPr>
          <p:nvPr/>
        </p:nvSpPr>
        <p:spPr bwMode="auto">
          <a:xfrm>
            <a:off x="5003800" y="4508500"/>
            <a:ext cx="2952750" cy="3587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设备号</a:t>
            </a:r>
          </a:p>
        </p:txBody>
      </p:sp>
      <p:sp>
        <p:nvSpPr>
          <p:cNvPr id="67591" name="Rectangle 5">
            <a:extLst>
              <a:ext uri="{FF2B5EF4-FFF2-40B4-BE49-F238E27FC236}">
                <a16:creationId xmlns:a16="http://schemas.microsoft.com/office/drawing/2014/main" id="{FDE57181-CFAC-753B-ADC4-E68E377729F3}"/>
              </a:ext>
            </a:extLst>
          </p:cNvPr>
          <p:cNvSpPr>
            <a:spLocks noChangeArrowheads="1"/>
          </p:cNvSpPr>
          <p:nvPr/>
        </p:nvSpPr>
        <p:spPr bwMode="auto">
          <a:xfrm>
            <a:off x="5003800" y="4867275"/>
            <a:ext cx="2952750" cy="3587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数据块号</a:t>
            </a:r>
          </a:p>
        </p:txBody>
      </p:sp>
      <p:sp>
        <p:nvSpPr>
          <p:cNvPr id="67592" name="Rectangle 6">
            <a:extLst>
              <a:ext uri="{FF2B5EF4-FFF2-40B4-BE49-F238E27FC236}">
                <a16:creationId xmlns:a16="http://schemas.microsoft.com/office/drawing/2014/main" id="{573FAAA0-65BD-C32C-99C4-A1007E41BD9F}"/>
              </a:ext>
            </a:extLst>
          </p:cNvPr>
          <p:cNvSpPr>
            <a:spLocks noChangeArrowheads="1"/>
          </p:cNvSpPr>
          <p:nvPr/>
        </p:nvSpPr>
        <p:spPr bwMode="auto">
          <a:xfrm>
            <a:off x="5003800" y="5227638"/>
            <a:ext cx="2952750" cy="3587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缓冲器号</a:t>
            </a:r>
          </a:p>
        </p:txBody>
      </p:sp>
      <p:sp>
        <p:nvSpPr>
          <p:cNvPr id="67593" name="Rectangle 7">
            <a:extLst>
              <a:ext uri="{FF2B5EF4-FFF2-40B4-BE49-F238E27FC236}">
                <a16:creationId xmlns:a16="http://schemas.microsoft.com/office/drawing/2014/main" id="{D011CE1C-EB26-772A-5BD9-70E5653AA3E4}"/>
              </a:ext>
            </a:extLst>
          </p:cNvPr>
          <p:cNvSpPr>
            <a:spLocks noChangeArrowheads="1"/>
          </p:cNvSpPr>
          <p:nvPr/>
        </p:nvSpPr>
        <p:spPr bwMode="auto">
          <a:xfrm>
            <a:off x="5003800" y="5588000"/>
            <a:ext cx="2952750" cy="3587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互斥标识位</a:t>
            </a:r>
          </a:p>
        </p:txBody>
      </p:sp>
      <p:sp>
        <p:nvSpPr>
          <p:cNvPr id="67594" name="Rectangle 8">
            <a:extLst>
              <a:ext uri="{FF2B5EF4-FFF2-40B4-BE49-F238E27FC236}">
                <a16:creationId xmlns:a16="http://schemas.microsoft.com/office/drawing/2014/main" id="{BF50EB67-AE86-048E-2466-B818555B43C5}"/>
              </a:ext>
            </a:extLst>
          </p:cNvPr>
          <p:cNvSpPr>
            <a:spLocks noChangeArrowheads="1"/>
          </p:cNvSpPr>
          <p:nvPr/>
        </p:nvSpPr>
        <p:spPr bwMode="auto">
          <a:xfrm>
            <a:off x="5003800" y="5948363"/>
            <a:ext cx="2952750" cy="3587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连接指针</a:t>
            </a:r>
          </a:p>
        </p:txBody>
      </p:sp>
      <p:sp>
        <p:nvSpPr>
          <p:cNvPr id="67595" name="Text Box 9">
            <a:extLst>
              <a:ext uri="{FF2B5EF4-FFF2-40B4-BE49-F238E27FC236}">
                <a16:creationId xmlns:a16="http://schemas.microsoft.com/office/drawing/2014/main" id="{87ED7E38-1D5B-0480-B28A-5775C32BA5D0}"/>
              </a:ext>
            </a:extLst>
          </p:cNvPr>
          <p:cNvSpPr txBox="1">
            <a:spLocks noChangeArrowheads="1"/>
          </p:cNvSpPr>
          <p:nvPr/>
        </p:nvSpPr>
        <p:spPr bwMode="auto">
          <a:xfrm>
            <a:off x="3132138" y="5516563"/>
            <a:ext cx="172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缓冲首部：</a:t>
            </a:r>
          </a:p>
        </p:txBody>
      </p:sp>
    </p:spTree>
  </p:cSld>
  <p:clrMapOvr>
    <a:masterClrMapping/>
  </p:clrMapOvr>
  <p:transition spd="med">
    <p:random/>
    <p:sndAc>
      <p:stSnd>
        <p:snd r:embed="rId2" name="camera.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F7C4203E-1C85-DA72-3D83-B12B0ECC8E6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370C1A5-BA9D-F349-B087-1C53EE5CEAA9}" type="slidenum">
              <a:rPr lang="en-US" altLang="zh-CN">
                <a:latin typeface="Arial" panose="020B0604020202020204" pitchFamily="34" charset="0"/>
              </a:rPr>
              <a:pPr/>
              <a:t>61</a:t>
            </a:fld>
            <a:endParaRPr lang="en-US" altLang="zh-CN">
              <a:latin typeface="Arial" panose="020B0604020202020204" pitchFamily="34" charset="0"/>
            </a:endParaRPr>
          </a:p>
        </p:txBody>
      </p:sp>
      <p:sp>
        <p:nvSpPr>
          <p:cNvPr id="629762" name="Rectangle 2">
            <a:extLst>
              <a:ext uri="{FF2B5EF4-FFF2-40B4-BE49-F238E27FC236}">
                <a16:creationId xmlns:a16="http://schemas.microsoft.com/office/drawing/2014/main" id="{6DFD5CFA-C41B-1DCD-57E4-B84A80104B54}"/>
              </a:ext>
            </a:extLst>
          </p:cNvPr>
          <p:cNvSpPr>
            <a:spLocks noGrp="1" noRot="1" noChangeArrowheads="1"/>
          </p:cNvSpPr>
          <p:nvPr>
            <p:ph type="title"/>
          </p:nvPr>
        </p:nvSpPr>
        <p:spPr/>
        <p:txBody>
          <a:bodyPr/>
          <a:lstStyle/>
          <a:p>
            <a:pPr eaLnBrk="1" hangingPunct="1"/>
            <a:r>
              <a:rPr lang="zh-CN" altLang="en-US"/>
              <a:t>缓冲区队列</a:t>
            </a:r>
          </a:p>
        </p:txBody>
      </p:sp>
      <p:sp>
        <p:nvSpPr>
          <p:cNvPr id="629763" name="Rectangle 3">
            <a:extLst>
              <a:ext uri="{FF2B5EF4-FFF2-40B4-BE49-F238E27FC236}">
                <a16:creationId xmlns:a16="http://schemas.microsoft.com/office/drawing/2014/main" id="{B7039959-B218-7A0F-F19C-E5B21D696094}"/>
              </a:ext>
            </a:extLst>
          </p:cNvPr>
          <p:cNvSpPr>
            <a:spLocks noGrp="1" noRot="1" noChangeArrowheads="1"/>
          </p:cNvSpPr>
          <p:nvPr>
            <p:ph type="body" idx="1"/>
          </p:nvPr>
        </p:nvSpPr>
        <p:spPr/>
        <p:txBody>
          <a:bodyPr/>
          <a:lstStyle/>
          <a:p>
            <a:pPr eaLnBrk="1" hangingPunct="1"/>
            <a:r>
              <a:rPr lang="zh-CN" altLang="en-US"/>
              <a:t>系统把各缓冲区按其使用状况连成三种队列：</a:t>
            </a:r>
          </a:p>
          <a:p>
            <a:pPr lvl="1" eaLnBrk="1" hangingPunct="1"/>
            <a:r>
              <a:rPr lang="zh-CN" altLang="en-US"/>
              <a:t>（</a:t>
            </a:r>
            <a:r>
              <a:rPr lang="en-US" altLang="zh-CN"/>
              <a:t>1</a:t>
            </a:r>
            <a:r>
              <a:rPr lang="zh-CN" altLang="en-US"/>
              <a:t>）空白缓冲队列</a:t>
            </a:r>
            <a:r>
              <a:rPr lang="en-US" altLang="zh-CN"/>
              <a:t>em</a:t>
            </a:r>
            <a:r>
              <a:rPr lang="zh-CN" altLang="en-US"/>
              <a:t>，其队首指针为</a:t>
            </a:r>
            <a:r>
              <a:rPr lang="en-US" altLang="zh-CN"/>
              <a:t>F(em)</a:t>
            </a:r>
            <a:r>
              <a:rPr lang="zh-CN" altLang="en-US"/>
              <a:t>，队尾指针为</a:t>
            </a:r>
            <a:r>
              <a:rPr lang="en-US" altLang="zh-CN"/>
              <a:t>L(em)</a:t>
            </a:r>
            <a:r>
              <a:rPr lang="zh-CN" altLang="en-US"/>
              <a:t>；</a:t>
            </a:r>
          </a:p>
          <a:p>
            <a:pPr lvl="1" eaLnBrk="1" hangingPunct="1"/>
            <a:r>
              <a:rPr lang="zh-CN" altLang="en-US"/>
              <a:t>（</a:t>
            </a:r>
            <a:r>
              <a:rPr lang="en-US" altLang="zh-CN"/>
              <a:t>2</a:t>
            </a:r>
            <a:r>
              <a:rPr lang="zh-CN" altLang="en-US"/>
              <a:t>）装满输入数据的输入缓冲队列</a:t>
            </a:r>
            <a:r>
              <a:rPr lang="en-US" altLang="zh-CN"/>
              <a:t>in</a:t>
            </a:r>
            <a:r>
              <a:rPr lang="zh-CN" altLang="en-US"/>
              <a:t>，其队首指针为</a:t>
            </a:r>
            <a:r>
              <a:rPr lang="en-US" altLang="zh-CN"/>
              <a:t>F(in)</a:t>
            </a:r>
            <a:r>
              <a:rPr lang="zh-CN" altLang="en-US"/>
              <a:t>，队尾指针为</a:t>
            </a:r>
            <a:r>
              <a:rPr lang="en-US" altLang="zh-CN"/>
              <a:t>L(in)</a:t>
            </a:r>
            <a:r>
              <a:rPr lang="zh-CN" altLang="en-US"/>
              <a:t>；</a:t>
            </a:r>
          </a:p>
          <a:p>
            <a:pPr lvl="1" eaLnBrk="1" hangingPunct="1"/>
            <a:r>
              <a:rPr lang="zh-CN" altLang="en-US"/>
              <a:t>（</a:t>
            </a:r>
            <a:r>
              <a:rPr lang="en-US" altLang="zh-CN"/>
              <a:t>3</a:t>
            </a:r>
            <a:r>
              <a:rPr lang="zh-CN" altLang="en-US"/>
              <a:t>）装满输出数据的输出缓冲队列</a:t>
            </a:r>
            <a:r>
              <a:rPr lang="en-US" altLang="zh-CN"/>
              <a:t>out</a:t>
            </a:r>
            <a:r>
              <a:rPr lang="zh-CN" altLang="en-US"/>
              <a:t>，其队首指针为</a:t>
            </a:r>
            <a:r>
              <a:rPr lang="en-US" altLang="zh-CN"/>
              <a:t>F(out)</a:t>
            </a:r>
            <a:r>
              <a:rPr lang="zh-CN" altLang="en-US"/>
              <a:t>，队尾指针为</a:t>
            </a:r>
            <a:r>
              <a:rPr lang="en-US" altLang="zh-CN"/>
              <a:t>L(out)</a:t>
            </a:r>
            <a:r>
              <a:rPr lang="zh-CN" altLang="en-US"/>
              <a:t>；</a:t>
            </a:r>
          </a:p>
        </p:txBody>
      </p:sp>
    </p:spTree>
  </p:cSld>
  <p:clrMapOvr>
    <a:masterClrMapping/>
  </p:clrMapOvr>
  <p:transition spd="med">
    <p:random/>
    <p:sndAc>
      <p:stSnd>
        <p:snd r:embed="rId2" name="camera.wav"/>
      </p:stSnd>
    </p:sndAc>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0786" name="Rectangle 2">
            <a:extLst>
              <a:ext uri="{FF2B5EF4-FFF2-40B4-BE49-F238E27FC236}">
                <a16:creationId xmlns:a16="http://schemas.microsoft.com/office/drawing/2014/main" id="{551D6B7F-106D-88BC-E7A3-9028CDCFFB1D}"/>
              </a:ext>
            </a:extLst>
          </p:cNvPr>
          <p:cNvSpPr>
            <a:spLocks noGrp="1" noRot="1" noChangeArrowheads="1"/>
          </p:cNvSpPr>
          <p:nvPr>
            <p:ph type="title"/>
          </p:nvPr>
        </p:nvSpPr>
        <p:spPr>
          <a:xfrm>
            <a:off x="1476375" y="73025"/>
            <a:ext cx="7056438" cy="866775"/>
          </a:xfrm>
        </p:spPr>
        <p:txBody>
          <a:bodyPr/>
          <a:lstStyle/>
          <a:p>
            <a:pPr eaLnBrk="1" hangingPunct="1"/>
            <a:r>
              <a:rPr lang="zh-CN" altLang="en-US"/>
              <a:t>缓冲区队列</a:t>
            </a:r>
          </a:p>
        </p:txBody>
      </p:sp>
      <p:sp>
        <p:nvSpPr>
          <p:cNvPr id="69635" name="Rectangle 3">
            <a:extLst>
              <a:ext uri="{FF2B5EF4-FFF2-40B4-BE49-F238E27FC236}">
                <a16:creationId xmlns:a16="http://schemas.microsoft.com/office/drawing/2014/main" id="{108E623D-823E-6A18-0D2C-C8B8C684D54E}"/>
              </a:ext>
            </a:extLst>
          </p:cNvPr>
          <p:cNvSpPr>
            <a:spLocks noChangeArrowheads="1"/>
          </p:cNvSpPr>
          <p:nvPr/>
        </p:nvSpPr>
        <p:spPr bwMode="auto">
          <a:xfrm>
            <a:off x="468313" y="1916113"/>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36" name="Rectangle 4">
            <a:extLst>
              <a:ext uri="{FF2B5EF4-FFF2-40B4-BE49-F238E27FC236}">
                <a16:creationId xmlns:a16="http://schemas.microsoft.com/office/drawing/2014/main" id="{4A090812-8DF6-3ED7-2627-B91E4AB60C03}"/>
              </a:ext>
            </a:extLst>
          </p:cNvPr>
          <p:cNvSpPr>
            <a:spLocks noChangeArrowheads="1"/>
          </p:cNvSpPr>
          <p:nvPr/>
        </p:nvSpPr>
        <p:spPr bwMode="auto">
          <a:xfrm>
            <a:off x="2195513" y="1916113"/>
            <a:ext cx="1657350"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1    </a:t>
            </a:r>
          </a:p>
        </p:txBody>
      </p:sp>
      <p:sp>
        <p:nvSpPr>
          <p:cNvPr id="69637" name="Line 5">
            <a:extLst>
              <a:ext uri="{FF2B5EF4-FFF2-40B4-BE49-F238E27FC236}">
                <a16:creationId xmlns:a16="http://schemas.microsoft.com/office/drawing/2014/main" id="{BB89D456-D584-DB5C-CAFF-640A22EE09C2}"/>
              </a:ext>
            </a:extLst>
          </p:cNvPr>
          <p:cNvSpPr>
            <a:spLocks noChangeShapeType="1"/>
          </p:cNvSpPr>
          <p:nvPr/>
        </p:nvSpPr>
        <p:spPr bwMode="auto">
          <a:xfrm>
            <a:off x="3565525" y="1916113"/>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38" name="Line 6">
            <a:extLst>
              <a:ext uri="{FF2B5EF4-FFF2-40B4-BE49-F238E27FC236}">
                <a16:creationId xmlns:a16="http://schemas.microsoft.com/office/drawing/2014/main" id="{D4025C20-94F2-F693-3102-70740E7F98FC}"/>
              </a:ext>
            </a:extLst>
          </p:cNvPr>
          <p:cNvSpPr>
            <a:spLocks noChangeShapeType="1"/>
          </p:cNvSpPr>
          <p:nvPr/>
        </p:nvSpPr>
        <p:spPr bwMode="auto">
          <a:xfrm>
            <a:off x="1765300" y="22050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39" name="Rectangle 7">
            <a:extLst>
              <a:ext uri="{FF2B5EF4-FFF2-40B4-BE49-F238E27FC236}">
                <a16:creationId xmlns:a16="http://schemas.microsoft.com/office/drawing/2014/main" id="{935ABC8E-759C-5E7B-F600-8FF2F6C61C3D}"/>
              </a:ext>
            </a:extLst>
          </p:cNvPr>
          <p:cNvSpPr>
            <a:spLocks noChangeArrowheads="1"/>
          </p:cNvSpPr>
          <p:nvPr/>
        </p:nvSpPr>
        <p:spPr bwMode="auto">
          <a:xfrm>
            <a:off x="4284663" y="1916113"/>
            <a:ext cx="1657350"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2    </a:t>
            </a:r>
          </a:p>
        </p:txBody>
      </p:sp>
      <p:sp>
        <p:nvSpPr>
          <p:cNvPr id="69640" name="Line 8">
            <a:extLst>
              <a:ext uri="{FF2B5EF4-FFF2-40B4-BE49-F238E27FC236}">
                <a16:creationId xmlns:a16="http://schemas.microsoft.com/office/drawing/2014/main" id="{4C0143A0-D2BF-5887-7167-2652196C9630}"/>
              </a:ext>
            </a:extLst>
          </p:cNvPr>
          <p:cNvSpPr>
            <a:spLocks noChangeShapeType="1"/>
          </p:cNvSpPr>
          <p:nvPr/>
        </p:nvSpPr>
        <p:spPr bwMode="auto">
          <a:xfrm>
            <a:off x="5654675" y="1916113"/>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1" name="Line 9">
            <a:extLst>
              <a:ext uri="{FF2B5EF4-FFF2-40B4-BE49-F238E27FC236}">
                <a16:creationId xmlns:a16="http://schemas.microsoft.com/office/drawing/2014/main" id="{1B27F280-22CA-9AC1-7D54-A9E1DAE562D9}"/>
              </a:ext>
            </a:extLst>
          </p:cNvPr>
          <p:cNvSpPr>
            <a:spLocks noChangeShapeType="1"/>
          </p:cNvSpPr>
          <p:nvPr/>
        </p:nvSpPr>
        <p:spPr bwMode="auto">
          <a:xfrm>
            <a:off x="3854450" y="22050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2" name="Line 10">
            <a:extLst>
              <a:ext uri="{FF2B5EF4-FFF2-40B4-BE49-F238E27FC236}">
                <a16:creationId xmlns:a16="http://schemas.microsoft.com/office/drawing/2014/main" id="{165492F8-2C2A-5656-AACC-9FC92AB0E3BD}"/>
              </a:ext>
            </a:extLst>
          </p:cNvPr>
          <p:cNvSpPr>
            <a:spLocks noChangeShapeType="1"/>
          </p:cNvSpPr>
          <p:nvPr/>
        </p:nvSpPr>
        <p:spPr bwMode="auto">
          <a:xfrm>
            <a:off x="5940425" y="22050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3" name="Line 11">
            <a:extLst>
              <a:ext uri="{FF2B5EF4-FFF2-40B4-BE49-F238E27FC236}">
                <a16:creationId xmlns:a16="http://schemas.microsoft.com/office/drawing/2014/main" id="{DB3040AE-B0D7-3DA2-37A3-7426159975E3}"/>
              </a:ext>
            </a:extLst>
          </p:cNvPr>
          <p:cNvSpPr>
            <a:spLocks noChangeShapeType="1"/>
          </p:cNvSpPr>
          <p:nvPr/>
        </p:nvSpPr>
        <p:spPr bwMode="auto">
          <a:xfrm>
            <a:off x="6948488" y="22050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4" name="Rectangle 12">
            <a:extLst>
              <a:ext uri="{FF2B5EF4-FFF2-40B4-BE49-F238E27FC236}">
                <a16:creationId xmlns:a16="http://schemas.microsoft.com/office/drawing/2014/main" id="{F0AF8755-0D76-7598-9C58-059579D39752}"/>
              </a:ext>
            </a:extLst>
          </p:cNvPr>
          <p:cNvSpPr>
            <a:spLocks noChangeArrowheads="1"/>
          </p:cNvSpPr>
          <p:nvPr/>
        </p:nvSpPr>
        <p:spPr bwMode="auto">
          <a:xfrm>
            <a:off x="7380288" y="1916113"/>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45" name="Line 13">
            <a:extLst>
              <a:ext uri="{FF2B5EF4-FFF2-40B4-BE49-F238E27FC236}">
                <a16:creationId xmlns:a16="http://schemas.microsoft.com/office/drawing/2014/main" id="{CDC4D37A-EE7E-AE93-3BB2-17421D272783}"/>
              </a:ext>
            </a:extLst>
          </p:cNvPr>
          <p:cNvSpPr>
            <a:spLocks noChangeShapeType="1"/>
          </p:cNvSpPr>
          <p:nvPr/>
        </p:nvSpPr>
        <p:spPr bwMode="auto">
          <a:xfrm>
            <a:off x="6443663" y="2205038"/>
            <a:ext cx="360362"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6" name="Text Box 14">
            <a:extLst>
              <a:ext uri="{FF2B5EF4-FFF2-40B4-BE49-F238E27FC236}">
                <a16:creationId xmlns:a16="http://schemas.microsoft.com/office/drawing/2014/main" id="{B58DD4AD-E793-5F53-B454-2271E988572E}"/>
              </a:ext>
            </a:extLst>
          </p:cNvPr>
          <p:cNvSpPr txBox="1">
            <a:spLocks noChangeArrowheads="1"/>
          </p:cNvSpPr>
          <p:nvPr/>
        </p:nvSpPr>
        <p:spPr bwMode="auto">
          <a:xfrm>
            <a:off x="539750" y="1341438"/>
            <a:ext cx="1008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F(em)</a:t>
            </a:r>
          </a:p>
        </p:txBody>
      </p:sp>
      <p:sp>
        <p:nvSpPr>
          <p:cNvPr id="69647" name="Text Box 15">
            <a:extLst>
              <a:ext uri="{FF2B5EF4-FFF2-40B4-BE49-F238E27FC236}">
                <a16:creationId xmlns:a16="http://schemas.microsoft.com/office/drawing/2014/main" id="{3295071A-F5CB-D389-FCA6-1B471235EBB8}"/>
              </a:ext>
            </a:extLst>
          </p:cNvPr>
          <p:cNvSpPr txBox="1">
            <a:spLocks noChangeArrowheads="1"/>
          </p:cNvSpPr>
          <p:nvPr/>
        </p:nvSpPr>
        <p:spPr bwMode="auto">
          <a:xfrm>
            <a:off x="7524750" y="1341438"/>
            <a:ext cx="1008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L(em)</a:t>
            </a:r>
          </a:p>
        </p:txBody>
      </p:sp>
      <p:sp>
        <p:nvSpPr>
          <p:cNvPr id="69648" name="Rectangle 16">
            <a:extLst>
              <a:ext uri="{FF2B5EF4-FFF2-40B4-BE49-F238E27FC236}">
                <a16:creationId xmlns:a16="http://schemas.microsoft.com/office/drawing/2014/main" id="{73D645A1-90F8-9F4D-1E58-67A8927CF368}"/>
              </a:ext>
            </a:extLst>
          </p:cNvPr>
          <p:cNvSpPr>
            <a:spLocks noChangeArrowheads="1"/>
          </p:cNvSpPr>
          <p:nvPr/>
        </p:nvSpPr>
        <p:spPr bwMode="auto">
          <a:xfrm>
            <a:off x="468313" y="3284538"/>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49" name="Rectangle 17">
            <a:extLst>
              <a:ext uri="{FF2B5EF4-FFF2-40B4-BE49-F238E27FC236}">
                <a16:creationId xmlns:a16="http://schemas.microsoft.com/office/drawing/2014/main" id="{94D47488-08B2-A40C-C9B2-B32BB306CDD3}"/>
              </a:ext>
            </a:extLst>
          </p:cNvPr>
          <p:cNvSpPr>
            <a:spLocks noChangeArrowheads="1"/>
          </p:cNvSpPr>
          <p:nvPr/>
        </p:nvSpPr>
        <p:spPr bwMode="auto">
          <a:xfrm>
            <a:off x="2195513" y="3284538"/>
            <a:ext cx="1657350"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1    </a:t>
            </a:r>
          </a:p>
        </p:txBody>
      </p:sp>
      <p:sp>
        <p:nvSpPr>
          <p:cNvPr id="69650" name="Line 18">
            <a:extLst>
              <a:ext uri="{FF2B5EF4-FFF2-40B4-BE49-F238E27FC236}">
                <a16:creationId xmlns:a16="http://schemas.microsoft.com/office/drawing/2014/main" id="{CD5631B7-BB39-0FFF-E24B-9D887F2FDA5C}"/>
              </a:ext>
            </a:extLst>
          </p:cNvPr>
          <p:cNvSpPr>
            <a:spLocks noChangeShapeType="1"/>
          </p:cNvSpPr>
          <p:nvPr/>
        </p:nvSpPr>
        <p:spPr bwMode="auto">
          <a:xfrm>
            <a:off x="3565525" y="3284538"/>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1" name="Line 19">
            <a:extLst>
              <a:ext uri="{FF2B5EF4-FFF2-40B4-BE49-F238E27FC236}">
                <a16:creationId xmlns:a16="http://schemas.microsoft.com/office/drawing/2014/main" id="{878C2865-DE46-594B-C9F3-E07295067AB6}"/>
              </a:ext>
            </a:extLst>
          </p:cNvPr>
          <p:cNvSpPr>
            <a:spLocks noChangeShapeType="1"/>
          </p:cNvSpPr>
          <p:nvPr/>
        </p:nvSpPr>
        <p:spPr bwMode="auto">
          <a:xfrm>
            <a:off x="1765300" y="35734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2" name="Rectangle 20">
            <a:extLst>
              <a:ext uri="{FF2B5EF4-FFF2-40B4-BE49-F238E27FC236}">
                <a16:creationId xmlns:a16="http://schemas.microsoft.com/office/drawing/2014/main" id="{CE581F0C-C872-D22A-2161-3ABFAEB0B401}"/>
              </a:ext>
            </a:extLst>
          </p:cNvPr>
          <p:cNvSpPr>
            <a:spLocks noChangeArrowheads="1"/>
          </p:cNvSpPr>
          <p:nvPr/>
        </p:nvSpPr>
        <p:spPr bwMode="auto">
          <a:xfrm>
            <a:off x="4284663" y="3284538"/>
            <a:ext cx="1657350"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m    </a:t>
            </a:r>
          </a:p>
        </p:txBody>
      </p:sp>
      <p:sp>
        <p:nvSpPr>
          <p:cNvPr id="69653" name="Line 21">
            <a:extLst>
              <a:ext uri="{FF2B5EF4-FFF2-40B4-BE49-F238E27FC236}">
                <a16:creationId xmlns:a16="http://schemas.microsoft.com/office/drawing/2014/main" id="{427BC8EF-5DC3-BA57-B591-62EE80BB9EE1}"/>
              </a:ext>
            </a:extLst>
          </p:cNvPr>
          <p:cNvSpPr>
            <a:spLocks noChangeShapeType="1"/>
          </p:cNvSpPr>
          <p:nvPr/>
        </p:nvSpPr>
        <p:spPr bwMode="auto">
          <a:xfrm>
            <a:off x="5654675" y="3284538"/>
            <a:ext cx="0" cy="576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4" name="Line 22">
            <a:extLst>
              <a:ext uri="{FF2B5EF4-FFF2-40B4-BE49-F238E27FC236}">
                <a16:creationId xmlns:a16="http://schemas.microsoft.com/office/drawing/2014/main" id="{B9651D37-DFA8-9DD9-CBC0-2CF9120F8B48}"/>
              </a:ext>
            </a:extLst>
          </p:cNvPr>
          <p:cNvSpPr>
            <a:spLocks noChangeShapeType="1"/>
          </p:cNvSpPr>
          <p:nvPr/>
        </p:nvSpPr>
        <p:spPr bwMode="auto">
          <a:xfrm>
            <a:off x="3854450" y="35734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5" name="Line 23">
            <a:extLst>
              <a:ext uri="{FF2B5EF4-FFF2-40B4-BE49-F238E27FC236}">
                <a16:creationId xmlns:a16="http://schemas.microsoft.com/office/drawing/2014/main" id="{05DDFD95-15BD-8E32-1610-0B05E579F99F}"/>
              </a:ext>
            </a:extLst>
          </p:cNvPr>
          <p:cNvSpPr>
            <a:spLocks noChangeShapeType="1"/>
          </p:cNvSpPr>
          <p:nvPr/>
        </p:nvSpPr>
        <p:spPr bwMode="auto">
          <a:xfrm>
            <a:off x="5940425" y="35734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6" name="Line 24">
            <a:extLst>
              <a:ext uri="{FF2B5EF4-FFF2-40B4-BE49-F238E27FC236}">
                <a16:creationId xmlns:a16="http://schemas.microsoft.com/office/drawing/2014/main" id="{771BA7DD-2FE0-FAF4-C3BE-281039D5C912}"/>
              </a:ext>
            </a:extLst>
          </p:cNvPr>
          <p:cNvSpPr>
            <a:spLocks noChangeShapeType="1"/>
          </p:cNvSpPr>
          <p:nvPr/>
        </p:nvSpPr>
        <p:spPr bwMode="auto">
          <a:xfrm>
            <a:off x="6948488" y="35734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7" name="Rectangle 25">
            <a:extLst>
              <a:ext uri="{FF2B5EF4-FFF2-40B4-BE49-F238E27FC236}">
                <a16:creationId xmlns:a16="http://schemas.microsoft.com/office/drawing/2014/main" id="{C1346435-17C1-0F07-60F1-DB43EF31AC24}"/>
              </a:ext>
            </a:extLst>
          </p:cNvPr>
          <p:cNvSpPr>
            <a:spLocks noChangeArrowheads="1"/>
          </p:cNvSpPr>
          <p:nvPr/>
        </p:nvSpPr>
        <p:spPr bwMode="auto">
          <a:xfrm>
            <a:off x="7380288" y="3284538"/>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58" name="Line 26">
            <a:extLst>
              <a:ext uri="{FF2B5EF4-FFF2-40B4-BE49-F238E27FC236}">
                <a16:creationId xmlns:a16="http://schemas.microsoft.com/office/drawing/2014/main" id="{15575D20-84EF-3FFF-BFE6-7181FC17A4EE}"/>
              </a:ext>
            </a:extLst>
          </p:cNvPr>
          <p:cNvSpPr>
            <a:spLocks noChangeShapeType="1"/>
          </p:cNvSpPr>
          <p:nvPr/>
        </p:nvSpPr>
        <p:spPr bwMode="auto">
          <a:xfrm>
            <a:off x="6443663" y="3573463"/>
            <a:ext cx="360362"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9" name="Text Box 27">
            <a:extLst>
              <a:ext uri="{FF2B5EF4-FFF2-40B4-BE49-F238E27FC236}">
                <a16:creationId xmlns:a16="http://schemas.microsoft.com/office/drawing/2014/main" id="{F7A68D9B-96F7-381D-81FA-DEA7FC5B5310}"/>
              </a:ext>
            </a:extLst>
          </p:cNvPr>
          <p:cNvSpPr txBox="1">
            <a:spLocks noChangeArrowheads="1"/>
          </p:cNvSpPr>
          <p:nvPr/>
        </p:nvSpPr>
        <p:spPr bwMode="auto">
          <a:xfrm>
            <a:off x="539750" y="2709863"/>
            <a:ext cx="1008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F(in)</a:t>
            </a:r>
          </a:p>
        </p:txBody>
      </p:sp>
      <p:sp>
        <p:nvSpPr>
          <p:cNvPr id="69660" name="Text Box 28">
            <a:extLst>
              <a:ext uri="{FF2B5EF4-FFF2-40B4-BE49-F238E27FC236}">
                <a16:creationId xmlns:a16="http://schemas.microsoft.com/office/drawing/2014/main" id="{F9274CB5-C8FE-557C-6D7B-47480AF9BB29}"/>
              </a:ext>
            </a:extLst>
          </p:cNvPr>
          <p:cNvSpPr txBox="1">
            <a:spLocks noChangeArrowheads="1"/>
          </p:cNvSpPr>
          <p:nvPr/>
        </p:nvSpPr>
        <p:spPr bwMode="auto">
          <a:xfrm>
            <a:off x="7524750" y="2709863"/>
            <a:ext cx="1008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L(in)</a:t>
            </a:r>
          </a:p>
        </p:txBody>
      </p:sp>
      <p:sp>
        <p:nvSpPr>
          <p:cNvPr id="69661" name="Rectangle 29">
            <a:extLst>
              <a:ext uri="{FF2B5EF4-FFF2-40B4-BE49-F238E27FC236}">
                <a16:creationId xmlns:a16="http://schemas.microsoft.com/office/drawing/2014/main" id="{F9544B73-2B39-F5D5-6668-F95382D6E2CD}"/>
              </a:ext>
            </a:extLst>
          </p:cNvPr>
          <p:cNvSpPr>
            <a:spLocks noChangeArrowheads="1"/>
          </p:cNvSpPr>
          <p:nvPr/>
        </p:nvSpPr>
        <p:spPr bwMode="auto">
          <a:xfrm>
            <a:off x="468313" y="4724400"/>
            <a:ext cx="1296987" cy="576263"/>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62" name="Rectangle 30">
            <a:extLst>
              <a:ext uri="{FF2B5EF4-FFF2-40B4-BE49-F238E27FC236}">
                <a16:creationId xmlns:a16="http://schemas.microsoft.com/office/drawing/2014/main" id="{ED52163E-48B0-2787-8218-040E7CF15CB1}"/>
              </a:ext>
            </a:extLst>
          </p:cNvPr>
          <p:cNvSpPr>
            <a:spLocks noChangeArrowheads="1"/>
          </p:cNvSpPr>
          <p:nvPr/>
        </p:nvSpPr>
        <p:spPr bwMode="auto">
          <a:xfrm>
            <a:off x="2195513" y="4724400"/>
            <a:ext cx="1657350" cy="576263"/>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n    </a:t>
            </a:r>
          </a:p>
        </p:txBody>
      </p:sp>
      <p:sp>
        <p:nvSpPr>
          <p:cNvPr id="69663" name="Line 31">
            <a:extLst>
              <a:ext uri="{FF2B5EF4-FFF2-40B4-BE49-F238E27FC236}">
                <a16:creationId xmlns:a16="http://schemas.microsoft.com/office/drawing/2014/main" id="{18BD151B-353F-78A0-40DC-A86C533E4D5B}"/>
              </a:ext>
            </a:extLst>
          </p:cNvPr>
          <p:cNvSpPr>
            <a:spLocks noChangeShapeType="1"/>
          </p:cNvSpPr>
          <p:nvPr/>
        </p:nvSpPr>
        <p:spPr bwMode="auto">
          <a:xfrm>
            <a:off x="3565525" y="4724400"/>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64" name="Line 32">
            <a:extLst>
              <a:ext uri="{FF2B5EF4-FFF2-40B4-BE49-F238E27FC236}">
                <a16:creationId xmlns:a16="http://schemas.microsoft.com/office/drawing/2014/main" id="{3E747647-C648-4CA3-E136-2304B5333A7F}"/>
              </a:ext>
            </a:extLst>
          </p:cNvPr>
          <p:cNvSpPr>
            <a:spLocks noChangeShapeType="1"/>
          </p:cNvSpPr>
          <p:nvPr/>
        </p:nvSpPr>
        <p:spPr bwMode="auto">
          <a:xfrm>
            <a:off x="1765300" y="5013325"/>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65" name="Line 33">
            <a:extLst>
              <a:ext uri="{FF2B5EF4-FFF2-40B4-BE49-F238E27FC236}">
                <a16:creationId xmlns:a16="http://schemas.microsoft.com/office/drawing/2014/main" id="{9F9A8B23-EA89-7A50-2BCC-B771265B9D37}"/>
              </a:ext>
            </a:extLst>
          </p:cNvPr>
          <p:cNvSpPr>
            <a:spLocks noChangeShapeType="1"/>
          </p:cNvSpPr>
          <p:nvPr/>
        </p:nvSpPr>
        <p:spPr bwMode="auto">
          <a:xfrm>
            <a:off x="3851275" y="5013325"/>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66" name="Line 34">
            <a:extLst>
              <a:ext uri="{FF2B5EF4-FFF2-40B4-BE49-F238E27FC236}">
                <a16:creationId xmlns:a16="http://schemas.microsoft.com/office/drawing/2014/main" id="{DFD4E97F-9756-9A6B-E280-0BBF45BF1072}"/>
              </a:ext>
            </a:extLst>
          </p:cNvPr>
          <p:cNvSpPr>
            <a:spLocks noChangeShapeType="1"/>
          </p:cNvSpPr>
          <p:nvPr/>
        </p:nvSpPr>
        <p:spPr bwMode="auto">
          <a:xfrm>
            <a:off x="4859338" y="5013325"/>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67" name="Rectangle 35">
            <a:extLst>
              <a:ext uri="{FF2B5EF4-FFF2-40B4-BE49-F238E27FC236}">
                <a16:creationId xmlns:a16="http://schemas.microsoft.com/office/drawing/2014/main" id="{57B48769-A961-9C22-97B4-FA15763F8ABD}"/>
              </a:ext>
            </a:extLst>
          </p:cNvPr>
          <p:cNvSpPr>
            <a:spLocks noChangeArrowheads="1"/>
          </p:cNvSpPr>
          <p:nvPr/>
        </p:nvSpPr>
        <p:spPr bwMode="auto">
          <a:xfrm>
            <a:off x="5291138" y="4724400"/>
            <a:ext cx="1296987" cy="576263"/>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9668" name="Line 36">
            <a:extLst>
              <a:ext uri="{FF2B5EF4-FFF2-40B4-BE49-F238E27FC236}">
                <a16:creationId xmlns:a16="http://schemas.microsoft.com/office/drawing/2014/main" id="{D643AB51-DDF8-CA2C-38DD-B22D7B9271B0}"/>
              </a:ext>
            </a:extLst>
          </p:cNvPr>
          <p:cNvSpPr>
            <a:spLocks noChangeShapeType="1"/>
          </p:cNvSpPr>
          <p:nvPr/>
        </p:nvSpPr>
        <p:spPr bwMode="auto">
          <a:xfrm>
            <a:off x="4354513" y="5013325"/>
            <a:ext cx="360362"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69" name="Text Box 37">
            <a:extLst>
              <a:ext uri="{FF2B5EF4-FFF2-40B4-BE49-F238E27FC236}">
                <a16:creationId xmlns:a16="http://schemas.microsoft.com/office/drawing/2014/main" id="{E0FD4B92-7DF3-4B63-3012-3021975175BB}"/>
              </a:ext>
            </a:extLst>
          </p:cNvPr>
          <p:cNvSpPr txBox="1">
            <a:spLocks noChangeArrowheads="1"/>
          </p:cNvSpPr>
          <p:nvPr/>
        </p:nvSpPr>
        <p:spPr bwMode="auto">
          <a:xfrm>
            <a:off x="539750" y="4149725"/>
            <a:ext cx="1511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F(out)</a:t>
            </a:r>
          </a:p>
        </p:txBody>
      </p:sp>
      <p:sp>
        <p:nvSpPr>
          <p:cNvPr id="69670" name="Text Box 38">
            <a:extLst>
              <a:ext uri="{FF2B5EF4-FFF2-40B4-BE49-F238E27FC236}">
                <a16:creationId xmlns:a16="http://schemas.microsoft.com/office/drawing/2014/main" id="{DC3E7779-E4D7-A234-BE39-401D3C3B23AD}"/>
              </a:ext>
            </a:extLst>
          </p:cNvPr>
          <p:cNvSpPr txBox="1">
            <a:spLocks noChangeArrowheads="1"/>
          </p:cNvSpPr>
          <p:nvPr/>
        </p:nvSpPr>
        <p:spPr bwMode="auto">
          <a:xfrm>
            <a:off x="5435600" y="4149725"/>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L(out)</a:t>
            </a:r>
          </a:p>
        </p:txBody>
      </p:sp>
    </p:spTree>
  </p:cSld>
  <p:clrMapOvr>
    <a:masterClrMapping/>
  </p:clrMapOvr>
  <p:transition spd="med">
    <p:random/>
    <p:sndAc>
      <p:stSnd>
        <p:snd r:embed="rId2" name="camera.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DCFF9F8-978A-4CB7-ACCA-914CAFCC536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A0E8B67-F0D4-7C4A-9D07-6FF94AAC8B70}" type="slidenum">
              <a:rPr lang="en-US" altLang="zh-CN">
                <a:latin typeface="Arial" panose="020B0604020202020204" pitchFamily="34" charset="0"/>
              </a:rPr>
              <a:pPr/>
              <a:t>63</a:t>
            </a:fld>
            <a:endParaRPr lang="en-US" altLang="zh-CN">
              <a:latin typeface="Arial" panose="020B0604020202020204" pitchFamily="34" charset="0"/>
            </a:endParaRPr>
          </a:p>
        </p:txBody>
      </p:sp>
      <p:sp>
        <p:nvSpPr>
          <p:cNvPr id="631810" name="Rectangle 2">
            <a:extLst>
              <a:ext uri="{FF2B5EF4-FFF2-40B4-BE49-F238E27FC236}">
                <a16:creationId xmlns:a16="http://schemas.microsoft.com/office/drawing/2014/main" id="{19BD06FC-06F1-9AE2-688D-9FB3DA912D40}"/>
              </a:ext>
            </a:extLst>
          </p:cNvPr>
          <p:cNvSpPr>
            <a:spLocks noGrp="1" noRot="1" noChangeArrowheads="1"/>
          </p:cNvSpPr>
          <p:nvPr>
            <p:ph type="title"/>
          </p:nvPr>
        </p:nvSpPr>
        <p:spPr/>
        <p:txBody>
          <a:bodyPr/>
          <a:lstStyle/>
          <a:p>
            <a:pPr eaLnBrk="1" hangingPunct="1"/>
            <a:r>
              <a:rPr lang="zh-CN" altLang="en-US"/>
              <a:t>工作缓冲区</a:t>
            </a:r>
          </a:p>
        </p:txBody>
      </p:sp>
      <p:sp>
        <p:nvSpPr>
          <p:cNvPr id="631811" name="Rectangle 3">
            <a:extLst>
              <a:ext uri="{FF2B5EF4-FFF2-40B4-BE49-F238E27FC236}">
                <a16:creationId xmlns:a16="http://schemas.microsoft.com/office/drawing/2014/main" id="{07B97A5D-53C1-E9B3-20CE-E4108443FB36}"/>
              </a:ext>
            </a:extLst>
          </p:cNvPr>
          <p:cNvSpPr>
            <a:spLocks noGrp="1" noRot="1" noChangeArrowheads="1"/>
          </p:cNvSpPr>
          <p:nvPr>
            <p:ph type="body" idx="1"/>
          </p:nvPr>
        </p:nvSpPr>
        <p:spPr>
          <a:xfrm>
            <a:off x="179388" y="1905000"/>
            <a:ext cx="8569325" cy="4114800"/>
          </a:xfrm>
        </p:spPr>
        <p:txBody>
          <a:bodyPr/>
          <a:lstStyle/>
          <a:p>
            <a:pPr eaLnBrk="1" hangingPunct="1">
              <a:lnSpc>
                <a:spcPct val="90000"/>
              </a:lnSpc>
            </a:pPr>
            <a:r>
              <a:rPr lang="zh-CN" altLang="en-US" sz="2800"/>
              <a:t>除空白缓冲队列、输入缓冲队列和输出缓冲队列外，系统（或用户进程）从这三种队列中申请和取出缓冲区，并用得到的缓冲区进行存数、取数操作，结束后再将缓冲区放入相应的队列。这些缓冲区被称为工作缓冲区。</a:t>
            </a:r>
          </a:p>
          <a:p>
            <a:pPr eaLnBrk="1" hangingPunct="1">
              <a:lnSpc>
                <a:spcPct val="90000"/>
              </a:lnSpc>
            </a:pPr>
            <a:r>
              <a:rPr lang="zh-CN" altLang="en-US" sz="2800"/>
              <a:t>在缓冲池中，有</a:t>
            </a:r>
            <a:r>
              <a:rPr lang="en-US" altLang="zh-CN" sz="2800"/>
              <a:t>4</a:t>
            </a:r>
            <a:r>
              <a:rPr lang="zh-CN" altLang="en-US" sz="2800"/>
              <a:t>种工作缓冲区：</a:t>
            </a:r>
          </a:p>
          <a:p>
            <a:pPr lvl="1" eaLnBrk="1" hangingPunct="1">
              <a:lnSpc>
                <a:spcPct val="90000"/>
              </a:lnSpc>
            </a:pPr>
            <a:r>
              <a:rPr lang="en-US" altLang="zh-CN" sz="2400">
                <a:solidFill>
                  <a:srgbClr val="CC0066"/>
                </a:solidFill>
                <a:latin typeface="华文中宋" panose="02010600040101010101" pitchFamily="2" charset="-122"/>
              </a:rPr>
              <a:t>(1)</a:t>
            </a:r>
            <a:r>
              <a:rPr lang="zh-CN" altLang="en-US" sz="2400">
                <a:solidFill>
                  <a:srgbClr val="CC0066"/>
                </a:solidFill>
                <a:latin typeface="华文中宋" panose="02010600040101010101" pitchFamily="2" charset="-122"/>
              </a:rPr>
              <a:t>用于收容设备输入数据的收容输入缓冲区</a:t>
            </a:r>
            <a:r>
              <a:rPr lang="en-US" altLang="zh-CN" sz="2400">
                <a:solidFill>
                  <a:srgbClr val="CC0066"/>
                </a:solidFill>
                <a:latin typeface="华文中宋" panose="02010600040101010101" pitchFamily="2" charset="-122"/>
              </a:rPr>
              <a:t>hin</a:t>
            </a:r>
            <a:r>
              <a:rPr lang="zh-CN" altLang="en-US" sz="2400">
                <a:solidFill>
                  <a:srgbClr val="CC0066"/>
                </a:solidFill>
                <a:latin typeface="华文中宋" panose="02010600040101010101" pitchFamily="2" charset="-122"/>
              </a:rPr>
              <a:t>；</a:t>
            </a:r>
          </a:p>
          <a:p>
            <a:pPr lvl="1" eaLnBrk="1" hangingPunct="1">
              <a:lnSpc>
                <a:spcPct val="90000"/>
              </a:lnSpc>
            </a:pPr>
            <a:r>
              <a:rPr lang="en-US" altLang="zh-CN" sz="2400">
                <a:latin typeface="华文中宋" panose="02010600040101010101" pitchFamily="2" charset="-122"/>
              </a:rPr>
              <a:t>(2)</a:t>
            </a:r>
            <a:r>
              <a:rPr lang="zh-CN" altLang="en-US" sz="2400">
                <a:latin typeface="华文中宋" panose="02010600040101010101" pitchFamily="2" charset="-122"/>
              </a:rPr>
              <a:t>用于提取设备输入数据的提取输入缓冲区</a:t>
            </a:r>
            <a:r>
              <a:rPr lang="en-US" altLang="zh-CN" sz="2400">
                <a:latin typeface="华文中宋" panose="02010600040101010101" pitchFamily="2" charset="-122"/>
              </a:rPr>
              <a:t>sin</a:t>
            </a:r>
            <a:r>
              <a:rPr lang="zh-CN" altLang="en-US" sz="2400">
                <a:latin typeface="华文中宋" panose="02010600040101010101" pitchFamily="2" charset="-122"/>
              </a:rPr>
              <a:t>；</a:t>
            </a:r>
          </a:p>
          <a:p>
            <a:pPr lvl="1" eaLnBrk="1" hangingPunct="1">
              <a:lnSpc>
                <a:spcPct val="90000"/>
              </a:lnSpc>
            </a:pPr>
            <a:r>
              <a:rPr lang="en-US" altLang="zh-CN" sz="2400">
                <a:solidFill>
                  <a:srgbClr val="CC0066"/>
                </a:solidFill>
                <a:latin typeface="华文中宋" panose="02010600040101010101" pitchFamily="2" charset="-122"/>
              </a:rPr>
              <a:t>(3)</a:t>
            </a:r>
            <a:r>
              <a:rPr lang="zh-CN" altLang="en-US" sz="2400">
                <a:solidFill>
                  <a:srgbClr val="CC0066"/>
                </a:solidFill>
                <a:latin typeface="华文中宋" panose="02010600040101010101" pitchFamily="2" charset="-122"/>
              </a:rPr>
              <a:t>用于收容设备输出数据的收容输出缓冲区</a:t>
            </a:r>
            <a:r>
              <a:rPr lang="en-US" altLang="zh-CN" sz="2400">
                <a:solidFill>
                  <a:srgbClr val="CC0066"/>
                </a:solidFill>
                <a:latin typeface="华文中宋" panose="02010600040101010101" pitchFamily="2" charset="-122"/>
              </a:rPr>
              <a:t>hout</a:t>
            </a:r>
            <a:r>
              <a:rPr lang="zh-CN" altLang="en-US" sz="2400">
                <a:solidFill>
                  <a:srgbClr val="CC0066"/>
                </a:solidFill>
                <a:latin typeface="华文中宋" panose="02010600040101010101" pitchFamily="2" charset="-122"/>
              </a:rPr>
              <a:t>；</a:t>
            </a:r>
          </a:p>
          <a:p>
            <a:pPr lvl="1" eaLnBrk="1" hangingPunct="1">
              <a:lnSpc>
                <a:spcPct val="90000"/>
              </a:lnSpc>
            </a:pPr>
            <a:r>
              <a:rPr lang="en-US" altLang="zh-CN" sz="2400">
                <a:latin typeface="华文中宋" panose="02010600040101010101" pitchFamily="2" charset="-122"/>
              </a:rPr>
              <a:t>(4)</a:t>
            </a:r>
            <a:r>
              <a:rPr lang="zh-CN" altLang="en-US" sz="2400">
                <a:latin typeface="华文中宋" panose="02010600040101010101" pitchFamily="2" charset="-122"/>
              </a:rPr>
              <a:t>用于提取设备输出数据的提取输出缓冲区</a:t>
            </a:r>
            <a:r>
              <a:rPr lang="en-US" altLang="zh-CN" sz="2400">
                <a:latin typeface="华文中宋" panose="02010600040101010101" pitchFamily="2" charset="-122"/>
              </a:rPr>
              <a:t>sout</a:t>
            </a:r>
            <a:r>
              <a:rPr lang="zh-CN" altLang="en-US" sz="2400">
                <a:latin typeface="华文中宋" panose="02010600040101010101" pitchFamily="2" charset="-122"/>
              </a:rPr>
              <a:t>；</a:t>
            </a:r>
          </a:p>
        </p:txBody>
      </p:sp>
    </p:spTree>
  </p:cSld>
  <p:clrMapOvr>
    <a:masterClrMapping/>
  </p:clrMapOvr>
  <p:transition spd="med">
    <p:random/>
    <p:sndAc>
      <p:stSnd>
        <p:snd r:embed="rId2" name="camera.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a:extLst>
              <a:ext uri="{FF2B5EF4-FFF2-40B4-BE49-F238E27FC236}">
                <a16:creationId xmlns:a16="http://schemas.microsoft.com/office/drawing/2014/main" id="{D260E4E7-5A61-B140-9C71-228BD84A981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CD67E0F-6089-7340-8B7D-FDE444DC04B1}" type="slidenum">
              <a:rPr lang="en-US" altLang="zh-CN">
                <a:latin typeface="Arial" panose="020B0604020202020204" pitchFamily="34" charset="0"/>
              </a:rPr>
              <a:pPr/>
              <a:t>64</a:t>
            </a:fld>
            <a:endParaRPr lang="en-US" altLang="zh-CN">
              <a:latin typeface="Arial" panose="020B0604020202020204" pitchFamily="34" charset="0"/>
            </a:endParaRPr>
          </a:p>
        </p:txBody>
      </p:sp>
      <p:sp>
        <p:nvSpPr>
          <p:cNvPr id="71684" name="Rectangle 2">
            <a:extLst>
              <a:ext uri="{FF2B5EF4-FFF2-40B4-BE49-F238E27FC236}">
                <a16:creationId xmlns:a16="http://schemas.microsoft.com/office/drawing/2014/main" id="{9A676AB2-F002-FA81-3B7B-FCDC73A08D9F}"/>
              </a:ext>
            </a:extLst>
          </p:cNvPr>
          <p:cNvSpPr>
            <a:spLocks noChangeArrowheads="1"/>
          </p:cNvSpPr>
          <p:nvPr/>
        </p:nvSpPr>
        <p:spPr bwMode="auto">
          <a:xfrm>
            <a:off x="1908175" y="2606675"/>
            <a:ext cx="5761038" cy="2592388"/>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632835" name="Rectangle 3">
            <a:extLst>
              <a:ext uri="{FF2B5EF4-FFF2-40B4-BE49-F238E27FC236}">
                <a16:creationId xmlns:a16="http://schemas.microsoft.com/office/drawing/2014/main" id="{21E23AD5-3B27-DD91-6012-3483FD1B7FCA}"/>
              </a:ext>
            </a:extLst>
          </p:cNvPr>
          <p:cNvSpPr>
            <a:spLocks noGrp="1" noRot="1" noChangeArrowheads="1"/>
          </p:cNvSpPr>
          <p:nvPr>
            <p:ph type="title"/>
          </p:nvPr>
        </p:nvSpPr>
        <p:spPr>
          <a:xfrm>
            <a:off x="1476375" y="188913"/>
            <a:ext cx="7210425" cy="1008062"/>
          </a:xfrm>
        </p:spPr>
        <p:txBody>
          <a:bodyPr/>
          <a:lstStyle/>
          <a:p>
            <a:pPr eaLnBrk="1" hangingPunct="1"/>
            <a:r>
              <a:rPr lang="zh-CN" altLang="en-US"/>
              <a:t>缓冲池的工作缓冲区</a:t>
            </a:r>
          </a:p>
        </p:txBody>
      </p:sp>
      <p:sp>
        <p:nvSpPr>
          <p:cNvPr id="71686" name="Rectangle 4">
            <a:extLst>
              <a:ext uri="{FF2B5EF4-FFF2-40B4-BE49-F238E27FC236}">
                <a16:creationId xmlns:a16="http://schemas.microsoft.com/office/drawing/2014/main" id="{52A6A77E-7F40-49CF-9F7F-153848876BEE}"/>
              </a:ext>
            </a:extLst>
          </p:cNvPr>
          <p:cNvSpPr>
            <a:spLocks noChangeArrowheads="1"/>
          </p:cNvSpPr>
          <p:nvPr/>
        </p:nvSpPr>
        <p:spPr bwMode="auto">
          <a:xfrm>
            <a:off x="2122488" y="2894013"/>
            <a:ext cx="866775"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hin</a:t>
            </a:r>
          </a:p>
        </p:txBody>
      </p:sp>
      <p:sp>
        <p:nvSpPr>
          <p:cNvPr id="71687" name="Rectangle 5">
            <a:extLst>
              <a:ext uri="{FF2B5EF4-FFF2-40B4-BE49-F238E27FC236}">
                <a16:creationId xmlns:a16="http://schemas.microsoft.com/office/drawing/2014/main" id="{8F31067C-3FED-691D-FABB-483DA913F840}"/>
              </a:ext>
            </a:extLst>
          </p:cNvPr>
          <p:cNvSpPr>
            <a:spLocks noChangeArrowheads="1"/>
          </p:cNvSpPr>
          <p:nvPr/>
        </p:nvSpPr>
        <p:spPr bwMode="auto">
          <a:xfrm>
            <a:off x="3419475" y="2894013"/>
            <a:ext cx="1296988"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1 </a:t>
            </a:r>
          </a:p>
        </p:txBody>
      </p:sp>
      <p:sp>
        <p:nvSpPr>
          <p:cNvPr id="71688" name="Line 6">
            <a:extLst>
              <a:ext uri="{FF2B5EF4-FFF2-40B4-BE49-F238E27FC236}">
                <a16:creationId xmlns:a16="http://schemas.microsoft.com/office/drawing/2014/main" id="{AD79CF12-DCDE-FAB2-DE9A-2D98F69466BA}"/>
              </a:ext>
            </a:extLst>
          </p:cNvPr>
          <p:cNvSpPr>
            <a:spLocks noChangeShapeType="1"/>
          </p:cNvSpPr>
          <p:nvPr/>
        </p:nvSpPr>
        <p:spPr bwMode="auto">
          <a:xfrm>
            <a:off x="2989263" y="31829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89" name="Text Box 7">
            <a:extLst>
              <a:ext uri="{FF2B5EF4-FFF2-40B4-BE49-F238E27FC236}">
                <a16:creationId xmlns:a16="http://schemas.microsoft.com/office/drawing/2014/main" id="{21FB5A30-2B3C-1843-865B-676DADFE1439}"/>
              </a:ext>
            </a:extLst>
          </p:cNvPr>
          <p:cNvSpPr txBox="1">
            <a:spLocks noChangeArrowheads="1"/>
          </p:cNvSpPr>
          <p:nvPr/>
        </p:nvSpPr>
        <p:spPr bwMode="auto">
          <a:xfrm>
            <a:off x="323850" y="2636838"/>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收容输入</a:t>
            </a:r>
          </a:p>
        </p:txBody>
      </p:sp>
      <p:sp>
        <p:nvSpPr>
          <p:cNvPr id="71690" name="Rectangle 8">
            <a:extLst>
              <a:ext uri="{FF2B5EF4-FFF2-40B4-BE49-F238E27FC236}">
                <a16:creationId xmlns:a16="http://schemas.microsoft.com/office/drawing/2014/main" id="{2F6CC160-001C-6697-E287-6934A2CE42C5}"/>
              </a:ext>
            </a:extLst>
          </p:cNvPr>
          <p:cNvSpPr>
            <a:spLocks noChangeArrowheads="1"/>
          </p:cNvSpPr>
          <p:nvPr/>
        </p:nvSpPr>
        <p:spPr bwMode="auto">
          <a:xfrm>
            <a:off x="2122488" y="4262438"/>
            <a:ext cx="866775"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sout</a:t>
            </a:r>
          </a:p>
        </p:txBody>
      </p:sp>
      <p:sp>
        <p:nvSpPr>
          <p:cNvPr id="71691" name="Rectangle 9">
            <a:extLst>
              <a:ext uri="{FF2B5EF4-FFF2-40B4-BE49-F238E27FC236}">
                <a16:creationId xmlns:a16="http://schemas.microsoft.com/office/drawing/2014/main" id="{E92439E0-C835-13E1-3386-07A716809FDF}"/>
              </a:ext>
            </a:extLst>
          </p:cNvPr>
          <p:cNvSpPr>
            <a:spLocks noChangeArrowheads="1"/>
          </p:cNvSpPr>
          <p:nvPr/>
        </p:nvSpPr>
        <p:spPr bwMode="auto">
          <a:xfrm>
            <a:off x="3419475" y="4262438"/>
            <a:ext cx="1296988"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n </a:t>
            </a:r>
          </a:p>
        </p:txBody>
      </p:sp>
      <p:sp>
        <p:nvSpPr>
          <p:cNvPr id="71692" name="Line 10">
            <a:extLst>
              <a:ext uri="{FF2B5EF4-FFF2-40B4-BE49-F238E27FC236}">
                <a16:creationId xmlns:a16="http://schemas.microsoft.com/office/drawing/2014/main" id="{C7DC59D9-A49C-8755-3B45-C342A0008ABD}"/>
              </a:ext>
            </a:extLst>
          </p:cNvPr>
          <p:cNvSpPr>
            <a:spLocks noChangeShapeType="1"/>
          </p:cNvSpPr>
          <p:nvPr/>
        </p:nvSpPr>
        <p:spPr bwMode="auto">
          <a:xfrm>
            <a:off x="2989263" y="45513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3" name="Rectangle 11">
            <a:extLst>
              <a:ext uri="{FF2B5EF4-FFF2-40B4-BE49-F238E27FC236}">
                <a16:creationId xmlns:a16="http://schemas.microsoft.com/office/drawing/2014/main" id="{A0D65ABC-B9DE-02C3-6751-96A3450966A7}"/>
              </a:ext>
            </a:extLst>
          </p:cNvPr>
          <p:cNvSpPr>
            <a:spLocks noChangeArrowheads="1"/>
          </p:cNvSpPr>
          <p:nvPr/>
        </p:nvSpPr>
        <p:spPr bwMode="auto">
          <a:xfrm>
            <a:off x="4932363" y="2894013"/>
            <a:ext cx="8651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sin</a:t>
            </a:r>
          </a:p>
        </p:txBody>
      </p:sp>
      <p:sp>
        <p:nvSpPr>
          <p:cNvPr id="71694" name="Rectangle 12">
            <a:extLst>
              <a:ext uri="{FF2B5EF4-FFF2-40B4-BE49-F238E27FC236}">
                <a16:creationId xmlns:a16="http://schemas.microsoft.com/office/drawing/2014/main" id="{D6A7A5BD-947F-400C-D9BF-6AD85E9E1E32}"/>
              </a:ext>
            </a:extLst>
          </p:cNvPr>
          <p:cNvSpPr>
            <a:spLocks noChangeArrowheads="1"/>
          </p:cNvSpPr>
          <p:nvPr/>
        </p:nvSpPr>
        <p:spPr bwMode="auto">
          <a:xfrm>
            <a:off x="6227763" y="2894013"/>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m</a:t>
            </a:r>
          </a:p>
        </p:txBody>
      </p:sp>
      <p:sp>
        <p:nvSpPr>
          <p:cNvPr id="71695" name="Line 13">
            <a:extLst>
              <a:ext uri="{FF2B5EF4-FFF2-40B4-BE49-F238E27FC236}">
                <a16:creationId xmlns:a16="http://schemas.microsoft.com/office/drawing/2014/main" id="{4989F9F1-52FC-00A5-8E16-911FEF8FC35A}"/>
              </a:ext>
            </a:extLst>
          </p:cNvPr>
          <p:cNvSpPr>
            <a:spLocks noChangeShapeType="1"/>
          </p:cNvSpPr>
          <p:nvPr/>
        </p:nvSpPr>
        <p:spPr bwMode="auto">
          <a:xfrm>
            <a:off x="5797550" y="3182938"/>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6" name="Rectangle 14">
            <a:extLst>
              <a:ext uri="{FF2B5EF4-FFF2-40B4-BE49-F238E27FC236}">
                <a16:creationId xmlns:a16="http://schemas.microsoft.com/office/drawing/2014/main" id="{4C8369D5-74F1-897E-C4FF-297C24CAF38A}"/>
              </a:ext>
            </a:extLst>
          </p:cNvPr>
          <p:cNvSpPr>
            <a:spLocks noChangeArrowheads="1"/>
          </p:cNvSpPr>
          <p:nvPr/>
        </p:nvSpPr>
        <p:spPr bwMode="auto">
          <a:xfrm>
            <a:off x="4932363" y="4262438"/>
            <a:ext cx="8651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800" b="0">
                <a:latin typeface="Tahoma" panose="020B0604030504040204" pitchFamily="34" charset="0"/>
                <a:ea typeface="宋体" panose="02010600030101010101" pitchFamily="2" charset="-122"/>
              </a:rPr>
              <a:t>hout</a:t>
            </a:r>
          </a:p>
        </p:txBody>
      </p:sp>
      <p:sp>
        <p:nvSpPr>
          <p:cNvPr id="71697" name="Rectangle 15">
            <a:extLst>
              <a:ext uri="{FF2B5EF4-FFF2-40B4-BE49-F238E27FC236}">
                <a16:creationId xmlns:a16="http://schemas.microsoft.com/office/drawing/2014/main" id="{F7BEAB32-834D-7F53-FE25-703A33AEF567}"/>
              </a:ext>
            </a:extLst>
          </p:cNvPr>
          <p:cNvSpPr>
            <a:spLocks noChangeArrowheads="1"/>
          </p:cNvSpPr>
          <p:nvPr/>
        </p:nvSpPr>
        <p:spPr bwMode="auto">
          <a:xfrm>
            <a:off x="6227763" y="4262438"/>
            <a:ext cx="1296987" cy="576262"/>
          </a:xfrm>
          <a:prstGeom prst="rect">
            <a:avLst/>
          </a:prstGeom>
          <a:solidFill>
            <a:srgbClr val="D9FFB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华文中宋" panose="02010600040101010101" pitchFamily="2" charset="-122"/>
                <a:ea typeface="华文中宋" panose="02010600040101010101" pitchFamily="2" charset="-122"/>
              </a:rPr>
              <a:t>缓冲区</a:t>
            </a:r>
            <a:r>
              <a:rPr lang="en-US" altLang="zh-CN" sz="2400" b="0">
                <a:latin typeface="华文中宋" panose="02010600040101010101" pitchFamily="2" charset="-122"/>
                <a:ea typeface="华文中宋" panose="02010600040101010101" pitchFamily="2" charset="-122"/>
              </a:rPr>
              <a:t>z</a:t>
            </a:r>
          </a:p>
        </p:txBody>
      </p:sp>
      <p:sp>
        <p:nvSpPr>
          <p:cNvPr id="71698" name="Line 16">
            <a:extLst>
              <a:ext uri="{FF2B5EF4-FFF2-40B4-BE49-F238E27FC236}">
                <a16:creationId xmlns:a16="http://schemas.microsoft.com/office/drawing/2014/main" id="{5E63C232-C55C-AFF9-18F5-51BFD1A6D85A}"/>
              </a:ext>
            </a:extLst>
          </p:cNvPr>
          <p:cNvSpPr>
            <a:spLocks noChangeShapeType="1"/>
          </p:cNvSpPr>
          <p:nvPr/>
        </p:nvSpPr>
        <p:spPr bwMode="auto">
          <a:xfrm>
            <a:off x="5797550" y="4551363"/>
            <a:ext cx="431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9" name="Line 17">
            <a:extLst>
              <a:ext uri="{FF2B5EF4-FFF2-40B4-BE49-F238E27FC236}">
                <a16:creationId xmlns:a16="http://schemas.microsoft.com/office/drawing/2014/main" id="{C1B0EA50-C133-33B3-44F4-025CA90E1CB9}"/>
              </a:ext>
            </a:extLst>
          </p:cNvPr>
          <p:cNvSpPr>
            <a:spLocks noChangeShapeType="1"/>
          </p:cNvSpPr>
          <p:nvPr/>
        </p:nvSpPr>
        <p:spPr bwMode="auto">
          <a:xfrm>
            <a:off x="395288" y="3182938"/>
            <a:ext cx="1439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0" name="Line 18">
            <a:extLst>
              <a:ext uri="{FF2B5EF4-FFF2-40B4-BE49-F238E27FC236}">
                <a16:creationId xmlns:a16="http://schemas.microsoft.com/office/drawing/2014/main" id="{6FEFE855-4849-0AA4-3B71-55C536B17F1F}"/>
              </a:ext>
            </a:extLst>
          </p:cNvPr>
          <p:cNvSpPr>
            <a:spLocks noChangeShapeType="1"/>
          </p:cNvSpPr>
          <p:nvPr/>
        </p:nvSpPr>
        <p:spPr bwMode="auto">
          <a:xfrm flipH="1">
            <a:off x="323850" y="4551363"/>
            <a:ext cx="15113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1" name="Text Box 19">
            <a:extLst>
              <a:ext uri="{FF2B5EF4-FFF2-40B4-BE49-F238E27FC236}">
                <a16:creationId xmlns:a16="http://schemas.microsoft.com/office/drawing/2014/main" id="{A94231FE-4B3C-99EC-BBFF-66A5EC125F4B}"/>
              </a:ext>
            </a:extLst>
          </p:cNvPr>
          <p:cNvSpPr txBox="1">
            <a:spLocks noChangeArrowheads="1"/>
          </p:cNvSpPr>
          <p:nvPr/>
        </p:nvSpPr>
        <p:spPr bwMode="auto">
          <a:xfrm>
            <a:off x="323850" y="4724400"/>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提取输出</a:t>
            </a:r>
          </a:p>
        </p:txBody>
      </p:sp>
      <p:sp>
        <p:nvSpPr>
          <p:cNvPr id="71702" name="Text Box 20">
            <a:extLst>
              <a:ext uri="{FF2B5EF4-FFF2-40B4-BE49-F238E27FC236}">
                <a16:creationId xmlns:a16="http://schemas.microsoft.com/office/drawing/2014/main" id="{71B731B9-1CCA-1EC4-AA86-591BFC149D9F}"/>
              </a:ext>
            </a:extLst>
          </p:cNvPr>
          <p:cNvSpPr txBox="1">
            <a:spLocks noChangeArrowheads="1"/>
          </p:cNvSpPr>
          <p:nvPr/>
        </p:nvSpPr>
        <p:spPr bwMode="auto">
          <a:xfrm>
            <a:off x="179388" y="3614738"/>
            <a:ext cx="1331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I/O</a:t>
            </a:r>
            <a:r>
              <a:rPr lang="zh-CN" altLang="en-US" sz="2400" b="0">
                <a:latin typeface="Tahoma" panose="020B0604030504040204" pitchFamily="34" charset="0"/>
                <a:ea typeface="华文中宋" panose="02010600040101010101" pitchFamily="2" charset="-122"/>
              </a:rPr>
              <a:t>设备</a:t>
            </a:r>
          </a:p>
        </p:txBody>
      </p:sp>
      <p:sp>
        <p:nvSpPr>
          <p:cNvPr id="71703" name="Text Box 21">
            <a:extLst>
              <a:ext uri="{FF2B5EF4-FFF2-40B4-BE49-F238E27FC236}">
                <a16:creationId xmlns:a16="http://schemas.microsoft.com/office/drawing/2014/main" id="{661BD2D3-203F-61B6-3283-F7A0D5B117A1}"/>
              </a:ext>
            </a:extLst>
          </p:cNvPr>
          <p:cNvSpPr txBox="1">
            <a:spLocks noChangeArrowheads="1"/>
          </p:cNvSpPr>
          <p:nvPr/>
        </p:nvSpPr>
        <p:spPr bwMode="auto">
          <a:xfrm>
            <a:off x="7632700" y="2492375"/>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提取输入</a:t>
            </a:r>
          </a:p>
        </p:txBody>
      </p:sp>
      <p:sp>
        <p:nvSpPr>
          <p:cNvPr id="71704" name="Line 22">
            <a:extLst>
              <a:ext uri="{FF2B5EF4-FFF2-40B4-BE49-F238E27FC236}">
                <a16:creationId xmlns:a16="http://schemas.microsoft.com/office/drawing/2014/main" id="{12F6A0BD-9BA8-EECE-FDA1-67F8BD8F8DE5}"/>
              </a:ext>
            </a:extLst>
          </p:cNvPr>
          <p:cNvSpPr>
            <a:spLocks noChangeShapeType="1"/>
          </p:cNvSpPr>
          <p:nvPr/>
        </p:nvSpPr>
        <p:spPr bwMode="auto">
          <a:xfrm>
            <a:off x="7704138" y="3182938"/>
            <a:ext cx="118903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5" name="Line 23">
            <a:extLst>
              <a:ext uri="{FF2B5EF4-FFF2-40B4-BE49-F238E27FC236}">
                <a16:creationId xmlns:a16="http://schemas.microsoft.com/office/drawing/2014/main" id="{B3FA8491-B836-A1FC-D53D-08BA7EF0B8F5}"/>
              </a:ext>
            </a:extLst>
          </p:cNvPr>
          <p:cNvSpPr>
            <a:spLocks noChangeShapeType="1"/>
          </p:cNvSpPr>
          <p:nvPr/>
        </p:nvSpPr>
        <p:spPr bwMode="auto">
          <a:xfrm flipH="1">
            <a:off x="7632700" y="4551363"/>
            <a:ext cx="13319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6" name="Text Box 24">
            <a:extLst>
              <a:ext uri="{FF2B5EF4-FFF2-40B4-BE49-F238E27FC236}">
                <a16:creationId xmlns:a16="http://schemas.microsoft.com/office/drawing/2014/main" id="{C4A1CB60-3695-2E6D-41A4-DD844798B151}"/>
              </a:ext>
            </a:extLst>
          </p:cNvPr>
          <p:cNvSpPr txBox="1">
            <a:spLocks noChangeArrowheads="1"/>
          </p:cNvSpPr>
          <p:nvPr/>
        </p:nvSpPr>
        <p:spPr bwMode="auto">
          <a:xfrm>
            <a:off x="7667625" y="4652963"/>
            <a:ext cx="1835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收容输出</a:t>
            </a:r>
          </a:p>
        </p:txBody>
      </p:sp>
      <p:sp>
        <p:nvSpPr>
          <p:cNvPr id="71707" name="Text Box 25">
            <a:extLst>
              <a:ext uri="{FF2B5EF4-FFF2-40B4-BE49-F238E27FC236}">
                <a16:creationId xmlns:a16="http://schemas.microsoft.com/office/drawing/2014/main" id="{623E397D-0138-785F-B3D5-C30A0EAB4263}"/>
              </a:ext>
            </a:extLst>
          </p:cNvPr>
          <p:cNvSpPr txBox="1">
            <a:spLocks noChangeArrowheads="1"/>
          </p:cNvSpPr>
          <p:nvPr/>
        </p:nvSpPr>
        <p:spPr bwMode="auto">
          <a:xfrm>
            <a:off x="8135938" y="3644900"/>
            <a:ext cx="1008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400" b="0">
                <a:latin typeface="Tahoma" panose="020B0604030504040204" pitchFamily="34" charset="0"/>
                <a:ea typeface="华文中宋" panose="02010600040101010101" pitchFamily="2" charset="-122"/>
              </a:rPr>
              <a:t>CPU</a:t>
            </a:r>
          </a:p>
        </p:txBody>
      </p:sp>
      <p:sp>
        <p:nvSpPr>
          <p:cNvPr id="71708" name="Text Box 26">
            <a:extLst>
              <a:ext uri="{FF2B5EF4-FFF2-40B4-BE49-F238E27FC236}">
                <a16:creationId xmlns:a16="http://schemas.microsoft.com/office/drawing/2014/main" id="{AE6DB5C9-6CB2-1950-3BE6-3509060BB64D}"/>
              </a:ext>
            </a:extLst>
          </p:cNvPr>
          <p:cNvSpPr txBox="1">
            <a:spLocks noChangeArrowheads="1"/>
          </p:cNvSpPr>
          <p:nvPr/>
        </p:nvSpPr>
        <p:spPr bwMode="auto">
          <a:xfrm>
            <a:off x="3492500" y="2060575"/>
            <a:ext cx="1223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缓冲池</a:t>
            </a:r>
          </a:p>
        </p:txBody>
      </p:sp>
    </p:spTree>
  </p:cSld>
  <p:clrMapOvr>
    <a:masterClrMapping/>
  </p:clrMapOvr>
  <p:transition spd="med">
    <p:random/>
    <p:sndAc>
      <p:stSnd>
        <p:snd r:embed="rId2" name="camera.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0E03956-7945-2159-395D-7D16DDFBDE6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E2D1EDC-9F0E-D143-9305-B1111CE44250}" type="slidenum">
              <a:rPr lang="en-US" altLang="zh-CN">
                <a:latin typeface="Arial" panose="020B0604020202020204" pitchFamily="34" charset="0"/>
              </a:rPr>
              <a:pPr/>
              <a:t>65</a:t>
            </a:fld>
            <a:endParaRPr lang="en-US" altLang="zh-CN">
              <a:latin typeface="Arial" panose="020B0604020202020204" pitchFamily="34" charset="0"/>
            </a:endParaRPr>
          </a:p>
        </p:txBody>
      </p:sp>
      <p:sp>
        <p:nvSpPr>
          <p:cNvPr id="633858" name="Rectangle 2">
            <a:extLst>
              <a:ext uri="{FF2B5EF4-FFF2-40B4-BE49-F238E27FC236}">
                <a16:creationId xmlns:a16="http://schemas.microsoft.com/office/drawing/2014/main" id="{119A02CD-2424-72AB-749F-BF1C1A51515C}"/>
              </a:ext>
            </a:extLst>
          </p:cNvPr>
          <p:cNvSpPr>
            <a:spLocks noGrp="1" noRot="1" noChangeArrowheads="1"/>
          </p:cNvSpPr>
          <p:nvPr>
            <p:ph type="title"/>
          </p:nvPr>
        </p:nvSpPr>
        <p:spPr/>
        <p:txBody>
          <a:bodyPr/>
          <a:lstStyle/>
          <a:p>
            <a:pPr eaLnBrk="1" hangingPunct="1"/>
            <a:r>
              <a:rPr lang="en-US" altLang="zh-CN"/>
              <a:t>2. </a:t>
            </a:r>
            <a:r>
              <a:rPr lang="zh-CN" altLang="en-US"/>
              <a:t>缓冲池管理</a:t>
            </a:r>
          </a:p>
        </p:txBody>
      </p:sp>
      <p:sp>
        <p:nvSpPr>
          <p:cNvPr id="633859" name="Rectangle 3">
            <a:extLst>
              <a:ext uri="{FF2B5EF4-FFF2-40B4-BE49-F238E27FC236}">
                <a16:creationId xmlns:a16="http://schemas.microsoft.com/office/drawing/2014/main" id="{76CB2BAE-08C1-2D9E-F620-3F37CF390644}"/>
              </a:ext>
            </a:extLst>
          </p:cNvPr>
          <p:cNvSpPr>
            <a:spLocks noGrp="1" noRot="1" noChangeArrowheads="1"/>
          </p:cNvSpPr>
          <p:nvPr>
            <p:ph type="body" idx="1"/>
          </p:nvPr>
        </p:nvSpPr>
        <p:spPr>
          <a:xfrm>
            <a:off x="0" y="1905000"/>
            <a:ext cx="8686800" cy="4114800"/>
          </a:xfrm>
        </p:spPr>
        <p:txBody>
          <a:bodyPr/>
          <a:lstStyle/>
          <a:p>
            <a:pPr eaLnBrk="1" hangingPunct="1">
              <a:lnSpc>
                <a:spcPct val="90000"/>
              </a:lnSpc>
            </a:pPr>
            <a:r>
              <a:rPr lang="zh-CN" altLang="en-US" sz="2800"/>
              <a:t>对缓冲池的管理由以下几个操作组成：</a:t>
            </a:r>
          </a:p>
          <a:p>
            <a:pPr lvl="1" eaLnBrk="1" hangingPunct="1">
              <a:lnSpc>
                <a:spcPct val="90000"/>
              </a:lnSpc>
            </a:pPr>
            <a:r>
              <a:rPr lang="en-US" altLang="zh-CN" sz="2400">
                <a:solidFill>
                  <a:srgbClr val="CC0066"/>
                </a:solidFill>
                <a:latin typeface="华文中宋" panose="02010600040101010101" pitchFamily="2" charset="-122"/>
              </a:rPr>
              <a:t>(1) </a:t>
            </a:r>
            <a:r>
              <a:rPr lang="zh-CN" altLang="en-US" sz="2400">
                <a:solidFill>
                  <a:srgbClr val="CC0066"/>
                </a:solidFill>
                <a:latin typeface="华文中宋" panose="02010600040101010101" pitchFamily="2" charset="-122"/>
              </a:rPr>
              <a:t>从缓冲区队列中按一定的规则（如</a:t>
            </a:r>
            <a:r>
              <a:rPr lang="en-US" altLang="zh-CN" sz="2400">
                <a:solidFill>
                  <a:srgbClr val="CC0066"/>
                </a:solidFill>
                <a:latin typeface="华文中宋" panose="02010600040101010101" pitchFamily="2" charset="-122"/>
              </a:rPr>
              <a:t>FIFO</a:t>
            </a:r>
            <a:r>
              <a:rPr lang="zh-CN" altLang="en-US" sz="2400">
                <a:solidFill>
                  <a:srgbClr val="CC0066"/>
                </a:solidFill>
                <a:latin typeface="华文中宋" panose="02010600040101010101" pitchFamily="2" charset="-122"/>
              </a:rPr>
              <a:t>）选取一个缓冲区的过程</a:t>
            </a:r>
            <a:r>
              <a:rPr lang="en-US" altLang="zh-CN" sz="2400">
                <a:solidFill>
                  <a:srgbClr val="CC0066"/>
                </a:solidFill>
                <a:latin typeface="华文中宋" panose="02010600040101010101" pitchFamily="2" charset="-122"/>
              </a:rPr>
              <a:t>take_buf(type)</a:t>
            </a:r>
            <a:r>
              <a:rPr lang="zh-CN" altLang="en-US" sz="2400">
                <a:solidFill>
                  <a:srgbClr val="CC0066"/>
                </a:solidFill>
                <a:latin typeface="华文中宋" panose="02010600040101010101" pitchFamily="2" charset="-122"/>
              </a:rPr>
              <a:t>；</a:t>
            </a:r>
          </a:p>
          <a:p>
            <a:pPr lvl="1" eaLnBrk="1" hangingPunct="1">
              <a:lnSpc>
                <a:spcPct val="90000"/>
              </a:lnSpc>
            </a:pPr>
            <a:r>
              <a:rPr lang="en-US" altLang="zh-CN" sz="2400">
                <a:latin typeface="华文中宋" panose="02010600040101010101" pitchFamily="2" charset="-122"/>
              </a:rPr>
              <a:t>(2) </a:t>
            </a:r>
            <a:r>
              <a:rPr lang="zh-CN" altLang="en-US" sz="2400">
                <a:latin typeface="华文中宋" panose="02010600040101010101" pitchFamily="2" charset="-122"/>
              </a:rPr>
              <a:t>从缓冲区按一定的规则插入相应的缓冲区队列中的过程</a:t>
            </a:r>
            <a:r>
              <a:rPr lang="en-US" altLang="zh-CN" sz="2400">
                <a:latin typeface="华文中宋" panose="02010600040101010101" pitchFamily="2" charset="-122"/>
              </a:rPr>
              <a:t>add_buf(type, number)</a:t>
            </a:r>
            <a:r>
              <a:rPr lang="zh-CN" altLang="en-US" sz="2400">
                <a:latin typeface="华文中宋" panose="02010600040101010101" pitchFamily="2" charset="-122"/>
              </a:rPr>
              <a:t>；</a:t>
            </a:r>
          </a:p>
          <a:p>
            <a:pPr lvl="1" eaLnBrk="1" hangingPunct="1">
              <a:lnSpc>
                <a:spcPct val="90000"/>
              </a:lnSpc>
            </a:pPr>
            <a:r>
              <a:rPr lang="en-US" altLang="zh-CN" sz="2400">
                <a:solidFill>
                  <a:srgbClr val="CC0066"/>
                </a:solidFill>
                <a:latin typeface="华文中宋" panose="02010600040101010101" pitchFamily="2" charset="-122"/>
              </a:rPr>
              <a:t>(3) </a:t>
            </a:r>
            <a:r>
              <a:rPr lang="zh-CN" altLang="en-US" sz="2400">
                <a:solidFill>
                  <a:srgbClr val="CC0066"/>
                </a:solidFill>
                <a:latin typeface="华文中宋" panose="02010600040101010101" pitchFamily="2" charset="-122"/>
              </a:rPr>
              <a:t>供进程申请缓冲区用的过程</a:t>
            </a:r>
            <a:r>
              <a:rPr lang="en-US" altLang="zh-CN" sz="2400">
                <a:solidFill>
                  <a:srgbClr val="CC0066"/>
                </a:solidFill>
                <a:latin typeface="华文中宋" panose="02010600040101010101" pitchFamily="2" charset="-122"/>
              </a:rPr>
              <a:t>get_buf(type, number);</a:t>
            </a:r>
          </a:p>
          <a:p>
            <a:pPr lvl="1" eaLnBrk="1" hangingPunct="1">
              <a:lnSpc>
                <a:spcPct val="90000"/>
              </a:lnSpc>
            </a:pPr>
            <a:r>
              <a:rPr lang="en-US" altLang="zh-CN" sz="2400">
                <a:latin typeface="华文中宋" panose="02010600040101010101" pitchFamily="2" charset="-122"/>
              </a:rPr>
              <a:t>(4) </a:t>
            </a:r>
            <a:r>
              <a:rPr lang="zh-CN" altLang="en-US" sz="2400">
                <a:latin typeface="华文中宋" panose="02010600040101010101" pitchFamily="2" charset="-122"/>
              </a:rPr>
              <a:t>供进程将缓冲区放入相应缓冲区队列的过程</a:t>
            </a:r>
            <a:r>
              <a:rPr lang="en-US" altLang="zh-CN" sz="2400">
                <a:latin typeface="华文中宋" panose="02010600040101010101" pitchFamily="2" charset="-122"/>
              </a:rPr>
              <a:t>put_buf(type, work_buf)</a:t>
            </a:r>
            <a:r>
              <a:rPr lang="zh-CN" altLang="en-US" sz="2400">
                <a:latin typeface="华文中宋" panose="02010600040101010101" pitchFamily="2" charset="-122"/>
              </a:rPr>
              <a:t>。</a:t>
            </a:r>
          </a:p>
          <a:p>
            <a:pPr lvl="1" eaLnBrk="1" hangingPunct="1">
              <a:lnSpc>
                <a:spcPct val="90000"/>
              </a:lnSpc>
              <a:buFont typeface="Wingdings" pitchFamily="2" charset="2"/>
              <a:buNone/>
            </a:pPr>
            <a:r>
              <a:rPr lang="zh-CN" altLang="en-US" sz="2400">
                <a:latin typeface="华文中宋" panose="02010600040101010101" pitchFamily="2" charset="-122"/>
              </a:rPr>
              <a:t>          </a:t>
            </a:r>
            <a:r>
              <a:rPr lang="zh-CN" altLang="en-US" sz="2400">
                <a:solidFill>
                  <a:srgbClr val="990099"/>
                </a:solidFill>
                <a:latin typeface="华文中宋" panose="02010600040101010101" pitchFamily="2" charset="-122"/>
              </a:rPr>
              <a:t>参数</a:t>
            </a:r>
            <a:r>
              <a:rPr lang="en-US" altLang="zh-CN" sz="2400">
                <a:solidFill>
                  <a:srgbClr val="990099"/>
                </a:solidFill>
                <a:latin typeface="华文中宋" panose="02010600040101010101" pitchFamily="2" charset="-122"/>
              </a:rPr>
              <a:t>type</a:t>
            </a:r>
            <a:r>
              <a:rPr lang="zh-CN" altLang="en-US" sz="2400">
                <a:solidFill>
                  <a:srgbClr val="990099"/>
                </a:solidFill>
                <a:latin typeface="华文中宋" panose="02010600040101010101" pitchFamily="2" charset="-122"/>
              </a:rPr>
              <a:t>表示缓冲队列类型，</a:t>
            </a:r>
            <a:r>
              <a:rPr lang="en-US" altLang="zh-CN" sz="2400">
                <a:solidFill>
                  <a:srgbClr val="990099"/>
                </a:solidFill>
                <a:latin typeface="华文中宋" panose="02010600040101010101" pitchFamily="2" charset="-122"/>
              </a:rPr>
              <a:t>number</a:t>
            </a:r>
            <a:r>
              <a:rPr lang="zh-CN" altLang="en-US" sz="2400">
                <a:solidFill>
                  <a:srgbClr val="990099"/>
                </a:solidFill>
                <a:latin typeface="华文中宋" panose="02010600040101010101" pitchFamily="2" charset="-122"/>
              </a:rPr>
              <a:t>为缓冲区号，</a:t>
            </a:r>
            <a:r>
              <a:rPr lang="en-US" altLang="zh-CN" sz="2400">
                <a:solidFill>
                  <a:srgbClr val="990099"/>
                </a:solidFill>
                <a:latin typeface="华文中宋" panose="02010600040101010101" pitchFamily="2" charset="-122"/>
              </a:rPr>
              <a:t>work_buf</a:t>
            </a:r>
            <a:r>
              <a:rPr lang="zh-CN" altLang="en-US" sz="2400">
                <a:solidFill>
                  <a:srgbClr val="990099"/>
                </a:solidFill>
                <a:latin typeface="华文中宋" panose="02010600040101010101" pitchFamily="2" charset="-122"/>
              </a:rPr>
              <a:t>表示工作缓冲区类型。</a:t>
            </a:r>
          </a:p>
        </p:txBody>
      </p:sp>
    </p:spTree>
  </p:cSld>
  <p:clrMapOvr>
    <a:masterClrMapping/>
  </p:clrMapOvr>
  <p:transition spd="med">
    <p:random/>
    <p:sndAc>
      <p:stSnd>
        <p:snd r:embed="rId2" name="camera.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3F60642-097B-CEDB-58C0-5150A9D802B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43D6839-7C4D-AC43-87B2-B31D2F062E24}" type="slidenum">
              <a:rPr lang="en-US" altLang="zh-CN">
                <a:latin typeface="Arial" panose="020B0604020202020204" pitchFamily="34" charset="0"/>
              </a:rPr>
              <a:pPr/>
              <a:t>66</a:t>
            </a:fld>
            <a:endParaRPr lang="en-US" altLang="zh-CN">
              <a:latin typeface="Arial" panose="020B0604020202020204" pitchFamily="34" charset="0"/>
            </a:endParaRPr>
          </a:p>
        </p:txBody>
      </p:sp>
      <p:sp>
        <p:nvSpPr>
          <p:cNvPr id="634882" name="Rectangle 2">
            <a:extLst>
              <a:ext uri="{FF2B5EF4-FFF2-40B4-BE49-F238E27FC236}">
                <a16:creationId xmlns:a16="http://schemas.microsoft.com/office/drawing/2014/main" id="{40F7BFAE-4EB1-B0BF-27D2-E9C2FC6DE65B}"/>
              </a:ext>
            </a:extLst>
          </p:cNvPr>
          <p:cNvSpPr>
            <a:spLocks noGrp="1" noRot="1" noChangeArrowheads="1"/>
          </p:cNvSpPr>
          <p:nvPr>
            <p:ph type="title"/>
          </p:nvPr>
        </p:nvSpPr>
        <p:spPr/>
        <p:txBody>
          <a:bodyPr/>
          <a:lstStyle/>
          <a:p>
            <a:pPr eaLnBrk="1" hangingPunct="1"/>
            <a:r>
              <a:rPr lang="zh-CN" altLang="en-US" sz="4000"/>
              <a:t>缓冲池的工作过程</a:t>
            </a:r>
            <a:r>
              <a:rPr lang="en-US" altLang="zh-CN" sz="4000"/>
              <a:t>—</a:t>
            </a:r>
            <a:r>
              <a:rPr lang="zh-CN" altLang="en-US" sz="4000"/>
              <a:t>收容输入</a:t>
            </a:r>
          </a:p>
        </p:txBody>
      </p:sp>
      <p:sp>
        <p:nvSpPr>
          <p:cNvPr id="634883" name="Rectangle 3">
            <a:extLst>
              <a:ext uri="{FF2B5EF4-FFF2-40B4-BE49-F238E27FC236}">
                <a16:creationId xmlns:a16="http://schemas.microsoft.com/office/drawing/2014/main" id="{2C936996-C3F2-B0EE-A1BC-42E01AAB8B7A}"/>
              </a:ext>
            </a:extLst>
          </p:cNvPr>
          <p:cNvSpPr>
            <a:spLocks noGrp="1" noRot="1" noChangeArrowheads="1"/>
          </p:cNvSpPr>
          <p:nvPr>
            <p:ph type="body" idx="1"/>
          </p:nvPr>
        </p:nvSpPr>
        <p:spPr/>
        <p:txBody>
          <a:bodyPr/>
          <a:lstStyle/>
          <a:p>
            <a:pPr eaLnBrk="1" hangingPunct="1"/>
            <a:r>
              <a:rPr lang="zh-CN" altLang="en-US"/>
              <a:t>首先，输入进程调用</a:t>
            </a:r>
            <a:r>
              <a:rPr lang="en-US" altLang="zh-CN"/>
              <a:t>get_buf(em,number)</a:t>
            </a:r>
            <a:r>
              <a:rPr lang="zh-CN" altLang="en-US"/>
              <a:t>过程从空白缓冲区队列中取出一个缓冲号为</a:t>
            </a:r>
            <a:r>
              <a:rPr lang="en-US" altLang="zh-CN"/>
              <a:t>number</a:t>
            </a:r>
            <a:r>
              <a:rPr lang="zh-CN" altLang="en-US"/>
              <a:t>的空白缓冲区，将其作为收容输入缓冲区</a:t>
            </a:r>
            <a:r>
              <a:rPr lang="en-US" altLang="zh-CN"/>
              <a:t>hin</a:t>
            </a:r>
            <a:r>
              <a:rPr lang="zh-CN" altLang="en-US"/>
              <a:t>，当</a:t>
            </a:r>
            <a:r>
              <a:rPr lang="en-US" altLang="zh-CN"/>
              <a:t>hin</a:t>
            </a:r>
            <a:r>
              <a:rPr lang="zh-CN" altLang="en-US"/>
              <a:t>中装满了由输入设备输入的数据之后，系统调用过程</a:t>
            </a:r>
            <a:r>
              <a:rPr lang="en-US" altLang="zh-CN"/>
              <a:t>put_buf(in, hin)</a:t>
            </a:r>
            <a:r>
              <a:rPr lang="zh-CN" altLang="en-US"/>
              <a:t>将该缓冲区插入输入缓冲区队列</a:t>
            </a:r>
            <a:r>
              <a:rPr lang="en-US" altLang="zh-CN"/>
              <a:t>in</a:t>
            </a:r>
            <a:r>
              <a:rPr lang="zh-CN" altLang="en-US"/>
              <a:t>中；</a:t>
            </a:r>
          </a:p>
        </p:txBody>
      </p:sp>
    </p:spTree>
  </p:cSld>
  <p:clrMapOvr>
    <a:masterClrMapping/>
  </p:clrMapOvr>
  <p:transition spd="med">
    <p:random/>
    <p:sndAc>
      <p:stSnd>
        <p:snd r:embed="rId2" name="camera.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2D27B5A-BAC0-8525-0AFB-F41F9CF6259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7AA4C6C4-C69B-3F4F-AB6C-71B180DBA3D1}" type="slidenum">
              <a:rPr lang="en-US" altLang="zh-CN">
                <a:latin typeface="Arial" panose="020B0604020202020204" pitchFamily="34" charset="0"/>
              </a:rPr>
              <a:pPr/>
              <a:t>67</a:t>
            </a:fld>
            <a:endParaRPr lang="en-US" altLang="zh-CN">
              <a:latin typeface="Arial" panose="020B0604020202020204" pitchFamily="34" charset="0"/>
            </a:endParaRPr>
          </a:p>
        </p:txBody>
      </p:sp>
      <p:sp>
        <p:nvSpPr>
          <p:cNvPr id="635906" name="Rectangle 2">
            <a:extLst>
              <a:ext uri="{FF2B5EF4-FFF2-40B4-BE49-F238E27FC236}">
                <a16:creationId xmlns:a16="http://schemas.microsoft.com/office/drawing/2014/main" id="{34039DE1-46A2-82FC-C58E-922B0FD39FB2}"/>
              </a:ext>
            </a:extLst>
          </p:cNvPr>
          <p:cNvSpPr>
            <a:spLocks noGrp="1" noRot="1" noChangeArrowheads="1"/>
          </p:cNvSpPr>
          <p:nvPr>
            <p:ph type="title"/>
          </p:nvPr>
        </p:nvSpPr>
        <p:spPr/>
        <p:txBody>
          <a:bodyPr/>
          <a:lstStyle/>
          <a:p>
            <a:pPr eaLnBrk="1" hangingPunct="1"/>
            <a:r>
              <a:rPr lang="zh-CN" altLang="en-US" sz="4000"/>
              <a:t>缓冲池的工作过程</a:t>
            </a:r>
            <a:r>
              <a:rPr lang="en-US" altLang="zh-CN" sz="4000"/>
              <a:t>—</a:t>
            </a:r>
            <a:r>
              <a:rPr lang="zh-CN" altLang="en-US" sz="4000"/>
              <a:t>收容输出</a:t>
            </a:r>
          </a:p>
        </p:txBody>
      </p:sp>
      <p:sp>
        <p:nvSpPr>
          <p:cNvPr id="635907" name="Rectangle 3">
            <a:extLst>
              <a:ext uri="{FF2B5EF4-FFF2-40B4-BE49-F238E27FC236}">
                <a16:creationId xmlns:a16="http://schemas.microsoft.com/office/drawing/2014/main" id="{08A1C067-F5D3-5F0F-F196-DC486C0A6CFA}"/>
              </a:ext>
            </a:extLst>
          </p:cNvPr>
          <p:cNvSpPr>
            <a:spLocks noGrp="1" noRot="1" noChangeArrowheads="1"/>
          </p:cNvSpPr>
          <p:nvPr>
            <p:ph type="body" idx="1"/>
          </p:nvPr>
        </p:nvSpPr>
        <p:spPr/>
        <p:txBody>
          <a:bodyPr/>
          <a:lstStyle/>
          <a:p>
            <a:pPr eaLnBrk="1" hangingPunct="1"/>
            <a:r>
              <a:rPr lang="zh-CN" altLang="en-US"/>
              <a:t>另外，当进程需要输出数据时，输出进程经过缓冲管理程序调用过程</a:t>
            </a:r>
            <a:r>
              <a:rPr lang="en-US" altLang="zh-CN"/>
              <a:t>get_buf(em, number)</a:t>
            </a:r>
            <a:r>
              <a:rPr lang="zh-CN" altLang="en-US"/>
              <a:t>从空白缓冲区队列中取出一个空白缓冲区</a:t>
            </a:r>
            <a:r>
              <a:rPr lang="en-US" altLang="zh-CN"/>
              <a:t>number</a:t>
            </a:r>
            <a:r>
              <a:rPr lang="zh-CN" altLang="en-US"/>
              <a:t>作为收容输出缓冲区</a:t>
            </a:r>
            <a:r>
              <a:rPr lang="en-US" altLang="zh-CN"/>
              <a:t>hout</a:t>
            </a:r>
            <a:r>
              <a:rPr lang="zh-CN" altLang="en-US"/>
              <a:t>，待</a:t>
            </a:r>
            <a:r>
              <a:rPr lang="en-US" altLang="zh-CN"/>
              <a:t>hout</a:t>
            </a:r>
            <a:r>
              <a:rPr lang="zh-CN" altLang="en-US"/>
              <a:t>中装满输出数据后，系统再调用过程</a:t>
            </a:r>
            <a:r>
              <a:rPr lang="en-US" altLang="zh-CN"/>
              <a:t>put_buf(out, hout)</a:t>
            </a:r>
            <a:r>
              <a:rPr lang="zh-CN" altLang="en-US"/>
              <a:t>将该缓冲区插入输出缓冲队列</a:t>
            </a:r>
            <a:r>
              <a:rPr lang="en-US" altLang="zh-CN"/>
              <a:t>out</a:t>
            </a:r>
            <a:r>
              <a:rPr lang="zh-CN" altLang="en-US"/>
              <a:t>。</a:t>
            </a:r>
          </a:p>
        </p:txBody>
      </p:sp>
    </p:spTree>
  </p:cSld>
  <p:clrMapOvr>
    <a:masterClrMapping/>
  </p:clrMapOvr>
  <p:transition spd="med">
    <p:random/>
    <p:sndAc>
      <p:stSnd>
        <p:snd r:embed="rId2" name="camera.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8BD66D2-FE45-7321-62AA-50C59ED9756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8C002F4-C624-AC4E-85D0-22CA3CCAE9BB}" type="slidenum">
              <a:rPr lang="en-US" altLang="zh-CN">
                <a:latin typeface="Arial" panose="020B0604020202020204" pitchFamily="34" charset="0"/>
              </a:rPr>
              <a:pPr/>
              <a:t>68</a:t>
            </a:fld>
            <a:endParaRPr lang="en-US" altLang="zh-CN">
              <a:latin typeface="Arial" panose="020B0604020202020204" pitchFamily="34" charset="0"/>
            </a:endParaRPr>
          </a:p>
        </p:txBody>
      </p:sp>
      <p:sp>
        <p:nvSpPr>
          <p:cNvPr id="636930" name="Rectangle 2">
            <a:extLst>
              <a:ext uri="{FF2B5EF4-FFF2-40B4-BE49-F238E27FC236}">
                <a16:creationId xmlns:a16="http://schemas.microsoft.com/office/drawing/2014/main" id="{9FF0C88D-C5B4-FCE1-735A-F52D1BFFEED0}"/>
              </a:ext>
            </a:extLst>
          </p:cNvPr>
          <p:cNvSpPr>
            <a:spLocks noGrp="1" noRot="1" noChangeArrowheads="1"/>
          </p:cNvSpPr>
          <p:nvPr>
            <p:ph type="title"/>
          </p:nvPr>
        </p:nvSpPr>
        <p:spPr/>
        <p:txBody>
          <a:bodyPr/>
          <a:lstStyle/>
          <a:p>
            <a:pPr eaLnBrk="1" hangingPunct="1"/>
            <a:r>
              <a:rPr lang="zh-CN" altLang="en-US"/>
              <a:t>缓冲池的工作过程</a:t>
            </a:r>
            <a:r>
              <a:rPr lang="en-US" altLang="zh-CN"/>
              <a:t>—</a:t>
            </a:r>
            <a:r>
              <a:rPr lang="zh-CN" altLang="en-US"/>
              <a:t>提取</a:t>
            </a:r>
          </a:p>
        </p:txBody>
      </p:sp>
      <p:sp>
        <p:nvSpPr>
          <p:cNvPr id="636931" name="Rectangle 3">
            <a:extLst>
              <a:ext uri="{FF2B5EF4-FFF2-40B4-BE49-F238E27FC236}">
                <a16:creationId xmlns:a16="http://schemas.microsoft.com/office/drawing/2014/main" id="{367F4120-B75E-76AB-1A61-B55816C387FF}"/>
              </a:ext>
            </a:extLst>
          </p:cNvPr>
          <p:cNvSpPr>
            <a:spLocks noGrp="1" noRot="1" noChangeArrowheads="1"/>
          </p:cNvSpPr>
          <p:nvPr>
            <p:ph type="body" idx="1"/>
          </p:nvPr>
        </p:nvSpPr>
        <p:spPr/>
        <p:txBody>
          <a:bodyPr/>
          <a:lstStyle/>
          <a:p>
            <a:pPr eaLnBrk="1" hangingPunct="1"/>
            <a:r>
              <a:rPr lang="zh-CN" altLang="en-US" sz="2800"/>
              <a:t>对缓冲区的输入数据和输出数据的提取也是由过程</a:t>
            </a:r>
            <a:r>
              <a:rPr lang="en-US" altLang="zh-CN" sz="2800"/>
              <a:t>get_buf</a:t>
            </a:r>
            <a:r>
              <a:rPr lang="zh-CN" altLang="en-US" sz="2800"/>
              <a:t>和</a:t>
            </a:r>
            <a:r>
              <a:rPr lang="en-US" altLang="zh-CN" sz="2800"/>
              <a:t>put_buf</a:t>
            </a:r>
            <a:r>
              <a:rPr lang="zh-CN" altLang="en-US" sz="2800"/>
              <a:t>实现的。</a:t>
            </a:r>
          </a:p>
          <a:p>
            <a:pPr lvl="1" eaLnBrk="1" hangingPunct="1"/>
            <a:r>
              <a:rPr lang="en-US" altLang="zh-CN" sz="2400">
                <a:solidFill>
                  <a:srgbClr val="990099"/>
                </a:solidFill>
                <a:latin typeface="华文中宋" panose="02010600040101010101" pitchFamily="2" charset="-122"/>
              </a:rPr>
              <a:t>get_buf(out, number)</a:t>
            </a:r>
            <a:r>
              <a:rPr lang="zh-CN" altLang="en-US" sz="2400">
                <a:solidFill>
                  <a:srgbClr val="990099"/>
                </a:solidFill>
                <a:latin typeface="华文中宋" panose="02010600040101010101" pitchFamily="2" charset="-122"/>
              </a:rPr>
              <a:t>从输出缓冲队列中取出装满输出数据的缓冲区</a:t>
            </a:r>
            <a:r>
              <a:rPr lang="en-US" altLang="zh-CN" sz="2400">
                <a:solidFill>
                  <a:srgbClr val="990099"/>
                </a:solidFill>
                <a:latin typeface="华文中宋" panose="02010600040101010101" pitchFamily="2" charset="-122"/>
              </a:rPr>
              <a:t>number</a:t>
            </a:r>
            <a:r>
              <a:rPr lang="zh-CN" altLang="en-US" sz="2400">
                <a:solidFill>
                  <a:srgbClr val="990099"/>
                </a:solidFill>
                <a:latin typeface="华文中宋" panose="02010600040101010101" pitchFamily="2" charset="-122"/>
              </a:rPr>
              <a:t>，将其作为</a:t>
            </a:r>
            <a:r>
              <a:rPr lang="en-US" altLang="zh-CN" sz="2400">
                <a:solidFill>
                  <a:srgbClr val="990099"/>
                </a:solidFill>
                <a:latin typeface="华文中宋" panose="02010600040101010101" pitchFamily="2" charset="-122"/>
              </a:rPr>
              <a:t>sout</a:t>
            </a:r>
            <a:r>
              <a:rPr lang="zh-CN" altLang="en-US" sz="2400">
                <a:solidFill>
                  <a:srgbClr val="990099"/>
                </a:solidFill>
                <a:latin typeface="华文中宋" panose="02010600040101010101" pitchFamily="2" charset="-122"/>
              </a:rPr>
              <a:t>。当</a:t>
            </a:r>
            <a:r>
              <a:rPr lang="en-US" altLang="zh-CN" sz="2400">
                <a:solidFill>
                  <a:srgbClr val="990099"/>
                </a:solidFill>
                <a:latin typeface="华文中宋" panose="02010600040101010101" pitchFamily="2" charset="-122"/>
              </a:rPr>
              <a:t>sout</a:t>
            </a:r>
            <a:r>
              <a:rPr lang="zh-CN" altLang="en-US" sz="2400">
                <a:solidFill>
                  <a:srgbClr val="990099"/>
                </a:solidFill>
                <a:latin typeface="华文中宋" panose="02010600040101010101" pitchFamily="2" charset="-122"/>
              </a:rPr>
              <a:t>中的数据输出完毕后，系统调用过程</a:t>
            </a:r>
            <a:r>
              <a:rPr lang="en-US" altLang="zh-CN" sz="2400">
                <a:solidFill>
                  <a:srgbClr val="990099"/>
                </a:solidFill>
                <a:latin typeface="华文中宋" panose="02010600040101010101" pitchFamily="2" charset="-122"/>
              </a:rPr>
              <a:t>put_buf(em, sout)</a:t>
            </a:r>
            <a:r>
              <a:rPr lang="zh-CN" altLang="en-US" sz="2400">
                <a:solidFill>
                  <a:srgbClr val="990099"/>
                </a:solidFill>
                <a:latin typeface="华文中宋" panose="02010600040101010101" pitchFamily="2" charset="-122"/>
              </a:rPr>
              <a:t>将该缓冲区插入空白缓冲队列</a:t>
            </a:r>
            <a:r>
              <a:rPr lang="en-US" altLang="zh-CN" sz="2400">
                <a:solidFill>
                  <a:srgbClr val="990099"/>
                </a:solidFill>
                <a:latin typeface="华文中宋" panose="02010600040101010101" pitchFamily="2" charset="-122"/>
              </a:rPr>
              <a:t>em</a:t>
            </a:r>
            <a:r>
              <a:rPr lang="zh-CN" altLang="en-US" sz="2400">
                <a:solidFill>
                  <a:srgbClr val="990099"/>
                </a:solidFill>
                <a:latin typeface="华文中宋" panose="02010600040101010101" pitchFamily="2" charset="-122"/>
              </a:rPr>
              <a:t>中。</a:t>
            </a:r>
          </a:p>
          <a:p>
            <a:pPr lvl="1" eaLnBrk="1" hangingPunct="1"/>
            <a:r>
              <a:rPr lang="en-US" altLang="zh-CN" sz="2400">
                <a:latin typeface="华文中宋" panose="02010600040101010101" pitchFamily="2" charset="-122"/>
              </a:rPr>
              <a:t>get_buf(in, number)</a:t>
            </a:r>
            <a:r>
              <a:rPr lang="zh-CN" altLang="en-US" sz="2400">
                <a:latin typeface="华文中宋" panose="02010600040101010101" pitchFamily="2" charset="-122"/>
              </a:rPr>
              <a:t>从输入缓冲队列中取出装满输入数据的缓冲区</a:t>
            </a:r>
            <a:r>
              <a:rPr lang="en-US" altLang="zh-CN" sz="2400">
                <a:latin typeface="华文中宋" panose="02010600040101010101" pitchFamily="2" charset="-122"/>
              </a:rPr>
              <a:t>number</a:t>
            </a:r>
            <a:r>
              <a:rPr lang="zh-CN" altLang="en-US" sz="2400">
                <a:latin typeface="华文中宋" panose="02010600040101010101" pitchFamily="2" charset="-122"/>
              </a:rPr>
              <a:t>，将其作为</a:t>
            </a:r>
            <a:r>
              <a:rPr lang="en-US" altLang="zh-CN" sz="2400">
                <a:latin typeface="华文中宋" panose="02010600040101010101" pitchFamily="2" charset="-122"/>
              </a:rPr>
              <a:t>sin</a:t>
            </a:r>
            <a:r>
              <a:rPr lang="zh-CN" altLang="en-US" sz="2400">
                <a:latin typeface="华文中宋" panose="02010600040101010101" pitchFamily="2" charset="-122"/>
              </a:rPr>
              <a:t>。当</a:t>
            </a:r>
            <a:r>
              <a:rPr lang="en-US" altLang="zh-CN" sz="2400">
                <a:latin typeface="华文中宋" panose="02010600040101010101" pitchFamily="2" charset="-122"/>
              </a:rPr>
              <a:t>CPU</a:t>
            </a:r>
            <a:r>
              <a:rPr lang="zh-CN" altLang="en-US" sz="2400">
                <a:latin typeface="华文中宋" panose="02010600040101010101" pitchFamily="2" charset="-122"/>
              </a:rPr>
              <a:t>提取完所需数据后，系统调用过程</a:t>
            </a:r>
            <a:r>
              <a:rPr lang="en-US" altLang="zh-CN" sz="2400">
                <a:latin typeface="华文中宋" panose="02010600040101010101" pitchFamily="2" charset="-122"/>
              </a:rPr>
              <a:t>put_buf(em, sin)</a:t>
            </a:r>
            <a:r>
              <a:rPr lang="zh-CN" altLang="en-US" sz="2400">
                <a:latin typeface="华文中宋" panose="02010600040101010101" pitchFamily="2" charset="-122"/>
              </a:rPr>
              <a:t>将该缓冲区插入空白缓冲队列</a:t>
            </a:r>
            <a:r>
              <a:rPr lang="en-US" altLang="zh-CN" sz="2400">
                <a:latin typeface="华文中宋" panose="02010600040101010101" pitchFamily="2" charset="-122"/>
              </a:rPr>
              <a:t>em</a:t>
            </a:r>
            <a:r>
              <a:rPr lang="zh-CN" altLang="en-US" sz="2400">
                <a:latin typeface="华文中宋" panose="02010600040101010101" pitchFamily="2" charset="-122"/>
              </a:rPr>
              <a:t>中。</a:t>
            </a:r>
          </a:p>
        </p:txBody>
      </p:sp>
    </p:spTree>
  </p:cSld>
  <p:clrMapOvr>
    <a:masterClrMapping/>
  </p:clrMapOvr>
  <p:transition spd="med">
    <p:random/>
    <p:sndAc>
      <p:stSnd>
        <p:snd r:embed="rId2" name="camera.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E3F739C-8CF3-A52F-71F8-E996B841938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958D2A61-F9D5-C040-B213-EE4369040729}" type="slidenum">
              <a:rPr lang="en-US" altLang="zh-CN">
                <a:latin typeface="Arial" panose="020B0604020202020204" pitchFamily="34" charset="0"/>
              </a:rPr>
              <a:pPr/>
              <a:t>69</a:t>
            </a:fld>
            <a:endParaRPr lang="en-US" altLang="zh-CN">
              <a:latin typeface="Arial" panose="020B0604020202020204" pitchFamily="34" charset="0"/>
            </a:endParaRPr>
          </a:p>
        </p:txBody>
      </p:sp>
      <p:sp>
        <p:nvSpPr>
          <p:cNvPr id="637954" name="Rectangle 2">
            <a:extLst>
              <a:ext uri="{FF2B5EF4-FFF2-40B4-BE49-F238E27FC236}">
                <a16:creationId xmlns:a16="http://schemas.microsoft.com/office/drawing/2014/main" id="{CD325A3B-8EF1-FAED-E9E6-BBD4582ACEC4}"/>
              </a:ext>
            </a:extLst>
          </p:cNvPr>
          <p:cNvSpPr>
            <a:spLocks noGrp="1" noRot="1" noChangeArrowheads="1"/>
          </p:cNvSpPr>
          <p:nvPr>
            <p:ph type="title"/>
          </p:nvPr>
        </p:nvSpPr>
        <p:spPr/>
        <p:txBody>
          <a:bodyPr/>
          <a:lstStyle/>
          <a:p>
            <a:pPr eaLnBrk="1" hangingPunct="1"/>
            <a:r>
              <a:rPr lang="zh-CN" altLang="en-US"/>
              <a:t>对缓冲队列的管理</a:t>
            </a:r>
          </a:p>
        </p:txBody>
      </p:sp>
      <p:sp>
        <p:nvSpPr>
          <p:cNvPr id="637955" name="Rectangle 3">
            <a:extLst>
              <a:ext uri="{FF2B5EF4-FFF2-40B4-BE49-F238E27FC236}">
                <a16:creationId xmlns:a16="http://schemas.microsoft.com/office/drawing/2014/main" id="{CC402F7C-0014-C42E-1EA3-28511888FA28}"/>
              </a:ext>
            </a:extLst>
          </p:cNvPr>
          <p:cNvSpPr>
            <a:spLocks noGrp="1" noRot="1" noChangeArrowheads="1"/>
          </p:cNvSpPr>
          <p:nvPr>
            <p:ph type="body" idx="1"/>
          </p:nvPr>
        </p:nvSpPr>
        <p:spPr/>
        <p:txBody>
          <a:bodyPr/>
          <a:lstStyle/>
          <a:p>
            <a:pPr eaLnBrk="1" hangingPunct="1"/>
            <a:r>
              <a:rPr lang="zh-CN" altLang="en-US"/>
              <a:t>对缓冲队列中的缓冲区的排列、插入、取出都有一定的规则。最简单的方法是</a:t>
            </a:r>
            <a:r>
              <a:rPr lang="en-US" altLang="zh-CN"/>
              <a:t>FIFO</a:t>
            </a:r>
          </a:p>
          <a:p>
            <a:pPr eaLnBrk="1" hangingPunct="1"/>
            <a:r>
              <a:rPr lang="zh-CN" altLang="en-US"/>
              <a:t>采用</a:t>
            </a:r>
            <a:r>
              <a:rPr lang="en-US" altLang="zh-CN"/>
              <a:t>FIFO</a:t>
            </a:r>
            <a:r>
              <a:rPr lang="zh-CN" altLang="en-US"/>
              <a:t>，过程</a:t>
            </a:r>
            <a:r>
              <a:rPr lang="en-US" altLang="zh-CN"/>
              <a:t>put_buf</a:t>
            </a:r>
            <a:r>
              <a:rPr lang="zh-CN" altLang="en-US"/>
              <a:t>每次把缓冲区插入相应的队尾，而过程</a:t>
            </a:r>
            <a:r>
              <a:rPr lang="en-US" altLang="zh-CN"/>
              <a:t>get_buf</a:t>
            </a:r>
            <a:r>
              <a:rPr lang="zh-CN" altLang="en-US"/>
              <a:t>则取出相应缓冲队列的第一个缓冲区。</a:t>
            </a:r>
          </a:p>
          <a:p>
            <a:pPr eaLnBrk="1" hangingPunct="1"/>
            <a:r>
              <a:rPr lang="zh-CN" altLang="en-US"/>
              <a:t>进程对缓冲队列的访问应该是同步的，对具体缓冲区的访问是互斥的。</a:t>
            </a:r>
          </a:p>
        </p:txBody>
      </p:sp>
    </p:spTree>
  </p:cSld>
  <p:clrMapOvr>
    <a:masterClrMapping/>
  </p:clrMapOvr>
  <p:transition spd="med">
    <p:random/>
    <p:sndAc>
      <p:stSnd>
        <p:snd r:embed="rId2" name="camera.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4D8D11F-EA26-9C50-4682-53A86876B4C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EFA6094-0032-8442-AC19-384AC65434AE}" type="slidenum">
              <a:rPr lang="en-US" altLang="zh-CN">
                <a:latin typeface="Arial" panose="020B0604020202020204" pitchFamily="34" charset="0"/>
              </a:rPr>
              <a:pPr/>
              <a:t>70</a:t>
            </a:fld>
            <a:endParaRPr lang="en-US" altLang="zh-CN">
              <a:latin typeface="Arial" panose="020B0604020202020204" pitchFamily="34" charset="0"/>
            </a:endParaRPr>
          </a:p>
        </p:txBody>
      </p:sp>
      <p:sp>
        <p:nvSpPr>
          <p:cNvPr id="638978" name="Rectangle 2">
            <a:extLst>
              <a:ext uri="{FF2B5EF4-FFF2-40B4-BE49-F238E27FC236}">
                <a16:creationId xmlns:a16="http://schemas.microsoft.com/office/drawing/2014/main" id="{C717ECE2-8E0C-561F-8246-B3D9BFC1E3D2}"/>
              </a:ext>
            </a:extLst>
          </p:cNvPr>
          <p:cNvSpPr>
            <a:spLocks noGrp="1" noRot="1" noChangeArrowheads="1"/>
          </p:cNvSpPr>
          <p:nvPr>
            <p:ph type="title"/>
          </p:nvPr>
        </p:nvSpPr>
        <p:spPr/>
        <p:txBody>
          <a:bodyPr/>
          <a:lstStyle/>
          <a:p>
            <a:pPr eaLnBrk="1" hangingPunct="1"/>
            <a:r>
              <a:rPr lang="zh-CN" altLang="en-US"/>
              <a:t>对缓冲队列的管理（续）</a:t>
            </a:r>
          </a:p>
        </p:txBody>
      </p:sp>
      <p:sp>
        <p:nvSpPr>
          <p:cNvPr id="638979" name="Rectangle 3">
            <a:extLst>
              <a:ext uri="{FF2B5EF4-FFF2-40B4-BE49-F238E27FC236}">
                <a16:creationId xmlns:a16="http://schemas.microsoft.com/office/drawing/2014/main" id="{D3DFB921-136A-4A86-0119-04A6389E62C1}"/>
              </a:ext>
            </a:extLst>
          </p:cNvPr>
          <p:cNvSpPr>
            <a:spLocks noGrp="1" noRot="1" noChangeArrowheads="1"/>
          </p:cNvSpPr>
          <p:nvPr>
            <p:ph type="body" idx="1"/>
          </p:nvPr>
        </p:nvSpPr>
        <p:spPr>
          <a:xfrm>
            <a:off x="457200" y="1905000"/>
            <a:ext cx="8229600" cy="4476750"/>
          </a:xfrm>
        </p:spPr>
        <p:txBody>
          <a:bodyPr/>
          <a:lstStyle/>
          <a:p>
            <a:pPr eaLnBrk="1" hangingPunct="1">
              <a:lnSpc>
                <a:spcPct val="90000"/>
              </a:lnSpc>
            </a:pPr>
            <a:r>
              <a:rPr lang="en-US" altLang="zh-CN" sz="2800"/>
              <a:t>get_buf</a:t>
            </a:r>
            <a:r>
              <a:rPr lang="zh-CN" altLang="en-US" sz="2800"/>
              <a:t>和</a:t>
            </a:r>
            <a:r>
              <a:rPr lang="en-US" altLang="zh-CN" sz="2800"/>
              <a:t>put_buf</a:t>
            </a:r>
            <a:r>
              <a:rPr lang="zh-CN" altLang="en-US" sz="2800"/>
              <a:t>的过程描述如下：</a:t>
            </a:r>
          </a:p>
          <a:p>
            <a:pPr lvl="1" eaLnBrk="1" hangingPunct="1">
              <a:lnSpc>
                <a:spcPct val="90000"/>
              </a:lnSpc>
            </a:pPr>
            <a:r>
              <a:rPr lang="en-US" altLang="zh-CN" sz="2400"/>
              <a:t>S(type)</a:t>
            </a:r>
            <a:r>
              <a:rPr lang="zh-CN" altLang="en-US" sz="2400"/>
              <a:t>为互斥信号量，初值为</a:t>
            </a:r>
            <a:r>
              <a:rPr lang="en-US" altLang="zh-CN" sz="2400"/>
              <a:t>1</a:t>
            </a:r>
          </a:p>
          <a:p>
            <a:pPr lvl="1" eaLnBrk="1" hangingPunct="1">
              <a:lnSpc>
                <a:spcPct val="90000"/>
              </a:lnSpc>
            </a:pPr>
            <a:r>
              <a:rPr lang="en-US" altLang="zh-CN" sz="2400"/>
              <a:t>RS(type)</a:t>
            </a:r>
            <a:r>
              <a:rPr lang="zh-CN" altLang="en-US" sz="2400"/>
              <a:t>为资源数目的信号量，初值为</a:t>
            </a:r>
            <a:r>
              <a:rPr lang="en-US" altLang="zh-CN" sz="2400"/>
              <a:t>n</a:t>
            </a:r>
            <a:r>
              <a:rPr lang="zh-CN" altLang="en-US" sz="2400"/>
              <a:t>，</a:t>
            </a:r>
            <a:r>
              <a:rPr lang="en-US" altLang="zh-CN" sz="2400"/>
              <a:t>n</a:t>
            </a:r>
            <a:r>
              <a:rPr lang="zh-CN" altLang="en-US" sz="2400"/>
              <a:t>为队列长度。</a:t>
            </a:r>
          </a:p>
          <a:p>
            <a:pPr lvl="1" eaLnBrk="1" hangingPunct="1">
              <a:lnSpc>
                <a:spcPct val="90000"/>
              </a:lnSpc>
              <a:buFont typeface="Wingdings" pitchFamily="2" charset="2"/>
              <a:buNone/>
            </a:pPr>
            <a:r>
              <a:rPr lang="en-US" altLang="zh-CN" sz="2400"/>
              <a:t>Get_buf(type, number):</a:t>
            </a:r>
          </a:p>
          <a:p>
            <a:pPr lvl="1" eaLnBrk="1" hangingPunct="1">
              <a:lnSpc>
                <a:spcPct val="90000"/>
              </a:lnSpc>
              <a:buFont typeface="Wingdings" pitchFamily="2" charset="2"/>
              <a:buNone/>
            </a:pPr>
            <a:r>
              <a:rPr lang="en-US" altLang="zh-CN" sz="2400"/>
              <a:t>  begin</a:t>
            </a:r>
          </a:p>
          <a:p>
            <a:pPr lvl="1" eaLnBrk="1" hangingPunct="1">
              <a:lnSpc>
                <a:spcPct val="90000"/>
              </a:lnSpc>
              <a:buFont typeface="Wingdings" pitchFamily="2" charset="2"/>
              <a:buNone/>
            </a:pPr>
            <a:r>
              <a:rPr lang="en-US" altLang="zh-CN" sz="2400"/>
              <a:t>		  P(RS(type))</a:t>
            </a:r>
          </a:p>
          <a:p>
            <a:pPr lvl="1" eaLnBrk="1" hangingPunct="1">
              <a:lnSpc>
                <a:spcPct val="90000"/>
              </a:lnSpc>
              <a:buFont typeface="Wingdings" pitchFamily="2" charset="2"/>
              <a:buNone/>
            </a:pPr>
            <a:r>
              <a:rPr lang="en-US" altLang="zh-CN" sz="2400"/>
              <a:t>       P(S(type))</a:t>
            </a:r>
          </a:p>
          <a:p>
            <a:pPr lvl="1" eaLnBrk="1" hangingPunct="1">
              <a:lnSpc>
                <a:spcPct val="90000"/>
              </a:lnSpc>
              <a:buFont typeface="Wingdings" pitchFamily="2" charset="2"/>
              <a:buNone/>
            </a:pPr>
            <a:r>
              <a:rPr lang="en-US" altLang="zh-CN" sz="2400"/>
              <a:t>       Pointer of buffer(number) = take(type, number)</a:t>
            </a:r>
          </a:p>
          <a:p>
            <a:pPr lvl="1" eaLnBrk="1" hangingPunct="1">
              <a:lnSpc>
                <a:spcPct val="90000"/>
              </a:lnSpc>
              <a:buFont typeface="Wingdings" pitchFamily="2" charset="2"/>
              <a:buNone/>
            </a:pPr>
            <a:r>
              <a:rPr lang="en-US" altLang="zh-CN" sz="2400"/>
              <a:t>       V(S(type))</a:t>
            </a:r>
          </a:p>
          <a:p>
            <a:pPr lvl="1" eaLnBrk="1" hangingPunct="1">
              <a:lnSpc>
                <a:spcPct val="90000"/>
              </a:lnSpc>
              <a:buFont typeface="Wingdings" pitchFamily="2" charset="2"/>
              <a:buNone/>
            </a:pPr>
            <a:r>
              <a:rPr lang="en-US" altLang="zh-CN" sz="2400"/>
              <a:t>  end</a:t>
            </a:r>
          </a:p>
        </p:txBody>
      </p:sp>
    </p:spTree>
  </p:cSld>
  <p:clrMapOvr>
    <a:masterClrMapping/>
  </p:clrMapOvr>
  <p:transition spd="med">
    <p:random/>
    <p:sndAc>
      <p:stSnd>
        <p:snd r:embed="rId2" name="camera.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8964108-4BE0-0A81-636D-300F9267AC8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9B68D61-1215-5941-9D4B-4C1EF37C5101}" type="slidenum">
              <a:rPr lang="en-US" altLang="zh-CN">
                <a:latin typeface="Arial" panose="020B0604020202020204" pitchFamily="34" charset="0"/>
              </a:rPr>
              <a:pPr/>
              <a:t>71</a:t>
            </a:fld>
            <a:endParaRPr lang="en-US" altLang="zh-CN">
              <a:latin typeface="Arial" panose="020B0604020202020204" pitchFamily="34" charset="0"/>
            </a:endParaRPr>
          </a:p>
        </p:txBody>
      </p:sp>
      <p:sp>
        <p:nvSpPr>
          <p:cNvPr id="640002" name="Rectangle 2">
            <a:extLst>
              <a:ext uri="{FF2B5EF4-FFF2-40B4-BE49-F238E27FC236}">
                <a16:creationId xmlns:a16="http://schemas.microsoft.com/office/drawing/2014/main" id="{747DD431-9A7C-580A-3F01-8EF86D0FC033}"/>
              </a:ext>
            </a:extLst>
          </p:cNvPr>
          <p:cNvSpPr>
            <a:spLocks noGrp="1" noRot="1" noChangeArrowheads="1"/>
          </p:cNvSpPr>
          <p:nvPr>
            <p:ph type="title"/>
          </p:nvPr>
        </p:nvSpPr>
        <p:spPr/>
        <p:txBody>
          <a:bodyPr/>
          <a:lstStyle/>
          <a:p>
            <a:pPr eaLnBrk="1" hangingPunct="1"/>
            <a:r>
              <a:rPr lang="zh-CN" altLang="en-US"/>
              <a:t>对缓冲队列的管理（续）</a:t>
            </a:r>
          </a:p>
        </p:txBody>
      </p:sp>
      <p:sp>
        <p:nvSpPr>
          <p:cNvPr id="640003" name="Rectangle 3">
            <a:extLst>
              <a:ext uri="{FF2B5EF4-FFF2-40B4-BE49-F238E27FC236}">
                <a16:creationId xmlns:a16="http://schemas.microsoft.com/office/drawing/2014/main" id="{06175CAC-C63D-7F18-A992-F290C490D641}"/>
              </a:ext>
            </a:extLst>
          </p:cNvPr>
          <p:cNvSpPr>
            <a:spLocks noGrp="1" noRot="1" noChangeArrowheads="1"/>
          </p:cNvSpPr>
          <p:nvPr>
            <p:ph type="body" idx="1"/>
          </p:nvPr>
        </p:nvSpPr>
        <p:spPr/>
        <p:txBody>
          <a:bodyPr/>
          <a:lstStyle/>
          <a:p>
            <a:pPr eaLnBrk="1" hangingPunct="1">
              <a:buFont typeface="Wingdings" pitchFamily="2" charset="2"/>
              <a:buNone/>
              <a:defRPr/>
            </a:pPr>
            <a:r>
              <a:rPr lang="en-US" altLang="zh-CN"/>
              <a:t>Put_buf(type, number):</a:t>
            </a:r>
          </a:p>
          <a:p>
            <a:pPr eaLnBrk="1" hangingPunct="1">
              <a:buFont typeface="Wingdings" pitchFamily="2" charset="2"/>
              <a:buNone/>
              <a:defRPr/>
            </a:pPr>
            <a:r>
              <a:rPr lang="en-US" altLang="zh-CN"/>
              <a:t>   begin</a:t>
            </a:r>
            <a:br>
              <a:rPr lang="en-US" altLang="zh-CN"/>
            </a:br>
            <a:r>
              <a:rPr lang="en-US" altLang="zh-CN"/>
              <a:t>       P(S(type))</a:t>
            </a:r>
          </a:p>
          <a:p>
            <a:pPr eaLnBrk="1" hangingPunct="1">
              <a:buFont typeface="Wingdings" pitchFamily="2" charset="2"/>
              <a:buNone/>
              <a:defRPr/>
            </a:pPr>
            <a:r>
              <a:rPr lang="en-US" altLang="zh-CN"/>
              <a:t>          add_buf(type, number)</a:t>
            </a:r>
          </a:p>
          <a:p>
            <a:pPr eaLnBrk="1" hangingPunct="1">
              <a:buFont typeface="Wingdings" pitchFamily="2" charset="2"/>
              <a:buNone/>
              <a:defRPr/>
            </a:pPr>
            <a:r>
              <a:rPr lang="en-US" altLang="zh-CN"/>
              <a:t>          V(S(type))</a:t>
            </a:r>
          </a:p>
          <a:p>
            <a:pPr eaLnBrk="1" hangingPunct="1">
              <a:buFont typeface="Wingdings" pitchFamily="2" charset="2"/>
              <a:buNone/>
              <a:defRPr/>
            </a:pPr>
            <a:r>
              <a:rPr lang="en-US" altLang="zh-CN"/>
              <a:t>          V(RS(type))</a:t>
            </a:r>
          </a:p>
          <a:p>
            <a:pPr eaLnBrk="1" hangingPunct="1">
              <a:buFont typeface="Wingdings" pitchFamily="2" charset="2"/>
              <a:buNone/>
              <a:defRPr/>
            </a:pPr>
            <a:r>
              <a:rPr lang="en-US" altLang="zh-CN"/>
              <a:t>   end</a:t>
            </a:r>
          </a:p>
        </p:txBody>
      </p:sp>
    </p:spTree>
  </p:cSld>
  <p:clrMapOvr>
    <a:masterClrMapping/>
  </p:clrMapOvr>
  <p:transition spd="med">
    <p:random/>
    <p:sndAc>
      <p:stSnd>
        <p:snd r:embed="rId2" name="camera.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E4C57DC-C4FD-8226-CF03-37322B60018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0BB9970-BB70-9047-A555-0EE203430A4E}" type="slidenum">
              <a:rPr lang="en-US" altLang="zh-CN">
                <a:latin typeface="Arial" panose="020B0604020202020204" pitchFamily="34" charset="0"/>
              </a:rPr>
              <a:pPr/>
              <a:t>72</a:t>
            </a:fld>
            <a:endParaRPr lang="en-US" altLang="zh-CN">
              <a:latin typeface="Arial" panose="020B0604020202020204" pitchFamily="34" charset="0"/>
            </a:endParaRPr>
          </a:p>
        </p:txBody>
      </p:sp>
      <p:sp>
        <p:nvSpPr>
          <p:cNvPr id="641026" name="Rectangle 2">
            <a:extLst>
              <a:ext uri="{FF2B5EF4-FFF2-40B4-BE49-F238E27FC236}">
                <a16:creationId xmlns:a16="http://schemas.microsoft.com/office/drawing/2014/main" id="{670621BE-D384-AF60-25DB-4FE848EB4890}"/>
              </a:ext>
            </a:extLst>
          </p:cNvPr>
          <p:cNvSpPr>
            <a:spLocks noGrp="1" noRot="1" noChangeArrowheads="1"/>
          </p:cNvSpPr>
          <p:nvPr>
            <p:ph type="title"/>
          </p:nvPr>
        </p:nvSpPr>
        <p:spPr/>
        <p:txBody>
          <a:bodyPr/>
          <a:lstStyle/>
          <a:p>
            <a:pPr eaLnBrk="1" hangingPunct="1"/>
            <a:r>
              <a:rPr lang="en-US" altLang="zh-CN" dirty="0"/>
              <a:t>6.5 </a:t>
            </a:r>
            <a:r>
              <a:rPr lang="zh-CN" altLang="en-US" dirty="0"/>
              <a:t>设备分配</a:t>
            </a:r>
          </a:p>
        </p:txBody>
      </p:sp>
      <p:sp>
        <p:nvSpPr>
          <p:cNvPr id="641027" name="Rectangle 3">
            <a:extLst>
              <a:ext uri="{FF2B5EF4-FFF2-40B4-BE49-F238E27FC236}">
                <a16:creationId xmlns:a16="http://schemas.microsoft.com/office/drawing/2014/main" id="{1A4D7521-2ADB-BC95-1FB9-A25327AA4229}"/>
              </a:ext>
            </a:extLst>
          </p:cNvPr>
          <p:cNvSpPr>
            <a:spLocks noGrp="1" noRot="1" noChangeArrowheads="1"/>
          </p:cNvSpPr>
          <p:nvPr>
            <p:ph type="body" idx="1"/>
          </p:nvPr>
        </p:nvSpPr>
        <p:spPr/>
        <p:txBody>
          <a:bodyPr/>
          <a:lstStyle/>
          <a:p>
            <a:pPr eaLnBrk="1" hangingPunct="1"/>
            <a:r>
              <a:rPr lang="zh-CN" altLang="en-US"/>
              <a:t>由于设备、控制器和通道资源的有限性，不是每个进程随时随地都能得到这些资源。因此，进程必须首先向设备管理程序提出资源申请，然后，由设备分配程序根据相应的分配算法为进程分配资源。如果申请进程得不到它所申请的资源时，将被放入资源等待 队列，直到所需要的资源被释放。</a:t>
            </a:r>
          </a:p>
        </p:txBody>
      </p:sp>
    </p:spTree>
  </p:cSld>
  <p:clrMapOvr>
    <a:masterClrMapping/>
  </p:clrMapOvr>
  <p:transition spd="med">
    <p:random/>
    <p:sndAc>
      <p:stSnd>
        <p:snd r:embed="rId2" name="camera.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CA82A0D-9427-A3E2-D74C-DC34496EFA65}"/>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E9562F0-2365-AC48-8C49-981031C085D7}" type="slidenum">
              <a:rPr lang="en-US" altLang="zh-CN">
                <a:latin typeface="Arial" panose="020B0604020202020204" pitchFamily="34" charset="0"/>
              </a:rPr>
              <a:pPr/>
              <a:t>73</a:t>
            </a:fld>
            <a:endParaRPr lang="en-US" altLang="zh-CN">
              <a:latin typeface="Arial" panose="020B0604020202020204" pitchFamily="34" charset="0"/>
            </a:endParaRPr>
          </a:p>
        </p:txBody>
      </p:sp>
      <p:sp>
        <p:nvSpPr>
          <p:cNvPr id="642050" name="Rectangle 2">
            <a:extLst>
              <a:ext uri="{FF2B5EF4-FFF2-40B4-BE49-F238E27FC236}">
                <a16:creationId xmlns:a16="http://schemas.microsoft.com/office/drawing/2014/main" id="{C6586183-DC8B-C0D5-41FA-CB8990324EC7}"/>
              </a:ext>
            </a:extLst>
          </p:cNvPr>
          <p:cNvSpPr>
            <a:spLocks noGrp="1" noRot="1" noChangeArrowheads="1"/>
          </p:cNvSpPr>
          <p:nvPr>
            <p:ph type="title"/>
          </p:nvPr>
        </p:nvSpPr>
        <p:spPr>
          <a:xfrm>
            <a:off x="1476375" y="73025"/>
            <a:ext cx="7272338" cy="1143000"/>
          </a:xfrm>
        </p:spPr>
        <p:txBody>
          <a:bodyPr/>
          <a:lstStyle/>
          <a:p>
            <a:pPr eaLnBrk="1" hangingPunct="1"/>
            <a:r>
              <a:rPr lang="en-US" altLang="zh-CN" dirty="0"/>
              <a:t>6.5.1 </a:t>
            </a:r>
            <a:r>
              <a:rPr lang="zh-CN" altLang="en-US" dirty="0"/>
              <a:t>设备分配用的数据结构</a:t>
            </a:r>
          </a:p>
        </p:txBody>
      </p:sp>
      <p:sp>
        <p:nvSpPr>
          <p:cNvPr id="642051" name="Rectangle 3">
            <a:extLst>
              <a:ext uri="{FF2B5EF4-FFF2-40B4-BE49-F238E27FC236}">
                <a16:creationId xmlns:a16="http://schemas.microsoft.com/office/drawing/2014/main" id="{12B8E3A2-D20A-67B1-C38C-F775CCA9D1B1}"/>
              </a:ext>
            </a:extLst>
          </p:cNvPr>
          <p:cNvSpPr>
            <a:spLocks noGrp="1" noRot="1" noChangeArrowheads="1"/>
          </p:cNvSpPr>
          <p:nvPr>
            <p:ph type="body" idx="1"/>
          </p:nvPr>
        </p:nvSpPr>
        <p:spPr>
          <a:xfrm>
            <a:off x="323850" y="1905000"/>
            <a:ext cx="8496300" cy="4114800"/>
          </a:xfrm>
        </p:spPr>
        <p:txBody>
          <a:bodyPr/>
          <a:lstStyle/>
          <a:p>
            <a:pPr eaLnBrk="1" hangingPunct="1"/>
            <a:r>
              <a:rPr lang="zh-CN" altLang="en-US"/>
              <a:t>设备控制表</a:t>
            </a:r>
            <a:r>
              <a:rPr lang="en-US" altLang="zh-CN"/>
              <a:t>DCT</a:t>
            </a:r>
            <a:r>
              <a:rPr lang="zh-CN" altLang="en-US"/>
              <a:t>（</a:t>
            </a:r>
            <a:r>
              <a:rPr lang="en-US" altLang="zh-CN"/>
              <a:t>Device Control Table</a:t>
            </a:r>
            <a:r>
              <a:rPr lang="zh-CN" altLang="en-US"/>
              <a:t>）</a:t>
            </a:r>
          </a:p>
          <a:p>
            <a:pPr eaLnBrk="1" hangingPunct="1"/>
            <a:r>
              <a:rPr lang="zh-CN" altLang="en-US"/>
              <a:t>系统设备表</a:t>
            </a:r>
            <a:r>
              <a:rPr lang="en-US" altLang="zh-CN"/>
              <a:t>SDT</a:t>
            </a:r>
            <a:r>
              <a:rPr lang="zh-CN" altLang="en-US"/>
              <a:t>（</a:t>
            </a:r>
            <a:r>
              <a:rPr lang="en-US" altLang="zh-CN"/>
              <a:t>System Device Table</a:t>
            </a:r>
            <a:r>
              <a:rPr lang="zh-CN" altLang="en-US"/>
              <a:t>）</a:t>
            </a:r>
          </a:p>
          <a:p>
            <a:pPr eaLnBrk="1" hangingPunct="1"/>
            <a:r>
              <a:rPr lang="zh-CN" altLang="en-US"/>
              <a:t>控制器表</a:t>
            </a:r>
            <a:r>
              <a:rPr lang="en-US" altLang="zh-CN"/>
              <a:t>COCT</a:t>
            </a:r>
            <a:r>
              <a:rPr lang="zh-CN" altLang="en-US"/>
              <a:t>（</a:t>
            </a:r>
            <a:r>
              <a:rPr lang="en-US" altLang="zh-CN"/>
              <a:t>COntroler Control Table</a:t>
            </a:r>
            <a:r>
              <a:rPr lang="zh-CN" altLang="en-US"/>
              <a:t>）</a:t>
            </a:r>
          </a:p>
          <a:p>
            <a:pPr eaLnBrk="1" hangingPunct="1"/>
            <a:r>
              <a:rPr lang="zh-CN" altLang="en-US"/>
              <a:t>通道控制表</a:t>
            </a:r>
            <a:r>
              <a:rPr lang="en-US" altLang="zh-CN"/>
              <a:t>CHCT</a:t>
            </a:r>
            <a:r>
              <a:rPr lang="zh-CN" altLang="en-US"/>
              <a:t>（</a:t>
            </a:r>
            <a:r>
              <a:rPr lang="en-US" altLang="zh-CN"/>
              <a:t>CHannel Control Table</a:t>
            </a:r>
            <a:r>
              <a:rPr lang="zh-CN" altLang="en-US"/>
              <a:t>）</a:t>
            </a:r>
          </a:p>
        </p:txBody>
      </p:sp>
    </p:spTree>
  </p:cSld>
  <p:clrMapOvr>
    <a:masterClrMapping/>
  </p:clrMapOvr>
  <p:transition spd="med">
    <p:random/>
    <p:sndAc>
      <p:stSnd>
        <p:snd r:embed="rId2" name="camera.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4BE99ED-8715-6B3C-4F46-61F5B38AA32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F86CBF6-CE30-5F4A-B35E-A593E30BADF3}" type="slidenum">
              <a:rPr lang="en-US" altLang="zh-CN">
                <a:latin typeface="Arial" panose="020B0604020202020204" pitchFamily="34" charset="0"/>
              </a:rPr>
              <a:pPr/>
              <a:t>74</a:t>
            </a:fld>
            <a:endParaRPr lang="en-US" altLang="zh-CN">
              <a:latin typeface="Arial" panose="020B0604020202020204" pitchFamily="34" charset="0"/>
            </a:endParaRPr>
          </a:p>
        </p:txBody>
      </p:sp>
      <p:sp>
        <p:nvSpPr>
          <p:cNvPr id="643074" name="Rectangle 2">
            <a:extLst>
              <a:ext uri="{FF2B5EF4-FFF2-40B4-BE49-F238E27FC236}">
                <a16:creationId xmlns:a16="http://schemas.microsoft.com/office/drawing/2014/main" id="{34EEB744-1B7E-CA28-AB0E-1A72D85B4007}"/>
              </a:ext>
            </a:extLst>
          </p:cNvPr>
          <p:cNvSpPr>
            <a:spLocks noGrp="1" noRot="1" noChangeArrowheads="1"/>
          </p:cNvSpPr>
          <p:nvPr>
            <p:ph type="title"/>
          </p:nvPr>
        </p:nvSpPr>
        <p:spPr/>
        <p:txBody>
          <a:bodyPr/>
          <a:lstStyle/>
          <a:p>
            <a:pPr eaLnBrk="1" hangingPunct="1"/>
            <a:r>
              <a:rPr lang="en-US" altLang="zh-CN"/>
              <a:t>1. </a:t>
            </a:r>
            <a:r>
              <a:rPr lang="zh-CN" altLang="en-US"/>
              <a:t>设备控制表</a:t>
            </a:r>
            <a:r>
              <a:rPr lang="en-US" altLang="zh-CN"/>
              <a:t>DCT</a:t>
            </a:r>
          </a:p>
        </p:txBody>
      </p:sp>
      <p:sp>
        <p:nvSpPr>
          <p:cNvPr id="643075" name="Rectangle 3">
            <a:extLst>
              <a:ext uri="{FF2B5EF4-FFF2-40B4-BE49-F238E27FC236}">
                <a16:creationId xmlns:a16="http://schemas.microsoft.com/office/drawing/2014/main" id="{327FAF26-12D7-FA53-49FE-C1F95D0E4BFD}"/>
              </a:ext>
            </a:extLst>
          </p:cNvPr>
          <p:cNvSpPr>
            <a:spLocks noGrp="1" noRot="1" noChangeArrowheads="1"/>
          </p:cNvSpPr>
          <p:nvPr>
            <p:ph type="body" idx="1"/>
          </p:nvPr>
        </p:nvSpPr>
        <p:spPr/>
        <p:txBody>
          <a:bodyPr/>
          <a:lstStyle/>
          <a:p>
            <a:pPr eaLnBrk="1" hangingPunct="1"/>
            <a:r>
              <a:rPr lang="zh-CN" altLang="en-US"/>
              <a:t>设备控制表反映设备的特性、设备和</a:t>
            </a:r>
            <a:r>
              <a:rPr lang="en-US" altLang="zh-CN"/>
              <a:t>I/O</a:t>
            </a:r>
            <a:r>
              <a:rPr lang="zh-CN" altLang="en-US"/>
              <a:t>控制器的连接情况。包括设备标识、使用状态和等待使用该设备的进程队列等。</a:t>
            </a:r>
          </a:p>
          <a:p>
            <a:pPr eaLnBrk="1" hangingPunct="1"/>
            <a:r>
              <a:rPr lang="zh-CN" altLang="en-US"/>
              <a:t>系统中每个设备都必须有一张</a:t>
            </a:r>
            <a:r>
              <a:rPr lang="en-US" altLang="zh-CN"/>
              <a:t>DCT</a:t>
            </a:r>
            <a:r>
              <a:rPr lang="zh-CN" altLang="en-US"/>
              <a:t>，且在系统生成时或在该设备连接时创建，但表中的内容则根据系统执行情况而被动态地修改。</a:t>
            </a:r>
          </a:p>
        </p:txBody>
      </p:sp>
    </p:spTree>
  </p:cSld>
  <p:clrMapOvr>
    <a:masterClrMapping/>
  </p:clrMapOvr>
  <p:transition spd="med">
    <p:random/>
    <p:sndAc>
      <p:stSnd>
        <p:snd r:embed="rId2" name="camera.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A72DF29-7533-6244-5D5F-2D4B2C7D049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B71E66B-F95B-B141-AE21-B5C53DA9EE83}" type="slidenum">
              <a:rPr lang="en-US" altLang="zh-CN">
                <a:latin typeface="Arial" panose="020B0604020202020204" pitchFamily="34" charset="0"/>
              </a:rPr>
              <a:pPr/>
              <a:t>75</a:t>
            </a:fld>
            <a:endParaRPr lang="en-US" altLang="zh-CN">
              <a:latin typeface="Arial" panose="020B0604020202020204" pitchFamily="34" charset="0"/>
            </a:endParaRPr>
          </a:p>
        </p:txBody>
      </p:sp>
      <p:sp>
        <p:nvSpPr>
          <p:cNvPr id="644098" name="Rectangle 2">
            <a:extLst>
              <a:ext uri="{FF2B5EF4-FFF2-40B4-BE49-F238E27FC236}">
                <a16:creationId xmlns:a16="http://schemas.microsoft.com/office/drawing/2014/main" id="{36FAD767-A2C0-6554-CB7B-9DE3ECC5CF93}"/>
              </a:ext>
            </a:extLst>
          </p:cNvPr>
          <p:cNvSpPr>
            <a:spLocks noGrp="1" noRot="1" noChangeArrowheads="1"/>
          </p:cNvSpPr>
          <p:nvPr>
            <p:ph type="title"/>
          </p:nvPr>
        </p:nvSpPr>
        <p:spPr/>
        <p:txBody>
          <a:bodyPr/>
          <a:lstStyle/>
          <a:p>
            <a:pPr eaLnBrk="1" hangingPunct="1"/>
            <a:r>
              <a:rPr lang="en-US" altLang="zh-CN"/>
              <a:t>1. </a:t>
            </a:r>
            <a:r>
              <a:rPr lang="zh-CN" altLang="en-US"/>
              <a:t>设备控制表</a:t>
            </a:r>
            <a:r>
              <a:rPr lang="en-US" altLang="zh-CN"/>
              <a:t>DCT</a:t>
            </a:r>
            <a:r>
              <a:rPr lang="zh-CN" altLang="en-US"/>
              <a:t>（续）</a:t>
            </a:r>
          </a:p>
        </p:txBody>
      </p:sp>
      <p:sp>
        <p:nvSpPr>
          <p:cNvPr id="644099" name="Rectangle 3">
            <a:extLst>
              <a:ext uri="{FF2B5EF4-FFF2-40B4-BE49-F238E27FC236}">
                <a16:creationId xmlns:a16="http://schemas.microsoft.com/office/drawing/2014/main" id="{3B67A10C-6E9A-2B15-2EA4-D18F44A4AE82}"/>
              </a:ext>
            </a:extLst>
          </p:cNvPr>
          <p:cNvSpPr>
            <a:spLocks noGrp="1" noRot="1" noChangeArrowheads="1"/>
          </p:cNvSpPr>
          <p:nvPr>
            <p:ph type="body" idx="1"/>
          </p:nvPr>
        </p:nvSpPr>
        <p:spPr>
          <a:xfrm>
            <a:off x="457200" y="1905000"/>
            <a:ext cx="8229600" cy="4476750"/>
          </a:xfrm>
        </p:spPr>
        <p:txBody>
          <a:bodyPr/>
          <a:lstStyle/>
          <a:p>
            <a:pPr eaLnBrk="1" hangingPunct="1">
              <a:lnSpc>
                <a:spcPct val="90000"/>
              </a:lnSpc>
            </a:pPr>
            <a:r>
              <a:rPr lang="en-US" altLang="zh-CN" sz="2800"/>
              <a:t>DCT</a:t>
            </a:r>
            <a:r>
              <a:rPr lang="zh-CN" altLang="en-US" sz="2800"/>
              <a:t>包括以下内容：</a:t>
            </a:r>
          </a:p>
          <a:p>
            <a:pPr lvl="1" eaLnBrk="1" hangingPunct="1">
              <a:lnSpc>
                <a:spcPct val="90000"/>
              </a:lnSpc>
            </a:pPr>
            <a:r>
              <a:rPr lang="en-US" altLang="zh-CN" sz="2400">
                <a:latin typeface="华文中宋" panose="02010600040101010101" pitchFamily="2" charset="-122"/>
              </a:rPr>
              <a:t>(1)</a:t>
            </a:r>
            <a:r>
              <a:rPr lang="zh-CN" altLang="en-US" sz="2400">
                <a:solidFill>
                  <a:srgbClr val="CC0066"/>
                </a:solidFill>
                <a:latin typeface="华文中宋" panose="02010600040101010101" pitchFamily="2" charset="-122"/>
              </a:rPr>
              <a:t>设备标识符</a:t>
            </a:r>
            <a:r>
              <a:rPr lang="zh-CN" altLang="en-US" sz="2400">
                <a:latin typeface="华文中宋" panose="02010600040101010101" pitchFamily="2" charset="-122"/>
              </a:rPr>
              <a:t>；</a:t>
            </a:r>
          </a:p>
          <a:p>
            <a:pPr lvl="1" eaLnBrk="1" hangingPunct="1">
              <a:lnSpc>
                <a:spcPct val="90000"/>
              </a:lnSpc>
            </a:pPr>
            <a:r>
              <a:rPr lang="en-US" altLang="zh-CN" sz="2400">
                <a:latin typeface="华文中宋" panose="02010600040101010101" pitchFamily="2" charset="-122"/>
              </a:rPr>
              <a:t>(2) </a:t>
            </a:r>
            <a:r>
              <a:rPr lang="zh-CN" altLang="en-US" sz="2400">
                <a:solidFill>
                  <a:srgbClr val="CC0066"/>
                </a:solidFill>
                <a:latin typeface="华文中宋" panose="02010600040101010101" pitchFamily="2" charset="-122"/>
              </a:rPr>
              <a:t>设备类型</a:t>
            </a:r>
            <a:r>
              <a:rPr lang="zh-CN" altLang="en-US" sz="2400">
                <a:latin typeface="华文中宋" panose="02010600040101010101" pitchFamily="2" charset="-122"/>
              </a:rPr>
              <a:t>，反映设备特性，如块设备、字符设备等。</a:t>
            </a:r>
          </a:p>
          <a:p>
            <a:pPr lvl="1" eaLnBrk="1" hangingPunct="1">
              <a:lnSpc>
                <a:spcPct val="90000"/>
              </a:lnSpc>
            </a:pPr>
            <a:r>
              <a:rPr lang="en-US" altLang="zh-CN" sz="2400">
                <a:latin typeface="华文中宋" panose="02010600040101010101" pitchFamily="2" charset="-122"/>
              </a:rPr>
              <a:t>(3)</a:t>
            </a:r>
            <a:r>
              <a:rPr lang="zh-CN" altLang="en-US" sz="2400">
                <a:solidFill>
                  <a:srgbClr val="CC0066"/>
                </a:solidFill>
                <a:latin typeface="华文中宋" panose="02010600040101010101" pitchFamily="2" charset="-122"/>
              </a:rPr>
              <a:t>设备地址或设备号，</a:t>
            </a:r>
            <a:r>
              <a:rPr lang="zh-CN" altLang="en-US" sz="2400">
                <a:latin typeface="华文中宋" panose="02010600040101010101" pitchFamily="2" charset="-122"/>
              </a:rPr>
              <a:t>这个地址可以是和内存统一编址的，也可以是单独编址的。</a:t>
            </a:r>
          </a:p>
          <a:p>
            <a:pPr lvl="1" eaLnBrk="1" hangingPunct="1">
              <a:lnSpc>
                <a:spcPct val="90000"/>
              </a:lnSpc>
            </a:pPr>
            <a:r>
              <a:rPr lang="en-US" altLang="zh-CN" sz="2400">
                <a:latin typeface="华文中宋" panose="02010600040101010101" pitchFamily="2" charset="-122"/>
              </a:rPr>
              <a:t>(4)</a:t>
            </a:r>
            <a:r>
              <a:rPr lang="zh-CN" altLang="en-US" sz="2400">
                <a:solidFill>
                  <a:srgbClr val="CC0066"/>
                </a:solidFill>
                <a:latin typeface="华文中宋" panose="02010600040101010101" pitchFamily="2" charset="-122"/>
              </a:rPr>
              <a:t>设备状态</a:t>
            </a:r>
            <a:r>
              <a:rPr lang="zh-CN" altLang="en-US" sz="2400">
                <a:latin typeface="华文中宋" panose="02010600040101010101" pitchFamily="2" charset="-122"/>
              </a:rPr>
              <a:t>，指设备是处理工作还是空闲。</a:t>
            </a:r>
          </a:p>
          <a:p>
            <a:pPr lvl="1" eaLnBrk="1" hangingPunct="1">
              <a:lnSpc>
                <a:spcPct val="90000"/>
              </a:lnSpc>
            </a:pPr>
            <a:r>
              <a:rPr lang="en-US" altLang="zh-CN" sz="2400">
                <a:latin typeface="华文中宋" panose="02010600040101010101" pitchFamily="2" charset="-122"/>
              </a:rPr>
              <a:t>(5)</a:t>
            </a:r>
            <a:r>
              <a:rPr lang="zh-CN" altLang="en-US" sz="2400">
                <a:solidFill>
                  <a:srgbClr val="CC0066"/>
                </a:solidFill>
                <a:latin typeface="华文中宋" panose="02010600040101010101" pitchFamily="2" charset="-122"/>
              </a:rPr>
              <a:t>等待队列指针</a:t>
            </a:r>
            <a:r>
              <a:rPr lang="zh-CN" altLang="en-US" sz="2400">
                <a:latin typeface="华文中宋" panose="02010600040101010101" pitchFamily="2" charset="-122"/>
              </a:rPr>
              <a:t>：等待使用设备的进程队列的队首和队尾指针。</a:t>
            </a:r>
          </a:p>
          <a:p>
            <a:pPr lvl="1" eaLnBrk="1" hangingPunct="1">
              <a:lnSpc>
                <a:spcPct val="90000"/>
              </a:lnSpc>
            </a:pPr>
            <a:r>
              <a:rPr lang="en-US" altLang="zh-CN" sz="2400">
                <a:latin typeface="华文中宋" panose="02010600040101010101" pitchFamily="2" charset="-122"/>
              </a:rPr>
              <a:t>(</a:t>
            </a:r>
            <a:r>
              <a:rPr lang="en-US" altLang="zh-CN" sz="2400">
                <a:solidFill>
                  <a:schemeClr val="hlink"/>
                </a:solidFill>
                <a:latin typeface="华文中宋" panose="02010600040101010101" pitchFamily="2" charset="-122"/>
              </a:rPr>
              <a:t>6)</a:t>
            </a:r>
            <a:r>
              <a:rPr lang="en-US" altLang="zh-CN" sz="2400">
                <a:solidFill>
                  <a:srgbClr val="CC0066"/>
                </a:solidFill>
                <a:latin typeface="华文中宋" panose="02010600040101010101" pitchFamily="2" charset="-122"/>
              </a:rPr>
              <a:t>I/O</a:t>
            </a:r>
            <a:r>
              <a:rPr lang="zh-CN" altLang="en-US" sz="2400">
                <a:solidFill>
                  <a:srgbClr val="CC0066"/>
                </a:solidFill>
                <a:latin typeface="华文中宋" panose="02010600040101010101" pitchFamily="2" charset="-122"/>
              </a:rPr>
              <a:t>控制器指针</a:t>
            </a:r>
            <a:r>
              <a:rPr lang="zh-CN" altLang="en-US" sz="2400">
                <a:latin typeface="华文中宋" panose="02010600040101010101" pitchFamily="2" charset="-122"/>
              </a:rPr>
              <a:t>，该指针指向该设备相连接的</a:t>
            </a:r>
            <a:r>
              <a:rPr lang="en-US" altLang="zh-CN" sz="2400">
                <a:latin typeface="华文中宋" panose="02010600040101010101" pitchFamily="2" charset="-122"/>
              </a:rPr>
              <a:t>I/O</a:t>
            </a:r>
            <a:r>
              <a:rPr lang="zh-CN" altLang="en-US" sz="2400">
                <a:latin typeface="华文中宋" panose="02010600040101010101" pitchFamily="2" charset="-122"/>
              </a:rPr>
              <a:t>控制器。</a:t>
            </a:r>
          </a:p>
        </p:txBody>
      </p:sp>
    </p:spTree>
  </p:cSld>
  <p:clrMapOvr>
    <a:masterClrMapping/>
  </p:clrMapOvr>
  <p:transition spd="med">
    <p:random/>
    <p:sndAc>
      <p:stSnd>
        <p:snd r:embed="rId2" name="camera.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A3CF9CF-8A7A-43E7-AC7F-F6E011A31E9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3BFBF31-0CB8-9749-ACE8-0C2ABA263DB3}" type="slidenum">
              <a:rPr lang="en-US" altLang="zh-CN">
                <a:latin typeface="Arial" panose="020B0604020202020204" pitchFamily="34" charset="0"/>
              </a:rPr>
              <a:pPr/>
              <a:t>76</a:t>
            </a:fld>
            <a:endParaRPr lang="en-US" altLang="zh-CN">
              <a:latin typeface="Arial" panose="020B0604020202020204" pitchFamily="34" charset="0"/>
            </a:endParaRPr>
          </a:p>
        </p:txBody>
      </p:sp>
      <p:sp>
        <p:nvSpPr>
          <p:cNvPr id="645122" name="Rectangle 2">
            <a:extLst>
              <a:ext uri="{FF2B5EF4-FFF2-40B4-BE49-F238E27FC236}">
                <a16:creationId xmlns:a16="http://schemas.microsoft.com/office/drawing/2014/main" id="{3D559DAF-5F2D-F927-0EA7-C40E19842065}"/>
              </a:ext>
            </a:extLst>
          </p:cNvPr>
          <p:cNvSpPr>
            <a:spLocks noGrp="1" noRot="1" noChangeArrowheads="1"/>
          </p:cNvSpPr>
          <p:nvPr>
            <p:ph type="title"/>
          </p:nvPr>
        </p:nvSpPr>
        <p:spPr/>
        <p:txBody>
          <a:bodyPr/>
          <a:lstStyle/>
          <a:p>
            <a:pPr eaLnBrk="1" hangingPunct="1"/>
            <a:r>
              <a:rPr lang="en-US" altLang="zh-CN"/>
              <a:t>2. </a:t>
            </a:r>
            <a:r>
              <a:rPr lang="zh-CN" altLang="en-US"/>
              <a:t>系统设备表</a:t>
            </a:r>
            <a:r>
              <a:rPr lang="en-US" altLang="zh-CN"/>
              <a:t>SDT</a:t>
            </a:r>
          </a:p>
        </p:txBody>
      </p:sp>
      <p:sp>
        <p:nvSpPr>
          <p:cNvPr id="645123" name="Rectangle 3">
            <a:extLst>
              <a:ext uri="{FF2B5EF4-FFF2-40B4-BE49-F238E27FC236}">
                <a16:creationId xmlns:a16="http://schemas.microsoft.com/office/drawing/2014/main" id="{5E83B327-D4BC-C2F3-8473-F9A5D4DC53E0}"/>
              </a:ext>
            </a:extLst>
          </p:cNvPr>
          <p:cNvSpPr>
            <a:spLocks noGrp="1" noRot="1" noChangeArrowheads="1"/>
          </p:cNvSpPr>
          <p:nvPr>
            <p:ph type="body" idx="1"/>
          </p:nvPr>
        </p:nvSpPr>
        <p:spPr>
          <a:xfrm>
            <a:off x="457200" y="1905000"/>
            <a:ext cx="8229600" cy="4476750"/>
          </a:xfrm>
        </p:spPr>
        <p:txBody>
          <a:bodyPr/>
          <a:lstStyle/>
          <a:p>
            <a:pPr eaLnBrk="1" hangingPunct="1">
              <a:lnSpc>
                <a:spcPct val="90000"/>
              </a:lnSpc>
            </a:pPr>
            <a:r>
              <a:rPr lang="zh-CN" altLang="en-US"/>
              <a:t>系统设备表</a:t>
            </a:r>
            <a:r>
              <a:rPr lang="en-US" altLang="zh-CN"/>
              <a:t>SDT</a:t>
            </a:r>
            <a:r>
              <a:rPr lang="zh-CN" altLang="en-US"/>
              <a:t>整个系统一张，它记录已被连接到系统中的所有物理设备的情况，并为每个物理设备设一表项。</a:t>
            </a:r>
          </a:p>
          <a:p>
            <a:pPr eaLnBrk="1" hangingPunct="1">
              <a:lnSpc>
                <a:spcPct val="90000"/>
              </a:lnSpc>
            </a:pPr>
            <a:r>
              <a:rPr lang="en-US" altLang="zh-CN"/>
              <a:t>SDT</a:t>
            </a:r>
            <a:r>
              <a:rPr lang="zh-CN" altLang="en-US"/>
              <a:t>包括：</a:t>
            </a:r>
          </a:p>
          <a:p>
            <a:pPr lvl="1" eaLnBrk="1" hangingPunct="1">
              <a:lnSpc>
                <a:spcPct val="90000"/>
              </a:lnSpc>
            </a:pPr>
            <a:r>
              <a:rPr lang="en-US" altLang="zh-CN">
                <a:solidFill>
                  <a:srgbClr val="CC0066"/>
                </a:solidFill>
                <a:latin typeface="华文中宋" panose="02010600040101010101" pitchFamily="2" charset="-122"/>
              </a:rPr>
              <a:t>(1)DCT</a:t>
            </a:r>
            <a:r>
              <a:rPr lang="zh-CN" altLang="en-US">
                <a:solidFill>
                  <a:srgbClr val="CC0066"/>
                </a:solidFill>
                <a:latin typeface="华文中宋" panose="02010600040101010101" pitchFamily="2" charset="-122"/>
              </a:rPr>
              <a:t>指针，该指针指向有关设备的设备控制表；</a:t>
            </a:r>
          </a:p>
          <a:p>
            <a:pPr lvl="1" eaLnBrk="1" hangingPunct="1">
              <a:lnSpc>
                <a:spcPct val="90000"/>
              </a:lnSpc>
            </a:pPr>
            <a:r>
              <a:rPr lang="en-US" altLang="zh-CN">
                <a:latin typeface="华文中宋" panose="02010600040101010101" pitchFamily="2" charset="-122"/>
              </a:rPr>
              <a:t>(2)</a:t>
            </a:r>
            <a:r>
              <a:rPr lang="zh-CN" altLang="en-US">
                <a:latin typeface="华文中宋" panose="02010600040101010101" pitchFamily="2" charset="-122"/>
              </a:rPr>
              <a:t>正在使用设备的进程标识；</a:t>
            </a:r>
          </a:p>
          <a:p>
            <a:pPr lvl="1" eaLnBrk="1" hangingPunct="1">
              <a:lnSpc>
                <a:spcPct val="90000"/>
              </a:lnSpc>
            </a:pPr>
            <a:r>
              <a:rPr lang="en-US" altLang="zh-CN">
                <a:solidFill>
                  <a:srgbClr val="CC0066"/>
                </a:solidFill>
                <a:latin typeface="华文中宋" panose="02010600040101010101" pitchFamily="2" charset="-122"/>
              </a:rPr>
              <a:t>(3)</a:t>
            </a:r>
            <a:r>
              <a:rPr lang="zh-CN" altLang="en-US">
                <a:solidFill>
                  <a:srgbClr val="CC0066"/>
                </a:solidFill>
                <a:latin typeface="华文中宋" panose="02010600040101010101" pitchFamily="2" charset="-122"/>
              </a:rPr>
              <a:t>设备类型和设备标识符，该项的意义与</a:t>
            </a:r>
            <a:r>
              <a:rPr lang="en-US" altLang="zh-CN">
                <a:solidFill>
                  <a:srgbClr val="CC0066"/>
                </a:solidFill>
                <a:latin typeface="华文中宋" panose="02010600040101010101" pitchFamily="2" charset="-122"/>
              </a:rPr>
              <a:t>DCT</a:t>
            </a:r>
            <a:r>
              <a:rPr lang="zh-CN" altLang="en-US">
                <a:solidFill>
                  <a:srgbClr val="CC0066"/>
                </a:solidFill>
                <a:latin typeface="华文中宋" panose="02010600040101010101" pitchFamily="2" charset="-122"/>
              </a:rPr>
              <a:t>中的相同。</a:t>
            </a:r>
          </a:p>
        </p:txBody>
      </p:sp>
    </p:spTree>
  </p:cSld>
  <p:clrMapOvr>
    <a:masterClrMapping/>
  </p:clrMapOvr>
  <p:transition spd="med">
    <p:random/>
    <p:sndAc>
      <p:stSnd>
        <p:snd r:embed="rId2" name="camera.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6171B2E-47BD-47DF-0BCD-D3678BA8C82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26ACF19-659C-8941-9AE9-FE0BEE22E46F}" type="slidenum">
              <a:rPr lang="en-US" altLang="zh-CN">
                <a:latin typeface="Arial" panose="020B0604020202020204" pitchFamily="34" charset="0"/>
              </a:rPr>
              <a:pPr/>
              <a:t>77</a:t>
            </a:fld>
            <a:endParaRPr lang="en-US" altLang="zh-CN">
              <a:latin typeface="Arial" panose="020B0604020202020204" pitchFamily="34" charset="0"/>
            </a:endParaRPr>
          </a:p>
        </p:txBody>
      </p:sp>
      <p:sp>
        <p:nvSpPr>
          <p:cNvPr id="646146" name="Rectangle 2">
            <a:extLst>
              <a:ext uri="{FF2B5EF4-FFF2-40B4-BE49-F238E27FC236}">
                <a16:creationId xmlns:a16="http://schemas.microsoft.com/office/drawing/2014/main" id="{4E27046D-FF01-F3B9-331B-32FAE35A6140}"/>
              </a:ext>
            </a:extLst>
          </p:cNvPr>
          <p:cNvSpPr>
            <a:spLocks noGrp="1" noRot="1" noChangeArrowheads="1"/>
          </p:cNvSpPr>
          <p:nvPr>
            <p:ph type="title"/>
          </p:nvPr>
        </p:nvSpPr>
        <p:spPr/>
        <p:txBody>
          <a:bodyPr/>
          <a:lstStyle/>
          <a:p>
            <a:pPr eaLnBrk="1" hangingPunct="1">
              <a:defRPr/>
            </a:pPr>
            <a:r>
              <a:rPr lang="en-US" altLang="zh-CN"/>
              <a:t>3. </a:t>
            </a:r>
            <a:r>
              <a:rPr lang="zh-CN" altLang="en-US"/>
              <a:t>控制器表</a:t>
            </a:r>
            <a:r>
              <a:rPr lang="en-US" altLang="zh-CN"/>
              <a:t>COCT</a:t>
            </a:r>
          </a:p>
        </p:txBody>
      </p:sp>
      <p:sp>
        <p:nvSpPr>
          <p:cNvPr id="646147" name="Rectangle 3">
            <a:extLst>
              <a:ext uri="{FF2B5EF4-FFF2-40B4-BE49-F238E27FC236}">
                <a16:creationId xmlns:a16="http://schemas.microsoft.com/office/drawing/2014/main" id="{A1F9A334-2BDA-35F8-D404-6A66AB8A506E}"/>
              </a:ext>
            </a:extLst>
          </p:cNvPr>
          <p:cNvSpPr>
            <a:spLocks noGrp="1" noRot="1" noChangeArrowheads="1"/>
          </p:cNvSpPr>
          <p:nvPr>
            <p:ph type="body" idx="1"/>
          </p:nvPr>
        </p:nvSpPr>
        <p:spPr/>
        <p:txBody>
          <a:bodyPr/>
          <a:lstStyle/>
          <a:p>
            <a:pPr eaLnBrk="1" hangingPunct="1"/>
            <a:r>
              <a:rPr lang="en-US" altLang="zh-CN"/>
              <a:t>COCT</a:t>
            </a:r>
            <a:r>
              <a:rPr lang="zh-CN" altLang="en-US"/>
              <a:t>也是每个控制器一张，它反映</a:t>
            </a:r>
            <a:r>
              <a:rPr lang="en-US" altLang="zh-CN"/>
              <a:t>I/O</a:t>
            </a:r>
            <a:r>
              <a:rPr lang="zh-CN" altLang="en-US"/>
              <a:t>控制器的使用状态以及和通道的连接情况等。</a:t>
            </a:r>
          </a:p>
          <a:p>
            <a:pPr eaLnBrk="1" hangingPunct="1"/>
            <a:r>
              <a:rPr lang="zh-CN" altLang="en-US"/>
              <a:t>在</a:t>
            </a:r>
            <a:r>
              <a:rPr lang="en-US" altLang="zh-CN"/>
              <a:t>DMA</a:t>
            </a:r>
            <a:r>
              <a:rPr lang="zh-CN" altLang="en-US"/>
              <a:t>方式下，没有控制器表。</a:t>
            </a:r>
          </a:p>
        </p:txBody>
      </p:sp>
    </p:spTree>
  </p:cSld>
  <p:clrMapOvr>
    <a:masterClrMapping/>
  </p:clrMapOvr>
  <p:transition spd="med">
    <p:random/>
    <p:sndAc>
      <p:stSnd>
        <p:snd r:embed="rId2" name="camera.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36D194A-E0D3-4B8F-3D23-BCE81E1054B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4288BFC-F8D6-A54B-9AA8-7966814253A6}" type="slidenum">
              <a:rPr lang="en-US" altLang="zh-CN">
                <a:latin typeface="Arial" panose="020B0604020202020204" pitchFamily="34" charset="0"/>
              </a:rPr>
              <a:pPr/>
              <a:t>78</a:t>
            </a:fld>
            <a:endParaRPr lang="en-US" altLang="zh-CN">
              <a:latin typeface="Arial" panose="020B0604020202020204" pitchFamily="34" charset="0"/>
            </a:endParaRPr>
          </a:p>
        </p:txBody>
      </p:sp>
      <p:sp>
        <p:nvSpPr>
          <p:cNvPr id="647170" name="Rectangle 2">
            <a:extLst>
              <a:ext uri="{FF2B5EF4-FFF2-40B4-BE49-F238E27FC236}">
                <a16:creationId xmlns:a16="http://schemas.microsoft.com/office/drawing/2014/main" id="{101F893A-8C70-3B34-B061-19AC4F087A59}"/>
              </a:ext>
            </a:extLst>
          </p:cNvPr>
          <p:cNvSpPr>
            <a:spLocks noGrp="1" noRot="1" noChangeArrowheads="1"/>
          </p:cNvSpPr>
          <p:nvPr>
            <p:ph type="title"/>
          </p:nvPr>
        </p:nvSpPr>
        <p:spPr/>
        <p:txBody>
          <a:bodyPr/>
          <a:lstStyle/>
          <a:p>
            <a:pPr eaLnBrk="1" hangingPunct="1">
              <a:defRPr/>
            </a:pPr>
            <a:r>
              <a:rPr lang="en-US" altLang="zh-CN"/>
              <a:t>4. </a:t>
            </a:r>
            <a:r>
              <a:rPr lang="zh-CN" altLang="en-US"/>
              <a:t>通道控制表</a:t>
            </a:r>
            <a:r>
              <a:rPr lang="en-US" altLang="zh-CN"/>
              <a:t>CHCT</a:t>
            </a:r>
          </a:p>
        </p:txBody>
      </p:sp>
      <p:sp>
        <p:nvSpPr>
          <p:cNvPr id="647171" name="Rectangle 3">
            <a:extLst>
              <a:ext uri="{FF2B5EF4-FFF2-40B4-BE49-F238E27FC236}">
                <a16:creationId xmlns:a16="http://schemas.microsoft.com/office/drawing/2014/main" id="{F6698DB0-F3F9-903D-ABD6-663CEDCAA842}"/>
              </a:ext>
            </a:extLst>
          </p:cNvPr>
          <p:cNvSpPr>
            <a:spLocks noGrp="1" noRot="1" noChangeArrowheads="1"/>
          </p:cNvSpPr>
          <p:nvPr>
            <p:ph type="body" idx="1"/>
          </p:nvPr>
        </p:nvSpPr>
        <p:spPr/>
        <p:txBody>
          <a:bodyPr/>
          <a:lstStyle/>
          <a:p>
            <a:pPr eaLnBrk="1" hangingPunct="1"/>
            <a:r>
              <a:rPr lang="zh-CN" altLang="en-US"/>
              <a:t>该表只在通道控制方式的系统中存在，也是每个通道一张。</a:t>
            </a:r>
          </a:p>
          <a:p>
            <a:pPr eaLnBrk="1" hangingPunct="1"/>
            <a:r>
              <a:rPr lang="en-US" altLang="zh-CN"/>
              <a:t>CHCT</a:t>
            </a:r>
            <a:r>
              <a:rPr lang="zh-CN" altLang="en-US"/>
              <a:t>包括：</a:t>
            </a:r>
          </a:p>
          <a:p>
            <a:pPr lvl="1" eaLnBrk="1" hangingPunct="1"/>
            <a:r>
              <a:rPr lang="zh-CN" altLang="en-US">
                <a:solidFill>
                  <a:srgbClr val="CC0066"/>
                </a:solidFill>
                <a:latin typeface="华文中宋" panose="02010600040101010101" pitchFamily="2" charset="-122"/>
              </a:rPr>
              <a:t>通道标识符</a:t>
            </a:r>
          </a:p>
          <a:p>
            <a:pPr lvl="1" eaLnBrk="1" hangingPunct="1"/>
            <a:r>
              <a:rPr lang="zh-CN" altLang="en-US">
                <a:latin typeface="华文中宋" panose="02010600040101010101" pitchFamily="2" charset="-122"/>
              </a:rPr>
              <a:t>通道忙</a:t>
            </a:r>
            <a:r>
              <a:rPr lang="en-US" altLang="zh-CN">
                <a:latin typeface="华文中宋" panose="02010600040101010101" pitchFamily="2" charset="-122"/>
              </a:rPr>
              <a:t>/</a:t>
            </a:r>
            <a:r>
              <a:rPr lang="zh-CN" altLang="en-US">
                <a:latin typeface="华文中宋" panose="02010600040101010101" pitchFamily="2" charset="-122"/>
              </a:rPr>
              <a:t>空闲标识</a:t>
            </a:r>
          </a:p>
          <a:p>
            <a:pPr lvl="1" eaLnBrk="1" hangingPunct="1"/>
            <a:r>
              <a:rPr lang="zh-CN" altLang="en-US">
                <a:solidFill>
                  <a:srgbClr val="CC0066"/>
                </a:solidFill>
                <a:latin typeface="华文中宋" panose="02010600040101010101" pitchFamily="2" charset="-122"/>
              </a:rPr>
              <a:t>等待通道的进程队列指针</a:t>
            </a:r>
          </a:p>
        </p:txBody>
      </p:sp>
    </p:spTree>
  </p:cSld>
  <p:clrMapOvr>
    <a:masterClrMapping/>
  </p:clrMapOvr>
  <p:transition spd="med">
    <p:random/>
    <p:sndAc>
      <p:stSnd>
        <p:snd r:embed="rId2" name="camera.wav"/>
      </p:stSnd>
    </p:sndAc>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a:extLst>
              <a:ext uri="{FF2B5EF4-FFF2-40B4-BE49-F238E27FC236}">
                <a16:creationId xmlns:a16="http://schemas.microsoft.com/office/drawing/2014/main" id="{F7279832-7BED-DE14-FFEC-41C4F3B8E8CB}"/>
              </a:ext>
            </a:extLst>
          </p:cNvPr>
          <p:cNvSpPr>
            <a:spLocks noGrp="1" noRot="1" noChangeArrowheads="1"/>
          </p:cNvSpPr>
          <p:nvPr>
            <p:ph type="title"/>
          </p:nvPr>
        </p:nvSpPr>
        <p:spPr>
          <a:xfrm>
            <a:off x="1403350" y="260350"/>
            <a:ext cx="2879725" cy="665163"/>
          </a:xfrm>
        </p:spPr>
        <p:txBody>
          <a:bodyPr/>
          <a:lstStyle/>
          <a:p>
            <a:pPr eaLnBrk="1" hangingPunct="1"/>
            <a:r>
              <a:rPr lang="zh-CN" altLang="en-US" sz="4000"/>
              <a:t>数据结构表</a:t>
            </a:r>
          </a:p>
        </p:txBody>
      </p:sp>
      <p:graphicFrame>
        <p:nvGraphicFramePr>
          <p:cNvPr id="648195" name="Group 3">
            <a:extLst>
              <a:ext uri="{FF2B5EF4-FFF2-40B4-BE49-F238E27FC236}">
                <a16:creationId xmlns:a16="http://schemas.microsoft.com/office/drawing/2014/main" id="{C65EA541-701F-94AC-174D-B6A1D6A03F9D}"/>
              </a:ext>
            </a:extLst>
          </p:cNvPr>
          <p:cNvGraphicFramePr>
            <a:graphicFrameLocks noGrp="1"/>
          </p:cNvGraphicFramePr>
          <p:nvPr>
            <p:ph idx="1"/>
          </p:nvPr>
        </p:nvGraphicFramePr>
        <p:xfrm>
          <a:off x="5580063" y="692150"/>
          <a:ext cx="3095625" cy="3240090"/>
        </p:xfrm>
        <a:graphic>
          <a:graphicData uri="http://schemas.openxmlformats.org/drawingml/2006/table">
            <a:tbl>
              <a:tblPr/>
              <a:tblGrid>
                <a:gridCol w="3095625">
                  <a:extLst>
                    <a:ext uri="{9D8B030D-6E8A-4147-A177-3AD203B41FA5}">
                      <a16:colId xmlns:a16="http://schemas.microsoft.com/office/drawing/2014/main" val="2810217244"/>
                    </a:ext>
                  </a:extLst>
                </a:gridCol>
              </a:tblGrid>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设备类型</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2736994577"/>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设备标识</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1768234110"/>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设备忙</a:t>
                      </a: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闲标记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3136389305"/>
                  </a:ext>
                </a:extLst>
              </a:tr>
              <a:tr h="4651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COCT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指针</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4110726824"/>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控制器等待队列首</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3978496754"/>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控制器等待队列尾</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85188582"/>
                  </a:ext>
                </a:extLst>
              </a:tr>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C97"/>
                    </a:solidFill>
                  </a:tcPr>
                </a:tc>
                <a:extLst>
                  <a:ext uri="{0D108BD9-81ED-4DB2-BD59-A6C34878D82A}">
                    <a16:rowId xmlns:a16="http://schemas.microsoft.com/office/drawing/2014/main" val="4105368829"/>
                  </a:ext>
                </a:extLst>
              </a:tr>
            </a:tbl>
          </a:graphicData>
        </a:graphic>
      </p:graphicFrame>
      <p:sp>
        <p:nvSpPr>
          <p:cNvPr id="87061" name="Line 21">
            <a:extLst>
              <a:ext uri="{FF2B5EF4-FFF2-40B4-BE49-F238E27FC236}">
                <a16:creationId xmlns:a16="http://schemas.microsoft.com/office/drawing/2014/main" id="{B8A0145D-E5D7-D588-4C4D-3770A34D386B}"/>
              </a:ext>
            </a:extLst>
          </p:cNvPr>
          <p:cNvSpPr>
            <a:spLocks noChangeShapeType="1"/>
          </p:cNvSpPr>
          <p:nvPr/>
        </p:nvSpPr>
        <p:spPr bwMode="auto">
          <a:xfrm>
            <a:off x="7019925" y="3571875"/>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8214" name="Group 22">
            <a:extLst>
              <a:ext uri="{FF2B5EF4-FFF2-40B4-BE49-F238E27FC236}">
                <a16:creationId xmlns:a16="http://schemas.microsoft.com/office/drawing/2014/main" id="{927F67F2-70C7-DEBA-6180-23F88A30C100}"/>
              </a:ext>
            </a:extLst>
          </p:cNvPr>
          <p:cNvGraphicFramePr>
            <a:graphicFrameLocks noGrp="1"/>
          </p:cNvGraphicFramePr>
          <p:nvPr/>
        </p:nvGraphicFramePr>
        <p:xfrm>
          <a:off x="5580063" y="4149725"/>
          <a:ext cx="3095625" cy="2316164"/>
        </p:xfrm>
        <a:graphic>
          <a:graphicData uri="http://schemas.openxmlformats.org/drawingml/2006/table">
            <a:tbl>
              <a:tblPr/>
              <a:tblGrid>
                <a:gridCol w="3095625">
                  <a:extLst>
                    <a:ext uri="{9D8B030D-6E8A-4147-A177-3AD203B41FA5}">
                      <a16:colId xmlns:a16="http://schemas.microsoft.com/office/drawing/2014/main" val="3787282391"/>
                    </a:ext>
                  </a:extLst>
                </a:gridCol>
              </a:tblGrid>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通道标识</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D9B7"/>
                    </a:solidFill>
                  </a:tcPr>
                </a:tc>
                <a:extLst>
                  <a:ext uri="{0D108BD9-81ED-4DB2-BD59-A6C34878D82A}">
                    <a16:rowId xmlns:a16="http://schemas.microsoft.com/office/drawing/2014/main" val="3256287541"/>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通道忙</a:t>
                      </a: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闲标记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D9B7"/>
                    </a:solidFill>
                  </a:tcPr>
                </a:tc>
                <a:extLst>
                  <a:ext uri="{0D108BD9-81ED-4DB2-BD59-A6C34878D82A}">
                    <a16:rowId xmlns:a16="http://schemas.microsoft.com/office/drawing/2014/main" val="2633097693"/>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通道等待队列首</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D9B7"/>
                    </a:solidFill>
                  </a:tcPr>
                </a:tc>
                <a:extLst>
                  <a:ext uri="{0D108BD9-81ED-4DB2-BD59-A6C34878D82A}">
                    <a16:rowId xmlns:a16="http://schemas.microsoft.com/office/drawing/2014/main" val="2630999188"/>
                  </a:ext>
                </a:extLst>
              </a:tr>
              <a:tr h="4651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控制器等待队列尾</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D9B7"/>
                    </a:solidFill>
                  </a:tcPr>
                </a:tc>
                <a:extLst>
                  <a:ext uri="{0D108BD9-81ED-4DB2-BD59-A6C34878D82A}">
                    <a16:rowId xmlns:a16="http://schemas.microsoft.com/office/drawing/2014/main" val="1549454272"/>
                  </a:ext>
                </a:extLst>
              </a:tr>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BD9B7"/>
                    </a:solidFill>
                  </a:tcPr>
                </a:tc>
                <a:extLst>
                  <a:ext uri="{0D108BD9-81ED-4DB2-BD59-A6C34878D82A}">
                    <a16:rowId xmlns:a16="http://schemas.microsoft.com/office/drawing/2014/main" val="1296184643"/>
                  </a:ext>
                </a:extLst>
              </a:tr>
            </a:tbl>
          </a:graphicData>
        </a:graphic>
      </p:graphicFrame>
      <p:sp>
        <p:nvSpPr>
          <p:cNvPr id="87076" name="Line 36">
            <a:extLst>
              <a:ext uri="{FF2B5EF4-FFF2-40B4-BE49-F238E27FC236}">
                <a16:creationId xmlns:a16="http://schemas.microsoft.com/office/drawing/2014/main" id="{7B1524F8-9670-061B-0ACF-1665FC961D51}"/>
              </a:ext>
            </a:extLst>
          </p:cNvPr>
          <p:cNvSpPr>
            <a:spLocks noChangeShapeType="1"/>
          </p:cNvSpPr>
          <p:nvPr/>
        </p:nvSpPr>
        <p:spPr bwMode="auto">
          <a:xfrm>
            <a:off x="7019925" y="6092825"/>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8229" name="Group 37">
            <a:extLst>
              <a:ext uri="{FF2B5EF4-FFF2-40B4-BE49-F238E27FC236}">
                <a16:creationId xmlns:a16="http://schemas.microsoft.com/office/drawing/2014/main" id="{D3ED263F-AA03-FA95-55C2-944753805B96}"/>
              </a:ext>
            </a:extLst>
          </p:cNvPr>
          <p:cNvGraphicFramePr>
            <a:graphicFrameLocks noGrp="1"/>
          </p:cNvGraphicFramePr>
          <p:nvPr/>
        </p:nvGraphicFramePr>
        <p:xfrm>
          <a:off x="1187450" y="3821113"/>
          <a:ext cx="3095625" cy="2776540"/>
        </p:xfrm>
        <a:graphic>
          <a:graphicData uri="http://schemas.openxmlformats.org/drawingml/2006/table">
            <a:tbl>
              <a:tblPr/>
              <a:tblGrid>
                <a:gridCol w="3095625">
                  <a:extLst>
                    <a:ext uri="{9D8B030D-6E8A-4147-A177-3AD203B41FA5}">
                      <a16:colId xmlns:a16="http://schemas.microsoft.com/office/drawing/2014/main" val="3511189093"/>
                    </a:ext>
                  </a:extLst>
                </a:gridCol>
              </a:tblGrid>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控制器标识</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1510691303"/>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控制器忙</a:t>
                      </a: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闲标记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1462276250"/>
                  </a:ext>
                </a:extLst>
              </a:tr>
              <a:tr h="4651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CHCT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指针</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4290461539"/>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控制器等待队列首</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3531458984"/>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控制器等待队列尾</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190498639"/>
                  </a:ext>
                </a:extLst>
              </a:tr>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9FFB3"/>
                    </a:solidFill>
                  </a:tcPr>
                </a:tc>
                <a:extLst>
                  <a:ext uri="{0D108BD9-81ED-4DB2-BD59-A6C34878D82A}">
                    <a16:rowId xmlns:a16="http://schemas.microsoft.com/office/drawing/2014/main" val="806593666"/>
                  </a:ext>
                </a:extLst>
              </a:tr>
            </a:tbl>
          </a:graphicData>
        </a:graphic>
      </p:graphicFrame>
      <p:sp>
        <p:nvSpPr>
          <p:cNvPr id="87093" name="Line 53">
            <a:extLst>
              <a:ext uri="{FF2B5EF4-FFF2-40B4-BE49-F238E27FC236}">
                <a16:creationId xmlns:a16="http://schemas.microsoft.com/office/drawing/2014/main" id="{BC082084-15E3-80DE-0CF6-07EACB183C87}"/>
              </a:ext>
            </a:extLst>
          </p:cNvPr>
          <p:cNvSpPr>
            <a:spLocks noChangeShapeType="1"/>
          </p:cNvSpPr>
          <p:nvPr/>
        </p:nvSpPr>
        <p:spPr bwMode="auto">
          <a:xfrm>
            <a:off x="2555875" y="6269038"/>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8246" name="Group 54">
            <a:extLst>
              <a:ext uri="{FF2B5EF4-FFF2-40B4-BE49-F238E27FC236}">
                <a16:creationId xmlns:a16="http://schemas.microsoft.com/office/drawing/2014/main" id="{06A230B2-1FC4-C9E2-50BC-8248D63C895C}"/>
              </a:ext>
            </a:extLst>
          </p:cNvPr>
          <p:cNvGraphicFramePr>
            <a:graphicFrameLocks noGrp="1"/>
          </p:cNvGraphicFramePr>
          <p:nvPr/>
        </p:nvGraphicFramePr>
        <p:xfrm>
          <a:off x="2268538" y="1257300"/>
          <a:ext cx="3095625" cy="2316164"/>
        </p:xfrm>
        <a:graphic>
          <a:graphicData uri="http://schemas.openxmlformats.org/drawingml/2006/table">
            <a:tbl>
              <a:tblPr/>
              <a:tblGrid>
                <a:gridCol w="3095625">
                  <a:extLst>
                    <a:ext uri="{9D8B030D-6E8A-4147-A177-3AD203B41FA5}">
                      <a16:colId xmlns:a16="http://schemas.microsoft.com/office/drawing/2014/main" val="3523317674"/>
                    </a:ext>
                  </a:extLst>
                </a:gridCol>
              </a:tblGrid>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设备类型</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886237218"/>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设备标识</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47252126"/>
                  </a:ext>
                </a:extLst>
              </a:tr>
              <a:tr h="461963">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获得设备的进程</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900800101"/>
                  </a:ext>
                </a:extLst>
              </a:tr>
              <a:tr h="465138">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DCT</a:t>
                      </a: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指针</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830822953"/>
                  </a:ext>
                </a:extLst>
              </a:tr>
              <a:tr h="463550">
                <a:tc>
                  <a:txBody>
                    <a:bodyPr/>
                    <a:lstStyle>
                      <a:lvl1pPr>
                        <a:spcBef>
                          <a:spcPct val="20000"/>
                        </a:spcBef>
                        <a:buClr>
                          <a:schemeClr val="hlink"/>
                        </a:buClr>
                        <a:buFont typeface="Wingdings" pitchFamily="2" charset="2"/>
                        <a:defRPr sz="28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defRPr sz="24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defRPr sz="20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defRPr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defRPr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770079324"/>
                  </a:ext>
                </a:extLst>
              </a:tr>
            </a:tbl>
          </a:graphicData>
        </a:graphic>
      </p:graphicFrame>
      <p:sp>
        <p:nvSpPr>
          <p:cNvPr id="87108" name="Line 68">
            <a:extLst>
              <a:ext uri="{FF2B5EF4-FFF2-40B4-BE49-F238E27FC236}">
                <a16:creationId xmlns:a16="http://schemas.microsoft.com/office/drawing/2014/main" id="{9261BD46-E58F-F497-D1B2-DFD85E19D3D9}"/>
              </a:ext>
            </a:extLst>
          </p:cNvPr>
          <p:cNvSpPr>
            <a:spLocks noChangeShapeType="1"/>
          </p:cNvSpPr>
          <p:nvPr/>
        </p:nvSpPr>
        <p:spPr bwMode="auto">
          <a:xfrm>
            <a:off x="3708400" y="3201988"/>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8261" name="Group 69">
            <a:extLst>
              <a:ext uri="{FF2B5EF4-FFF2-40B4-BE49-F238E27FC236}">
                <a16:creationId xmlns:a16="http://schemas.microsoft.com/office/drawing/2014/main" id="{6F14E57E-5F15-D0AC-8662-02FF04537C4B}"/>
              </a:ext>
            </a:extLst>
          </p:cNvPr>
          <p:cNvGraphicFramePr>
            <a:graphicFrameLocks noGrp="1"/>
          </p:cNvGraphicFramePr>
          <p:nvPr/>
        </p:nvGraphicFramePr>
        <p:xfrm>
          <a:off x="179388" y="1503363"/>
          <a:ext cx="1441450" cy="1854201"/>
        </p:xfrm>
        <a:graphic>
          <a:graphicData uri="http://schemas.openxmlformats.org/drawingml/2006/table">
            <a:tbl>
              <a:tblPr/>
              <a:tblGrid>
                <a:gridCol w="1441450">
                  <a:extLst>
                    <a:ext uri="{9D8B030D-6E8A-4147-A177-3AD203B41FA5}">
                      <a16:colId xmlns:a16="http://schemas.microsoft.com/office/drawing/2014/main" val="20000"/>
                    </a:ext>
                  </a:extLst>
                </a:gridCol>
              </a:tblGrid>
              <a:tr h="463550">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表目</a:t>
                      </a: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61963">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465138">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rPr>
                        <a:t>表目</a:t>
                      </a:r>
                      <a:r>
                        <a:rPr kumimoji="0" lang="en-US" altLang="zh-CN" sz="2400" b="1" i="0" u="none" strike="noStrike" cap="none" normalizeH="0" baseline="0">
                          <a:ln>
                            <a:noFill/>
                          </a:ln>
                          <a:solidFill>
                            <a:schemeClr val="tx1"/>
                          </a:solidFill>
                          <a:effectLst>
                            <a:outerShdw blurRad="38100" dist="38100" dir="2700000" algn="tl">
                              <a:srgbClr val="FFFFFF"/>
                            </a:outerShdw>
                          </a:effectLst>
                          <a:latin typeface="华文中宋" panose="02010600040101010101" pitchFamily="2" charset="-122"/>
                          <a:ea typeface="华文中宋" panose="02010600040101010101" pitchFamily="2" charset="-122"/>
                        </a:rPr>
                        <a:t>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2"/>
                  </a:ext>
                </a:extLst>
              </a:tr>
              <a:tr h="463550">
                <a:tc>
                  <a:txBody>
                    <a:bodyPr/>
                    <a:lstStyle>
                      <a:lvl1pPr>
                        <a:spcBef>
                          <a:spcPct val="20000"/>
                        </a:spcBef>
                        <a:buClr>
                          <a:schemeClr val="hlink"/>
                        </a:buClr>
                        <a:buFont typeface="Wingdings" panose="05000000000000000000" pitchFamily="2" charset="2"/>
                        <a:defRPr sz="2800" b="1">
                          <a:solidFill>
                            <a:schemeClr val="tx1"/>
                          </a:solidFill>
                          <a:effectLst>
                            <a:outerShdw blurRad="38100" dist="38100" dir="2700000" algn="tl">
                              <a:srgbClr val="FFFFFF"/>
                            </a:outerShdw>
                          </a:effectLst>
                          <a:latin typeface="Arial" panose="020B0604020202020204" pitchFamily="34" charset="0"/>
                          <a:ea typeface="黑体" panose="02010609060101010101" pitchFamily="49" charset="-122"/>
                        </a:defRPr>
                      </a:lvl1pPr>
                      <a:lvl2pPr>
                        <a:spcBef>
                          <a:spcPct val="20000"/>
                        </a:spcBef>
                        <a:buClr>
                          <a:schemeClr val="tx2"/>
                        </a:buClr>
                        <a:buSzPct val="85000"/>
                        <a:buFont typeface="Wingdings" panose="05000000000000000000" pitchFamily="2" charset="2"/>
                        <a:defRPr sz="2400" b="1">
                          <a:solidFill>
                            <a:srgbClr val="0033CC"/>
                          </a:solidFill>
                          <a:latin typeface="Arial" panose="020B0604020202020204" pitchFamily="34" charset="0"/>
                          <a:ea typeface="华文中宋" panose="02010600040101010101" pitchFamily="2" charset="-122"/>
                        </a:defRPr>
                      </a:lvl2pPr>
                      <a:lvl3pPr>
                        <a:spcBef>
                          <a:spcPct val="20000"/>
                        </a:spcBef>
                        <a:buClr>
                          <a:schemeClr val="hlink"/>
                        </a:buClr>
                        <a:buSzPct val="95000"/>
                        <a:buFont typeface="Wingdings 2" panose="05020102010507070707" pitchFamily="18" charset="2"/>
                        <a:defRPr sz="2000" b="1">
                          <a:solidFill>
                            <a:srgbClr val="660033"/>
                          </a:solidFill>
                          <a:effectLst>
                            <a:outerShdw blurRad="38100" dist="38100" dir="2700000" algn="tl">
                              <a:srgbClr val="000000"/>
                            </a:outerShdw>
                          </a:effectLst>
                          <a:latin typeface="Arial" panose="020B0604020202020204" pitchFamily="34" charset="0"/>
                          <a:ea typeface="幼圆" panose="02010509060101010101" pitchFamily="49" charset="-122"/>
                        </a:defRPr>
                      </a:lvl3pPr>
                      <a:lvl4pPr>
                        <a:spcBef>
                          <a:spcPct val="20000"/>
                        </a:spcBef>
                        <a:buClr>
                          <a:schemeClr val="tx2"/>
                        </a:buClr>
                        <a:buSzPct val="90000"/>
                        <a:buFont typeface="Wingdings" panose="05000000000000000000" pitchFamily="2" charset="2"/>
                        <a:defRPr b="1">
                          <a:solidFill>
                            <a:schemeClr val="hlink"/>
                          </a:solidFill>
                          <a:latin typeface="Arial" panose="020B0604020202020204" pitchFamily="34" charset="0"/>
                          <a:ea typeface="华文中宋" panose="02010600040101010101" pitchFamily="2" charset="-122"/>
                        </a:defRPr>
                      </a:lvl4pPr>
                      <a:lvl5pPr>
                        <a:spcBef>
                          <a:spcPct val="20000"/>
                        </a:spcBef>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5pPr>
                      <a:lvl6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6pPr>
                      <a:lvl7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7pPr>
                      <a:lvl8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8pPr>
                      <a:lvl9pPr fontAlgn="base">
                        <a:spcBef>
                          <a:spcPct val="20000"/>
                        </a:spcBef>
                        <a:spcAft>
                          <a:spcPct val="0"/>
                        </a:spcAft>
                        <a:buClr>
                          <a:schemeClr val="hlink"/>
                        </a:buClr>
                        <a:buFont typeface="Wingdings 2" panose="05020102010507070707" pitchFamily="18" charset="2"/>
                        <a:defRPr b="1">
                          <a:solidFill>
                            <a:srgbClr val="FF00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FFFFFF"/>
                          </a:outerShdw>
                        </a:effectLst>
                        <a:latin typeface="Arial" panose="020B0604020202020204" pitchFamily="34"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3"/>
                  </a:ext>
                </a:extLst>
              </a:tr>
            </a:tbl>
          </a:graphicData>
        </a:graphic>
      </p:graphicFrame>
      <p:sp>
        <p:nvSpPr>
          <p:cNvPr id="87121" name="Line 81">
            <a:extLst>
              <a:ext uri="{FF2B5EF4-FFF2-40B4-BE49-F238E27FC236}">
                <a16:creationId xmlns:a16="http://schemas.microsoft.com/office/drawing/2014/main" id="{53E13755-6C06-A786-46DB-51ABE0C7187C}"/>
              </a:ext>
            </a:extLst>
          </p:cNvPr>
          <p:cNvSpPr>
            <a:spLocks noChangeShapeType="1"/>
          </p:cNvSpPr>
          <p:nvPr/>
        </p:nvSpPr>
        <p:spPr bwMode="auto">
          <a:xfrm>
            <a:off x="900113" y="2997200"/>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122" name="Line 82">
            <a:extLst>
              <a:ext uri="{FF2B5EF4-FFF2-40B4-BE49-F238E27FC236}">
                <a16:creationId xmlns:a16="http://schemas.microsoft.com/office/drawing/2014/main" id="{32E6FC9F-8357-A01A-5D7E-69A25ACA702D}"/>
              </a:ext>
            </a:extLst>
          </p:cNvPr>
          <p:cNvSpPr>
            <a:spLocks noChangeShapeType="1"/>
          </p:cNvSpPr>
          <p:nvPr/>
        </p:nvSpPr>
        <p:spPr bwMode="auto">
          <a:xfrm>
            <a:off x="900113" y="2151063"/>
            <a:ext cx="0" cy="215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123" name="Line 83">
            <a:extLst>
              <a:ext uri="{FF2B5EF4-FFF2-40B4-BE49-F238E27FC236}">
                <a16:creationId xmlns:a16="http://schemas.microsoft.com/office/drawing/2014/main" id="{7D2FB733-C23F-482F-8B58-997ACA8280FA}"/>
              </a:ext>
            </a:extLst>
          </p:cNvPr>
          <p:cNvSpPr>
            <a:spLocks noChangeShapeType="1"/>
          </p:cNvSpPr>
          <p:nvPr/>
        </p:nvSpPr>
        <p:spPr bwMode="auto">
          <a:xfrm flipV="1">
            <a:off x="1619250" y="1341438"/>
            <a:ext cx="576263" cy="12239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124" name="Line 84">
            <a:extLst>
              <a:ext uri="{FF2B5EF4-FFF2-40B4-BE49-F238E27FC236}">
                <a16:creationId xmlns:a16="http://schemas.microsoft.com/office/drawing/2014/main" id="{0193B09B-D780-BCCD-F373-14D049E4D46B}"/>
              </a:ext>
            </a:extLst>
          </p:cNvPr>
          <p:cNvSpPr>
            <a:spLocks noChangeShapeType="1"/>
          </p:cNvSpPr>
          <p:nvPr/>
        </p:nvSpPr>
        <p:spPr bwMode="auto">
          <a:xfrm>
            <a:off x="1619250" y="2708275"/>
            <a:ext cx="649288" cy="7921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125" name="Text Box 85">
            <a:extLst>
              <a:ext uri="{FF2B5EF4-FFF2-40B4-BE49-F238E27FC236}">
                <a16:creationId xmlns:a16="http://schemas.microsoft.com/office/drawing/2014/main" id="{712CE9A1-DCF6-9866-EBEB-96C0C8819E62}"/>
              </a:ext>
            </a:extLst>
          </p:cNvPr>
          <p:cNvSpPr txBox="1">
            <a:spLocks noChangeArrowheads="1"/>
          </p:cNvSpPr>
          <p:nvPr/>
        </p:nvSpPr>
        <p:spPr bwMode="auto">
          <a:xfrm>
            <a:off x="250825" y="981075"/>
            <a:ext cx="1296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SDT</a:t>
            </a:r>
          </a:p>
        </p:txBody>
      </p:sp>
      <p:sp>
        <p:nvSpPr>
          <p:cNvPr id="87126" name="Text Box 86">
            <a:extLst>
              <a:ext uri="{FF2B5EF4-FFF2-40B4-BE49-F238E27FC236}">
                <a16:creationId xmlns:a16="http://schemas.microsoft.com/office/drawing/2014/main" id="{662A14FF-773F-FE74-576E-266F201E18E9}"/>
              </a:ext>
            </a:extLst>
          </p:cNvPr>
          <p:cNvSpPr txBox="1">
            <a:spLocks noChangeArrowheads="1"/>
          </p:cNvSpPr>
          <p:nvPr/>
        </p:nvSpPr>
        <p:spPr bwMode="auto">
          <a:xfrm>
            <a:off x="5940425" y="188913"/>
            <a:ext cx="1296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DCT</a:t>
            </a:r>
          </a:p>
        </p:txBody>
      </p:sp>
      <p:sp>
        <p:nvSpPr>
          <p:cNvPr id="87127" name="Text Box 87">
            <a:extLst>
              <a:ext uri="{FF2B5EF4-FFF2-40B4-BE49-F238E27FC236}">
                <a16:creationId xmlns:a16="http://schemas.microsoft.com/office/drawing/2014/main" id="{8E745ECD-CE7C-6C76-E594-E122A3BB7F99}"/>
              </a:ext>
            </a:extLst>
          </p:cNvPr>
          <p:cNvSpPr txBox="1">
            <a:spLocks noChangeArrowheads="1"/>
          </p:cNvSpPr>
          <p:nvPr/>
        </p:nvSpPr>
        <p:spPr bwMode="auto">
          <a:xfrm>
            <a:off x="34925" y="443706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COCT</a:t>
            </a:r>
          </a:p>
        </p:txBody>
      </p:sp>
      <p:sp>
        <p:nvSpPr>
          <p:cNvPr id="87128" name="Text Box 88">
            <a:extLst>
              <a:ext uri="{FF2B5EF4-FFF2-40B4-BE49-F238E27FC236}">
                <a16:creationId xmlns:a16="http://schemas.microsoft.com/office/drawing/2014/main" id="{B2CB79A9-889E-E1B6-F474-C415C766AE85}"/>
              </a:ext>
            </a:extLst>
          </p:cNvPr>
          <p:cNvSpPr txBox="1">
            <a:spLocks noChangeArrowheads="1"/>
          </p:cNvSpPr>
          <p:nvPr/>
        </p:nvSpPr>
        <p:spPr bwMode="auto">
          <a:xfrm>
            <a:off x="4427538" y="443706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en-US" altLang="zh-CN" sz="2800" b="0">
                <a:latin typeface="Tahoma" panose="020B0604030504040204" pitchFamily="34" charset="0"/>
                <a:ea typeface="宋体" panose="02010600030101010101" pitchFamily="2" charset="-122"/>
              </a:rPr>
              <a:t>CHCT</a:t>
            </a:r>
          </a:p>
        </p:txBody>
      </p:sp>
    </p:spTree>
  </p:cSld>
  <p:clrMapOvr>
    <a:masterClrMapping/>
  </p:clrMapOvr>
  <p:transition spd="med">
    <p:random/>
    <p:sndAc>
      <p:stSnd>
        <p:snd r:embed="rId2" name="camera.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9EC6F82-C68B-11B8-3D64-AC9784A4134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474E586-7680-CF41-8DD1-2AE35BFB7009}" type="slidenum">
              <a:rPr lang="en-US" altLang="zh-CN">
                <a:latin typeface="Arial" panose="020B0604020202020204" pitchFamily="34" charset="0"/>
              </a:rPr>
              <a:pPr/>
              <a:t>80</a:t>
            </a:fld>
            <a:endParaRPr lang="en-US" altLang="zh-CN">
              <a:latin typeface="Arial" panose="020B0604020202020204" pitchFamily="34" charset="0"/>
            </a:endParaRPr>
          </a:p>
        </p:txBody>
      </p:sp>
      <p:sp>
        <p:nvSpPr>
          <p:cNvPr id="649218" name="Rectangle 2">
            <a:extLst>
              <a:ext uri="{FF2B5EF4-FFF2-40B4-BE49-F238E27FC236}">
                <a16:creationId xmlns:a16="http://schemas.microsoft.com/office/drawing/2014/main" id="{1DCD1F53-A6A3-917A-6E3A-CA1B1770A910}"/>
              </a:ext>
            </a:extLst>
          </p:cNvPr>
          <p:cNvSpPr>
            <a:spLocks noGrp="1" noRot="1" noChangeArrowheads="1"/>
          </p:cNvSpPr>
          <p:nvPr>
            <p:ph type="title"/>
          </p:nvPr>
        </p:nvSpPr>
        <p:spPr/>
        <p:txBody>
          <a:bodyPr/>
          <a:lstStyle/>
          <a:p>
            <a:pPr eaLnBrk="1" hangingPunct="1"/>
            <a:r>
              <a:rPr lang="en-US" altLang="zh-CN" dirty="0"/>
              <a:t>6.5.2 </a:t>
            </a:r>
            <a:r>
              <a:rPr lang="zh-CN" altLang="en-US" dirty="0"/>
              <a:t>设备分配的原则</a:t>
            </a:r>
          </a:p>
        </p:txBody>
      </p:sp>
      <p:sp>
        <p:nvSpPr>
          <p:cNvPr id="649219" name="Rectangle 3">
            <a:extLst>
              <a:ext uri="{FF2B5EF4-FFF2-40B4-BE49-F238E27FC236}">
                <a16:creationId xmlns:a16="http://schemas.microsoft.com/office/drawing/2014/main" id="{440BA979-1BB2-5927-6702-38846DD07504}"/>
              </a:ext>
            </a:extLst>
          </p:cNvPr>
          <p:cNvSpPr>
            <a:spLocks noGrp="1" noRot="1" noChangeArrowheads="1"/>
          </p:cNvSpPr>
          <p:nvPr>
            <p:ph type="body" idx="1"/>
          </p:nvPr>
        </p:nvSpPr>
        <p:spPr/>
        <p:txBody>
          <a:bodyPr/>
          <a:lstStyle/>
          <a:p>
            <a:pPr eaLnBrk="1" hangingPunct="1"/>
            <a:r>
              <a:rPr lang="zh-CN" altLang="en-US"/>
              <a:t>设备分配的总原则：</a:t>
            </a:r>
          </a:p>
          <a:p>
            <a:pPr lvl="1" eaLnBrk="1" hangingPunct="1"/>
            <a:r>
              <a:rPr lang="zh-CN" altLang="en-US"/>
              <a:t>既要充分发挥设备的效率，尽可能的让设备忙，但又要避免由于不合理的分配方法造成进程死锁；</a:t>
            </a:r>
          </a:p>
          <a:p>
            <a:pPr lvl="1" eaLnBrk="1" hangingPunct="1"/>
            <a:r>
              <a:rPr lang="zh-CN" altLang="en-US"/>
              <a:t>把用户程序和具体物理设备隔离开来，即用户程序面对的是逻辑设备，而分配程序在系统把逻辑设备转换成物理设备之后，再根据要求的物理设备号进行分配。</a:t>
            </a:r>
          </a:p>
        </p:txBody>
      </p:sp>
    </p:spTree>
  </p:cSld>
  <p:clrMapOvr>
    <a:masterClrMapping/>
  </p:clrMapOvr>
  <p:transition spd="med">
    <p:random/>
    <p:sndAc>
      <p:stSnd>
        <p:snd r:embed="rId2" name="camera.wav"/>
      </p:stSnd>
    </p:sndAc>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24F27CD-A469-C46C-5640-D6A85821150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0F3FFB8-8ABB-2049-9B4F-BB9735E90BCD}" type="slidenum">
              <a:rPr lang="en-US" altLang="zh-CN">
                <a:latin typeface="Arial" panose="020B0604020202020204" pitchFamily="34" charset="0"/>
              </a:rPr>
              <a:pPr/>
              <a:t>81</a:t>
            </a:fld>
            <a:endParaRPr lang="en-US" altLang="zh-CN">
              <a:latin typeface="Arial" panose="020B0604020202020204" pitchFamily="34" charset="0"/>
            </a:endParaRPr>
          </a:p>
        </p:txBody>
      </p:sp>
      <p:sp>
        <p:nvSpPr>
          <p:cNvPr id="650242" name="Rectangle 2">
            <a:extLst>
              <a:ext uri="{FF2B5EF4-FFF2-40B4-BE49-F238E27FC236}">
                <a16:creationId xmlns:a16="http://schemas.microsoft.com/office/drawing/2014/main" id="{EF2370F0-4CB6-4004-024C-24B94BF5EB8A}"/>
              </a:ext>
            </a:extLst>
          </p:cNvPr>
          <p:cNvSpPr>
            <a:spLocks noGrp="1" noRot="1" noChangeArrowheads="1"/>
          </p:cNvSpPr>
          <p:nvPr>
            <p:ph type="title"/>
          </p:nvPr>
        </p:nvSpPr>
        <p:spPr/>
        <p:txBody>
          <a:bodyPr/>
          <a:lstStyle/>
          <a:p>
            <a:pPr eaLnBrk="1" hangingPunct="1"/>
            <a:r>
              <a:rPr lang="zh-CN" altLang="en-US"/>
              <a:t>设备分配的方式</a:t>
            </a:r>
          </a:p>
        </p:txBody>
      </p:sp>
      <p:sp>
        <p:nvSpPr>
          <p:cNvPr id="650243" name="Rectangle 3">
            <a:extLst>
              <a:ext uri="{FF2B5EF4-FFF2-40B4-BE49-F238E27FC236}">
                <a16:creationId xmlns:a16="http://schemas.microsoft.com/office/drawing/2014/main" id="{00DF85DF-5862-C1C1-AE23-B2BF930F2365}"/>
              </a:ext>
            </a:extLst>
          </p:cNvPr>
          <p:cNvSpPr>
            <a:spLocks noGrp="1" noRot="1" noChangeArrowheads="1"/>
          </p:cNvSpPr>
          <p:nvPr>
            <p:ph type="body" idx="1"/>
          </p:nvPr>
        </p:nvSpPr>
        <p:spPr/>
        <p:txBody>
          <a:bodyPr/>
          <a:lstStyle/>
          <a:p>
            <a:pPr eaLnBrk="1" hangingPunct="1"/>
            <a:r>
              <a:rPr lang="zh-CN" altLang="en-US" sz="2800">
                <a:solidFill>
                  <a:schemeClr val="hlink"/>
                </a:solidFill>
              </a:rPr>
              <a:t>静态分配</a:t>
            </a:r>
            <a:r>
              <a:rPr lang="zh-CN" altLang="en-US" sz="2800"/>
              <a:t>：在用户程序开始执行前，由系统一次分配该作业所需的全部设备、控制器和通道。</a:t>
            </a:r>
          </a:p>
          <a:p>
            <a:pPr eaLnBrk="1" hangingPunct="1"/>
            <a:r>
              <a:rPr lang="zh-CN" altLang="en-US" sz="2800">
                <a:solidFill>
                  <a:schemeClr val="hlink"/>
                </a:solidFill>
              </a:rPr>
              <a:t>动态分配：</a:t>
            </a:r>
            <a:r>
              <a:rPr lang="zh-CN" altLang="en-US" sz="2800"/>
              <a:t>在进程执行过程中根据执行需要进行分配。当进程需要设备时，通过系统调用命令向系统提出设备请求，由系统按照事先规定的策略给进程分配所需要的设备、</a:t>
            </a:r>
            <a:r>
              <a:rPr lang="en-US" altLang="zh-CN" sz="2800"/>
              <a:t>I/O</a:t>
            </a:r>
            <a:r>
              <a:rPr lang="zh-CN" altLang="en-US" sz="2800"/>
              <a:t>控制器和通道，一旦用完后，立即释放。</a:t>
            </a:r>
          </a:p>
          <a:p>
            <a:pPr eaLnBrk="1" hangingPunct="1"/>
            <a:r>
              <a:rPr lang="zh-CN" altLang="en-US" sz="2800"/>
              <a:t>动态分配方式有利于提高设备利用率，但如果分配算法不当，会造成进程死锁。</a:t>
            </a:r>
          </a:p>
        </p:txBody>
      </p:sp>
    </p:spTree>
  </p:cSld>
  <p:clrMapOvr>
    <a:masterClrMapping/>
  </p:clrMapOvr>
  <p:transition spd="med">
    <p:random/>
    <p:sndAc>
      <p:stSnd>
        <p:snd r:embed="rId2" name="camera.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2A0BCC3-467F-CE54-2E78-AC9ACBACBB4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941D2A6-3738-964B-A0EC-D1832F70F99D}" type="slidenum">
              <a:rPr lang="en-US" altLang="zh-CN">
                <a:latin typeface="Arial" panose="020B0604020202020204" pitchFamily="34" charset="0"/>
              </a:rPr>
              <a:pPr/>
              <a:t>82</a:t>
            </a:fld>
            <a:endParaRPr lang="en-US" altLang="zh-CN">
              <a:latin typeface="Arial" panose="020B0604020202020204" pitchFamily="34" charset="0"/>
            </a:endParaRPr>
          </a:p>
        </p:txBody>
      </p:sp>
      <p:sp>
        <p:nvSpPr>
          <p:cNvPr id="651266" name="Rectangle 2">
            <a:extLst>
              <a:ext uri="{FF2B5EF4-FFF2-40B4-BE49-F238E27FC236}">
                <a16:creationId xmlns:a16="http://schemas.microsoft.com/office/drawing/2014/main" id="{21C9D965-984D-19FF-E975-360093B78C98}"/>
              </a:ext>
            </a:extLst>
          </p:cNvPr>
          <p:cNvSpPr>
            <a:spLocks noGrp="1" noRot="1" noChangeArrowheads="1"/>
          </p:cNvSpPr>
          <p:nvPr>
            <p:ph type="title"/>
          </p:nvPr>
        </p:nvSpPr>
        <p:spPr/>
        <p:txBody>
          <a:bodyPr/>
          <a:lstStyle/>
          <a:p>
            <a:pPr eaLnBrk="1" hangingPunct="1"/>
            <a:r>
              <a:rPr lang="zh-CN" altLang="en-US"/>
              <a:t>设备分配策略</a:t>
            </a:r>
          </a:p>
        </p:txBody>
      </p:sp>
      <p:sp>
        <p:nvSpPr>
          <p:cNvPr id="651267" name="Rectangle 3">
            <a:extLst>
              <a:ext uri="{FF2B5EF4-FFF2-40B4-BE49-F238E27FC236}">
                <a16:creationId xmlns:a16="http://schemas.microsoft.com/office/drawing/2014/main" id="{B354A584-2B8A-3B0C-52E9-372605E45811}"/>
              </a:ext>
            </a:extLst>
          </p:cNvPr>
          <p:cNvSpPr>
            <a:spLocks noGrp="1" noRot="1" noChangeArrowheads="1"/>
          </p:cNvSpPr>
          <p:nvPr>
            <p:ph type="body" idx="1"/>
          </p:nvPr>
        </p:nvSpPr>
        <p:spPr/>
        <p:txBody>
          <a:bodyPr/>
          <a:lstStyle/>
          <a:p>
            <a:pPr eaLnBrk="1" hangingPunct="1"/>
            <a:r>
              <a:rPr lang="zh-CN" altLang="en-US"/>
              <a:t>（</a:t>
            </a:r>
            <a:r>
              <a:rPr lang="en-US" altLang="zh-CN"/>
              <a:t>1</a:t>
            </a:r>
            <a:r>
              <a:rPr lang="zh-CN" altLang="en-US"/>
              <a:t>）先请求先分配</a:t>
            </a:r>
          </a:p>
          <a:p>
            <a:pPr eaLnBrk="1" hangingPunct="1"/>
            <a:r>
              <a:rPr lang="zh-CN" altLang="en-US"/>
              <a:t>（</a:t>
            </a:r>
            <a:r>
              <a:rPr lang="en-US" altLang="zh-CN"/>
              <a:t>2</a:t>
            </a:r>
            <a:r>
              <a:rPr lang="zh-CN" altLang="en-US"/>
              <a:t>）优先级高者分配</a:t>
            </a:r>
          </a:p>
          <a:p>
            <a:pPr eaLnBrk="1" hangingPunct="1"/>
            <a:r>
              <a:rPr lang="zh-CN" altLang="en-US"/>
              <a:t>设备分配算法流程（见课本）</a:t>
            </a:r>
          </a:p>
        </p:txBody>
      </p:sp>
    </p:spTree>
  </p:cSld>
  <p:clrMapOvr>
    <a:masterClrMapping/>
  </p:clrMapOvr>
  <p:transition spd="med">
    <p:random/>
    <p:sndAc>
      <p:stSnd>
        <p:snd r:embed="rId2" name="camera.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5367D92-A2E3-AF88-CA39-87E79F795953}"/>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31C8AD03-AA2F-A34D-86FF-97199F790090}" type="slidenum">
              <a:rPr lang="en-US" altLang="zh-CN">
                <a:latin typeface="Arial" panose="020B0604020202020204" pitchFamily="34" charset="0"/>
              </a:rPr>
              <a:pPr/>
              <a:t>83</a:t>
            </a:fld>
            <a:endParaRPr lang="en-US" altLang="zh-CN">
              <a:latin typeface="Arial" panose="020B0604020202020204" pitchFamily="34" charset="0"/>
            </a:endParaRPr>
          </a:p>
        </p:txBody>
      </p:sp>
      <p:sp>
        <p:nvSpPr>
          <p:cNvPr id="652290" name="Rectangle 2">
            <a:extLst>
              <a:ext uri="{FF2B5EF4-FFF2-40B4-BE49-F238E27FC236}">
                <a16:creationId xmlns:a16="http://schemas.microsoft.com/office/drawing/2014/main" id="{BDBD51D6-27A3-6445-D130-0157D1E978AB}"/>
              </a:ext>
            </a:extLst>
          </p:cNvPr>
          <p:cNvSpPr>
            <a:spLocks noGrp="1" noRot="1" noChangeArrowheads="1"/>
          </p:cNvSpPr>
          <p:nvPr>
            <p:ph type="title"/>
          </p:nvPr>
        </p:nvSpPr>
        <p:spPr/>
        <p:txBody>
          <a:bodyPr/>
          <a:lstStyle/>
          <a:p>
            <a:pPr eaLnBrk="1" hangingPunct="1"/>
            <a:r>
              <a:rPr lang="en-US" altLang="zh-CN" dirty="0"/>
              <a:t>6.6 I/O</a:t>
            </a:r>
            <a:r>
              <a:rPr lang="zh-CN" altLang="en-US" dirty="0"/>
              <a:t>进程控制</a:t>
            </a:r>
          </a:p>
        </p:txBody>
      </p:sp>
      <p:sp>
        <p:nvSpPr>
          <p:cNvPr id="652291" name="Rectangle 3">
            <a:extLst>
              <a:ext uri="{FF2B5EF4-FFF2-40B4-BE49-F238E27FC236}">
                <a16:creationId xmlns:a16="http://schemas.microsoft.com/office/drawing/2014/main" id="{BB538175-D32E-B797-2861-87AE8DE79361}"/>
              </a:ext>
            </a:extLst>
          </p:cNvPr>
          <p:cNvSpPr>
            <a:spLocks noGrp="1" noRot="1" noChangeArrowheads="1"/>
          </p:cNvSpPr>
          <p:nvPr>
            <p:ph type="body" idx="1"/>
          </p:nvPr>
        </p:nvSpPr>
        <p:spPr/>
        <p:txBody>
          <a:bodyPr/>
          <a:lstStyle/>
          <a:p>
            <a:pPr eaLnBrk="1" hangingPunct="1"/>
            <a:r>
              <a:rPr lang="en-US" altLang="zh-CN"/>
              <a:t>I/O</a:t>
            </a:r>
            <a:r>
              <a:rPr lang="zh-CN" altLang="en-US"/>
              <a:t>控制：从用户进程的输入输出请求开始，给用户进程分配设备和启动有关设备进行</a:t>
            </a:r>
            <a:r>
              <a:rPr lang="en-US" altLang="zh-CN"/>
              <a:t>I/O</a:t>
            </a:r>
            <a:r>
              <a:rPr lang="zh-CN" altLang="en-US"/>
              <a:t>操作，以及在</a:t>
            </a:r>
            <a:r>
              <a:rPr lang="en-US" altLang="zh-CN"/>
              <a:t>I/O</a:t>
            </a:r>
            <a:r>
              <a:rPr lang="zh-CN" altLang="en-US"/>
              <a:t>操作完成之后响应中断，进行善后处理为止的整个系统控制过程称为</a:t>
            </a:r>
            <a:r>
              <a:rPr lang="en-US" altLang="zh-CN"/>
              <a:t>I/O</a:t>
            </a:r>
            <a:r>
              <a:rPr lang="zh-CN" altLang="en-US"/>
              <a:t>控制。</a:t>
            </a:r>
          </a:p>
        </p:txBody>
      </p:sp>
    </p:spTree>
  </p:cSld>
  <p:clrMapOvr>
    <a:masterClrMapping/>
  </p:clrMapOvr>
  <p:transition spd="med">
    <p:random/>
    <p:sndAc>
      <p:stSnd>
        <p:snd r:embed="rId2" name="camera.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a:extLst>
              <a:ext uri="{FF2B5EF4-FFF2-40B4-BE49-F238E27FC236}">
                <a16:creationId xmlns:a16="http://schemas.microsoft.com/office/drawing/2014/main" id="{C696DC50-0F8B-6127-95BC-AEB1C6A10FF0}"/>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A5DD23E-9AF5-EE49-BDE8-598036D99508}" type="slidenum">
              <a:rPr lang="en-US" altLang="zh-CN">
                <a:latin typeface="Arial" panose="020B0604020202020204" pitchFamily="34" charset="0"/>
              </a:rPr>
              <a:pPr/>
              <a:t>84</a:t>
            </a:fld>
            <a:endParaRPr lang="en-US" altLang="zh-CN">
              <a:latin typeface="Arial" panose="020B0604020202020204" pitchFamily="34" charset="0"/>
            </a:endParaRPr>
          </a:p>
        </p:txBody>
      </p:sp>
      <p:sp>
        <p:nvSpPr>
          <p:cNvPr id="653314" name="Rectangle 2">
            <a:extLst>
              <a:ext uri="{FF2B5EF4-FFF2-40B4-BE49-F238E27FC236}">
                <a16:creationId xmlns:a16="http://schemas.microsoft.com/office/drawing/2014/main" id="{F49BC993-F851-53FE-2310-F1AB987F2943}"/>
              </a:ext>
            </a:extLst>
          </p:cNvPr>
          <p:cNvSpPr>
            <a:spLocks noGrp="1" noRot="1" noChangeArrowheads="1"/>
          </p:cNvSpPr>
          <p:nvPr>
            <p:ph type="title"/>
          </p:nvPr>
        </p:nvSpPr>
        <p:spPr/>
        <p:txBody>
          <a:bodyPr/>
          <a:lstStyle/>
          <a:p>
            <a:pPr eaLnBrk="1" hangingPunct="1">
              <a:defRPr/>
            </a:pPr>
            <a:r>
              <a:rPr lang="en-US" altLang="zh-CN" dirty="0"/>
              <a:t>6.6.2 I/O</a:t>
            </a:r>
            <a:r>
              <a:rPr lang="zh-CN" altLang="en-US" dirty="0"/>
              <a:t>控制的功能</a:t>
            </a:r>
          </a:p>
        </p:txBody>
      </p:sp>
      <p:sp>
        <p:nvSpPr>
          <p:cNvPr id="92165" name="Rectangle 3">
            <a:extLst>
              <a:ext uri="{FF2B5EF4-FFF2-40B4-BE49-F238E27FC236}">
                <a16:creationId xmlns:a16="http://schemas.microsoft.com/office/drawing/2014/main" id="{9830F5E7-97B6-2599-AB58-378443BCF034}"/>
              </a:ext>
            </a:extLst>
          </p:cNvPr>
          <p:cNvSpPr>
            <a:spLocks noChangeArrowheads="1"/>
          </p:cNvSpPr>
          <p:nvPr/>
        </p:nvSpPr>
        <p:spPr bwMode="auto">
          <a:xfrm>
            <a:off x="1258888" y="2636838"/>
            <a:ext cx="6696075" cy="25209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0"/>
              </a:spcBef>
              <a:buClrTx/>
              <a:buFontTx/>
              <a:buNone/>
            </a:pPr>
            <a:endParaRPr lang="zh-CN" altLang="en-US" sz="1800" b="0">
              <a:latin typeface="Tahoma" panose="020B0604030504040204" pitchFamily="34" charset="0"/>
              <a:ea typeface="宋体" panose="02010600030101010101" pitchFamily="2" charset="-122"/>
            </a:endParaRPr>
          </a:p>
        </p:txBody>
      </p:sp>
      <p:sp>
        <p:nvSpPr>
          <p:cNvPr id="92166" name="Rectangle 4">
            <a:extLst>
              <a:ext uri="{FF2B5EF4-FFF2-40B4-BE49-F238E27FC236}">
                <a16:creationId xmlns:a16="http://schemas.microsoft.com/office/drawing/2014/main" id="{DBD63463-F30B-D474-74E5-CD3ED06D84F8}"/>
              </a:ext>
            </a:extLst>
          </p:cNvPr>
          <p:cNvSpPr>
            <a:spLocks noChangeArrowheads="1"/>
          </p:cNvSpPr>
          <p:nvPr/>
        </p:nvSpPr>
        <p:spPr bwMode="auto">
          <a:xfrm>
            <a:off x="1619250" y="2924175"/>
            <a:ext cx="2592388" cy="503238"/>
          </a:xfrm>
          <a:prstGeom prst="rect">
            <a:avLst/>
          </a:prstGeom>
          <a:solidFill>
            <a:srgbClr val="D3EEF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中断原因分析</a:t>
            </a:r>
          </a:p>
        </p:txBody>
      </p:sp>
      <p:sp>
        <p:nvSpPr>
          <p:cNvPr id="92167" name="Rectangle 5">
            <a:extLst>
              <a:ext uri="{FF2B5EF4-FFF2-40B4-BE49-F238E27FC236}">
                <a16:creationId xmlns:a16="http://schemas.microsoft.com/office/drawing/2014/main" id="{5D066E89-7321-0DF1-53DC-DF82EE3F4418}"/>
              </a:ext>
            </a:extLst>
          </p:cNvPr>
          <p:cNvSpPr>
            <a:spLocks noChangeArrowheads="1"/>
          </p:cNvSpPr>
          <p:nvPr/>
        </p:nvSpPr>
        <p:spPr bwMode="auto">
          <a:xfrm>
            <a:off x="1619250" y="4365625"/>
            <a:ext cx="2592388" cy="503238"/>
          </a:xfrm>
          <a:prstGeom prst="rect">
            <a:avLst/>
          </a:prstGeom>
          <a:solidFill>
            <a:srgbClr val="D3EEF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唤醒中断处理程序</a:t>
            </a:r>
          </a:p>
        </p:txBody>
      </p:sp>
      <p:sp>
        <p:nvSpPr>
          <p:cNvPr id="92168" name="Line 6">
            <a:extLst>
              <a:ext uri="{FF2B5EF4-FFF2-40B4-BE49-F238E27FC236}">
                <a16:creationId xmlns:a16="http://schemas.microsoft.com/office/drawing/2014/main" id="{7666A35F-620F-5691-E033-B82E62A07A7E}"/>
              </a:ext>
            </a:extLst>
          </p:cNvPr>
          <p:cNvSpPr>
            <a:spLocks noChangeShapeType="1"/>
          </p:cNvSpPr>
          <p:nvPr/>
        </p:nvSpPr>
        <p:spPr bwMode="auto">
          <a:xfrm>
            <a:off x="2700338" y="2133600"/>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69" name="Line 7">
            <a:extLst>
              <a:ext uri="{FF2B5EF4-FFF2-40B4-BE49-F238E27FC236}">
                <a16:creationId xmlns:a16="http://schemas.microsoft.com/office/drawing/2014/main" id="{E49AC289-7F3A-0DCC-C64C-96F3021C7717}"/>
              </a:ext>
            </a:extLst>
          </p:cNvPr>
          <p:cNvSpPr>
            <a:spLocks noChangeShapeType="1"/>
          </p:cNvSpPr>
          <p:nvPr/>
        </p:nvSpPr>
        <p:spPr bwMode="auto">
          <a:xfrm>
            <a:off x="2700338" y="3429000"/>
            <a:ext cx="0" cy="863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0" name="Line 8">
            <a:extLst>
              <a:ext uri="{FF2B5EF4-FFF2-40B4-BE49-F238E27FC236}">
                <a16:creationId xmlns:a16="http://schemas.microsoft.com/office/drawing/2014/main" id="{A9CEE26F-06FE-15EB-7B6E-BC3F44912961}"/>
              </a:ext>
            </a:extLst>
          </p:cNvPr>
          <p:cNvSpPr>
            <a:spLocks noChangeShapeType="1"/>
          </p:cNvSpPr>
          <p:nvPr/>
        </p:nvSpPr>
        <p:spPr bwMode="auto">
          <a:xfrm>
            <a:off x="2700338" y="4941888"/>
            <a:ext cx="0" cy="574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1" name="Text Box 9">
            <a:extLst>
              <a:ext uri="{FF2B5EF4-FFF2-40B4-BE49-F238E27FC236}">
                <a16:creationId xmlns:a16="http://schemas.microsoft.com/office/drawing/2014/main" id="{63DE5FFE-A9AE-5270-FD2D-A74EDA3B1DDC}"/>
              </a:ext>
            </a:extLst>
          </p:cNvPr>
          <p:cNvSpPr txBox="1">
            <a:spLocks noChangeArrowheads="1"/>
          </p:cNvSpPr>
          <p:nvPr/>
        </p:nvSpPr>
        <p:spPr bwMode="auto">
          <a:xfrm>
            <a:off x="1692275" y="1700213"/>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外设中断请求</a:t>
            </a:r>
          </a:p>
        </p:txBody>
      </p:sp>
      <p:sp>
        <p:nvSpPr>
          <p:cNvPr id="92172" name="Text Box 10">
            <a:extLst>
              <a:ext uri="{FF2B5EF4-FFF2-40B4-BE49-F238E27FC236}">
                <a16:creationId xmlns:a16="http://schemas.microsoft.com/office/drawing/2014/main" id="{5CB38BA0-996B-4AD4-FF7A-40B9FF0C7D55}"/>
              </a:ext>
            </a:extLst>
          </p:cNvPr>
          <p:cNvSpPr txBox="1">
            <a:spLocks noChangeArrowheads="1"/>
          </p:cNvSpPr>
          <p:nvPr/>
        </p:nvSpPr>
        <p:spPr bwMode="auto">
          <a:xfrm>
            <a:off x="1908175" y="5516563"/>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中断响应</a:t>
            </a:r>
          </a:p>
        </p:txBody>
      </p:sp>
      <p:sp>
        <p:nvSpPr>
          <p:cNvPr id="92173" name="Rectangle 11">
            <a:extLst>
              <a:ext uri="{FF2B5EF4-FFF2-40B4-BE49-F238E27FC236}">
                <a16:creationId xmlns:a16="http://schemas.microsoft.com/office/drawing/2014/main" id="{58054ABF-69C0-B728-67EF-DB71D4A5AD80}"/>
              </a:ext>
            </a:extLst>
          </p:cNvPr>
          <p:cNvSpPr>
            <a:spLocks noChangeArrowheads="1"/>
          </p:cNvSpPr>
          <p:nvPr/>
        </p:nvSpPr>
        <p:spPr bwMode="auto">
          <a:xfrm>
            <a:off x="4859338" y="2852738"/>
            <a:ext cx="2592387" cy="503237"/>
          </a:xfrm>
          <a:prstGeom prst="rect">
            <a:avLst/>
          </a:prstGeom>
          <a:solidFill>
            <a:srgbClr val="D3EEF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en-US" altLang="zh-CN" sz="2400" b="0">
                <a:latin typeface="Tahoma" panose="020B0604030504040204" pitchFamily="34" charset="0"/>
                <a:ea typeface="华文中宋" panose="02010600040101010101" pitchFamily="2" charset="-122"/>
              </a:rPr>
              <a:t>I/O</a:t>
            </a:r>
            <a:r>
              <a:rPr lang="zh-CN" altLang="en-US" sz="2400" b="0">
                <a:latin typeface="Tahoma" panose="020B0604030504040204" pitchFamily="34" charset="0"/>
                <a:ea typeface="华文中宋" panose="02010600040101010101" pitchFamily="2" charset="-122"/>
              </a:rPr>
              <a:t>请求处理</a:t>
            </a:r>
          </a:p>
        </p:txBody>
      </p:sp>
      <p:sp>
        <p:nvSpPr>
          <p:cNvPr id="92174" name="Rectangle 12">
            <a:extLst>
              <a:ext uri="{FF2B5EF4-FFF2-40B4-BE49-F238E27FC236}">
                <a16:creationId xmlns:a16="http://schemas.microsoft.com/office/drawing/2014/main" id="{EB10CC72-C2B1-3D6D-A74A-DFEBB34AC898}"/>
              </a:ext>
            </a:extLst>
          </p:cNvPr>
          <p:cNvSpPr>
            <a:spLocks noChangeArrowheads="1"/>
          </p:cNvSpPr>
          <p:nvPr/>
        </p:nvSpPr>
        <p:spPr bwMode="auto">
          <a:xfrm>
            <a:off x="4859338" y="4438650"/>
            <a:ext cx="2592387" cy="503238"/>
          </a:xfrm>
          <a:prstGeom prst="rect">
            <a:avLst/>
          </a:prstGeom>
          <a:solidFill>
            <a:srgbClr val="D3EEF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缓冲区管理</a:t>
            </a:r>
          </a:p>
        </p:txBody>
      </p:sp>
      <p:sp>
        <p:nvSpPr>
          <p:cNvPr id="92175" name="Line 13">
            <a:extLst>
              <a:ext uri="{FF2B5EF4-FFF2-40B4-BE49-F238E27FC236}">
                <a16:creationId xmlns:a16="http://schemas.microsoft.com/office/drawing/2014/main" id="{364483A1-FA0E-7A3A-FFBA-4461C6CC45CB}"/>
              </a:ext>
            </a:extLst>
          </p:cNvPr>
          <p:cNvSpPr>
            <a:spLocks noChangeShapeType="1"/>
          </p:cNvSpPr>
          <p:nvPr/>
        </p:nvSpPr>
        <p:spPr bwMode="auto">
          <a:xfrm>
            <a:off x="5940425" y="2133600"/>
            <a:ext cx="0" cy="431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6" name="Line 14">
            <a:extLst>
              <a:ext uri="{FF2B5EF4-FFF2-40B4-BE49-F238E27FC236}">
                <a16:creationId xmlns:a16="http://schemas.microsoft.com/office/drawing/2014/main" id="{7A3366EA-73CF-C49A-BBF3-737824FBA054}"/>
              </a:ext>
            </a:extLst>
          </p:cNvPr>
          <p:cNvSpPr>
            <a:spLocks noChangeShapeType="1"/>
          </p:cNvSpPr>
          <p:nvPr/>
        </p:nvSpPr>
        <p:spPr bwMode="auto">
          <a:xfrm>
            <a:off x="5940425" y="3357563"/>
            <a:ext cx="0" cy="28733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7" name="Line 15">
            <a:extLst>
              <a:ext uri="{FF2B5EF4-FFF2-40B4-BE49-F238E27FC236}">
                <a16:creationId xmlns:a16="http://schemas.microsoft.com/office/drawing/2014/main" id="{DDB5E129-E24C-7699-AAE1-ACCCA31125FB}"/>
              </a:ext>
            </a:extLst>
          </p:cNvPr>
          <p:cNvSpPr>
            <a:spLocks noChangeShapeType="1"/>
          </p:cNvSpPr>
          <p:nvPr/>
        </p:nvSpPr>
        <p:spPr bwMode="auto">
          <a:xfrm>
            <a:off x="5940425" y="5014913"/>
            <a:ext cx="0" cy="574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178" name="Text Box 16">
            <a:extLst>
              <a:ext uri="{FF2B5EF4-FFF2-40B4-BE49-F238E27FC236}">
                <a16:creationId xmlns:a16="http://schemas.microsoft.com/office/drawing/2014/main" id="{4E9A7DC7-C6B7-AB02-CB6E-5FBE6025612F}"/>
              </a:ext>
            </a:extLst>
          </p:cNvPr>
          <p:cNvSpPr txBox="1">
            <a:spLocks noChangeArrowheads="1"/>
          </p:cNvSpPr>
          <p:nvPr/>
        </p:nvSpPr>
        <p:spPr bwMode="auto">
          <a:xfrm>
            <a:off x="4932363" y="1700213"/>
            <a:ext cx="2663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用户进程</a:t>
            </a:r>
            <a:r>
              <a:rPr lang="en-US" altLang="zh-CN" sz="2400" b="0">
                <a:latin typeface="Tahoma" panose="020B0604030504040204" pitchFamily="34" charset="0"/>
                <a:ea typeface="华文中宋" panose="02010600040101010101" pitchFamily="2" charset="-122"/>
              </a:rPr>
              <a:t>I/O</a:t>
            </a:r>
            <a:r>
              <a:rPr lang="zh-CN" altLang="en-US" sz="2400" b="0">
                <a:latin typeface="Tahoma" panose="020B0604030504040204" pitchFamily="34" charset="0"/>
                <a:ea typeface="华文中宋" panose="02010600040101010101" pitchFamily="2" charset="-122"/>
              </a:rPr>
              <a:t>请求</a:t>
            </a:r>
          </a:p>
        </p:txBody>
      </p:sp>
      <p:sp>
        <p:nvSpPr>
          <p:cNvPr id="92179" name="Text Box 17">
            <a:extLst>
              <a:ext uri="{FF2B5EF4-FFF2-40B4-BE49-F238E27FC236}">
                <a16:creationId xmlns:a16="http://schemas.microsoft.com/office/drawing/2014/main" id="{F2A68D99-77E2-BEB1-5166-C2048201817F}"/>
              </a:ext>
            </a:extLst>
          </p:cNvPr>
          <p:cNvSpPr txBox="1">
            <a:spLocks noChangeArrowheads="1"/>
          </p:cNvSpPr>
          <p:nvPr/>
        </p:nvSpPr>
        <p:spPr bwMode="auto">
          <a:xfrm>
            <a:off x="5148263" y="5516563"/>
            <a:ext cx="24479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eaLnBrk="1" hangingPunct="1">
              <a:spcBef>
                <a:spcPct val="50000"/>
              </a:spcBef>
              <a:buClrTx/>
              <a:buFontTx/>
              <a:buNone/>
            </a:pPr>
            <a:r>
              <a:rPr lang="zh-CN" altLang="en-US" sz="2400" b="0">
                <a:latin typeface="Tahoma" panose="020B0604030504040204" pitchFamily="34" charset="0"/>
                <a:ea typeface="华文中宋" panose="02010600040101010101" pitchFamily="2" charset="-122"/>
              </a:rPr>
              <a:t>启动</a:t>
            </a:r>
            <a:r>
              <a:rPr lang="en-US" altLang="zh-CN" sz="2400" b="0">
                <a:latin typeface="Tahoma" panose="020B0604030504040204" pitchFamily="34" charset="0"/>
                <a:ea typeface="华文中宋" panose="02010600040101010101" pitchFamily="2" charset="-122"/>
              </a:rPr>
              <a:t>I/O</a:t>
            </a:r>
            <a:r>
              <a:rPr lang="zh-CN" altLang="en-US" sz="2400" b="0">
                <a:latin typeface="Tahoma" panose="020B0604030504040204" pitchFamily="34" charset="0"/>
                <a:ea typeface="华文中宋" panose="02010600040101010101" pitchFamily="2" charset="-122"/>
              </a:rPr>
              <a:t>指令、设备驱动程序或通道程序</a:t>
            </a:r>
          </a:p>
        </p:txBody>
      </p:sp>
      <p:sp>
        <p:nvSpPr>
          <p:cNvPr id="92180" name="Rectangle 18">
            <a:extLst>
              <a:ext uri="{FF2B5EF4-FFF2-40B4-BE49-F238E27FC236}">
                <a16:creationId xmlns:a16="http://schemas.microsoft.com/office/drawing/2014/main" id="{6F973C4F-1C93-9E96-7D8E-392BB8C2B6E1}"/>
              </a:ext>
            </a:extLst>
          </p:cNvPr>
          <p:cNvSpPr>
            <a:spLocks noChangeArrowheads="1"/>
          </p:cNvSpPr>
          <p:nvPr/>
        </p:nvSpPr>
        <p:spPr bwMode="auto">
          <a:xfrm>
            <a:off x="4859338" y="3646488"/>
            <a:ext cx="2592387" cy="503237"/>
          </a:xfrm>
          <a:prstGeom prst="rect">
            <a:avLst/>
          </a:prstGeom>
          <a:solidFill>
            <a:srgbClr val="D3EEF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itchFamily="2" charset="2"/>
              <a:buChar char="§"/>
              <a:defRPr sz="32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SzPct val="85000"/>
              <a:buFont typeface="Wingdings" pitchFamily="2" charset="2"/>
              <a:buChar char="Ø"/>
              <a:defRPr sz="2800" b="1">
                <a:solidFill>
                  <a:srgbClr val="0033CC"/>
                </a:solidFill>
                <a:latin typeface="Arial" panose="020B0604020202020204" pitchFamily="34" charset="0"/>
                <a:ea typeface="华文中宋" panose="02010600040101010101" pitchFamily="2" charset="-122"/>
              </a:defRPr>
            </a:lvl2pPr>
            <a:lvl3pPr marL="1143000" indent="-228600">
              <a:spcBef>
                <a:spcPct val="20000"/>
              </a:spcBef>
              <a:buClr>
                <a:schemeClr val="hlink"/>
              </a:buClr>
              <a:buSzPct val="95000"/>
              <a:buFont typeface="Wingdings 2" pitchFamily="2" charset="2"/>
              <a:buChar char="¡"/>
              <a:defRPr sz="2400" b="1">
                <a:solidFill>
                  <a:srgbClr val="660033"/>
                </a:solidFill>
                <a:latin typeface="Arial" panose="020B0604020202020204" pitchFamily="34" charset="0"/>
                <a:ea typeface="幼圆" pitchFamily="49" charset="-122"/>
              </a:defRPr>
            </a:lvl3pPr>
            <a:lvl4pPr marL="1600200" indent="-228600">
              <a:spcBef>
                <a:spcPct val="20000"/>
              </a:spcBef>
              <a:buClr>
                <a:schemeClr val="tx2"/>
              </a:buClr>
              <a:buSzPct val="90000"/>
              <a:buFont typeface="Wingdings" pitchFamily="2" charset="2"/>
              <a:buChar char="Ø"/>
              <a:defRPr sz="2000" b="1">
                <a:solidFill>
                  <a:schemeClr val="hlink"/>
                </a:solidFill>
                <a:latin typeface="Arial" panose="020B0604020202020204" pitchFamily="34" charset="0"/>
                <a:ea typeface="华文中宋" panose="02010600040101010101" pitchFamily="2" charset="-122"/>
              </a:defRPr>
            </a:lvl4pPr>
            <a:lvl5pPr marL="2057400" indent="-228600">
              <a:spcBef>
                <a:spcPct val="20000"/>
              </a:spcBef>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Font typeface="Wingdings 2" pitchFamily="2" charset="2"/>
              <a:buChar char="¡"/>
              <a:defRPr sz="2000" b="1">
                <a:solidFill>
                  <a:srgbClr val="FF0000"/>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b="0">
                <a:latin typeface="Tahoma" panose="020B0604030504040204" pitchFamily="34" charset="0"/>
                <a:ea typeface="华文中宋" panose="02010600040101010101" pitchFamily="2" charset="-122"/>
              </a:rPr>
              <a:t>设备分配程序</a:t>
            </a:r>
          </a:p>
        </p:txBody>
      </p:sp>
      <p:sp>
        <p:nvSpPr>
          <p:cNvPr id="92181" name="Line 19">
            <a:extLst>
              <a:ext uri="{FF2B5EF4-FFF2-40B4-BE49-F238E27FC236}">
                <a16:creationId xmlns:a16="http://schemas.microsoft.com/office/drawing/2014/main" id="{A7947B84-E793-25C8-E45D-076870E4F6FE}"/>
              </a:ext>
            </a:extLst>
          </p:cNvPr>
          <p:cNvSpPr>
            <a:spLocks noChangeShapeType="1"/>
          </p:cNvSpPr>
          <p:nvPr/>
        </p:nvSpPr>
        <p:spPr bwMode="auto">
          <a:xfrm>
            <a:off x="5940425" y="4149725"/>
            <a:ext cx="0" cy="2873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random/>
    <p:sndAc>
      <p:stSnd>
        <p:snd r:embed="rId2" name="camera.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B80268C-9A22-9395-A0A9-341D24E049D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2885BC4-C4A5-F64F-A8B5-221B775F9D65}" type="slidenum">
              <a:rPr lang="en-US" altLang="zh-CN">
                <a:latin typeface="Arial" panose="020B0604020202020204" pitchFamily="34" charset="0"/>
              </a:rPr>
              <a:pPr/>
              <a:t>85</a:t>
            </a:fld>
            <a:endParaRPr lang="en-US" altLang="zh-CN">
              <a:latin typeface="Arial" panose="020B0604020202020204" pitchFamily="34" charset="0"/>
            </a:endParaRPr>
          </a:p>
        </p:txBody>
      </p:sp>
      <p:sp>
        <p:nvSpPr>
          <p:cNvPr id="654338" name="Rectangle 2">
            <a:extLst>
              <a:ext uri="{FF2B5EF4-FFF2-40B4-BE49-F238E27FC236}">
                <a16:creationId xmlns:a16="http://schemas.microsoft.com/office/drawing/2014/main" id="{F9846311-D6AC-55EF-65AD-2A0824794786}"/>
              </a:ext>
            </a:extLst>
          </p:cNvPr>
          <p:cNvSpPr>
            <a:spLocks noGrp="1" noRot="1" noChangeArrowheads="1"/>
          </p:cNvSpPr>
          <p:nvPr>
            <p:ph type="title"/>
          </p:nvPr>
        </p:nvSpPr>
        <p:spPr/>
        <p:txBody>
          <a:bodyPr/>
          <a:lstStyle/>
          <a:p>
            <a:pPr eaLnBrk="1" hangingPunct="1">
              <a:defRPr/>
            </a:pPr>
            <a:r>
              <a:rPr lang="en-US" altLang="zh-CN" dirty="0"/>
              <a:t>6.6.2 I/O</a:t>
            </a:r>
            <a:r>
              <a:rPr lang="zh-CN" altLang="en-US" dirty="0"/>
              <a:t>控制的功能</a:t>
            </a:r>
          </a:p>
        </p:txBody>
      </p:sp>
      <p:sp>
        <p:nvSpPr>
          <p:cNvPr id="654339" name="Rectangle 3">
            <a:extLst>
              <a:ext uri="{FF2B5EF4-FFF2-40B4-BE49-F238E27FC236}">
                <a16:creationId xmlns:a16="http://schemas.microsoft.com/office/drawing/2014/main" id="{A3E606A4-6AD4-4C30-F6D0-C3DD520F790C}"/>
              </a:ext>
            </a:extLst>
          </p:cNvPr>
          <p:cNvSpPr>
            <a:spLocks noGrp="1" noRot="1" noChangeArrowheads="1"/>
          </p:cNvSpPr>
          <p:nvPr>
            <p:ph type="body" idx="1"/>
          </p:nvPr>
        </p:nvSpPr>
        <p:spPr/>
        <p:txBody>
          <a:bodyPr/>
          <a:lstStyle/>
          <a:p>
            <a:pPr eaLnBrk="1" hangingPunct="1">
              <a:lnSpc>
                <a:spcPct val="90000"/>
              </a:lnSpc>
            </a:pPr>
            <a:r>
              <a:rPr lang="en-US" altLang="zh-CN"/>
              <a:t>I/O</a:t>
            </a:r>
            <a:r>
              <a:rPr lang="zh-CN" altLang="en-US"/>
              <a:t>请求处理是用户进程和设备管理程序接口的一部分，它把用户进程的</a:t>
            </a:r>
            <a:r>
              <a:rPr lang="en-US" altLang="zh-CN"/>
              <a:t>I/O</a:t>
            </a:r>
            <a:r>
              <a:rPr lang="zh-CN" altLang="en-US"/>
              <a:t>请求变换为设备管理程序所能接受的信息。</a:t>
            </a:r>
          </a:p>
          <a:p>
            <a:pPr eaLnBrk="1" hangingPunct="1">
              <a:lnSpc>
                <a:spcPct val="90000"/>
              </a:lnSpc>
            </a:pPr>
            <a:r>
              <a:rPr lang="zh-CN" altLang="en-US"/>
              <a:t>用户的</a:t>
            </a:r>
            <a:r>
              <a:rPr lang="en-US" altLang="zh-CN"/>
              <a:t>I/O</a:t>
            </a:r>
            <a:r>
              <a:rPr lang="zh-CN" altLang="en-US"/>
              <a:t>请求通常包括：</a:t>
            </a:r>
          </a:p>
          <a:p>
            <a:pPr lvl="1" eaLnBrk="1" hangingPunct="1">
              <a:lnSpc>
                <a:spcPct val="90000"/>
              </a:lnSpc>
            </a:pPr>
            <a:r>
              <a:rPr lang="zh-CN" altLang="en-US">
                <a:solidFill>
                  <a:srgbClr val="CC0066"/>
                </a:solidFill>
                <a:latin typeface="华文中宋" panose="02010600040101010101" pitchFamily="2" charset="-122"/>
              </a:rPr>
              <a:t>所申请进行</a:t>
            </a:r>
            <a:r>
              <a:rPr lang="en-US" altLang="zh-CN">
                <a:solidFill>
                  <a:srgbClr val="CC0066"/>
                </a:solidFill>
                <a:latin typeface="华文中宋" panose="02010600040101010101" pitchFamily="2" charset="-122"/>
              </a:rPr>
              <a:t>I/O</a:t>
            </a:r>
            <a:r>
              <a:rPr lang="zh-CN" altLang="en-US">
                <a:solidFill>
                  <a:srgbClr val="CC0066"/>
                </a:solidFill>
                <a:latin typeface="华文中宋" panose="02010600040101010101" pitchFamily="2" charset="-122"/>
              </a:rPr>
              <a:t>操作的逻辑设备名</a:t>
            </a:r>
          </a:p>
          <a:p>
            <a:pPr lvl="1" eaLnBrk="1" hangingPunct="1">
              <a:lnSpc>
                <a:spcPct val="90000"/>
              </a:lnSpc>
            </a:pPr>
            <a:r>
              <a:rPr lang="zh-CN" altLang="en-US">
                <a:latin typeface="华文中宋" panose="02010600040101010101" pitchFamily="2" charset="-122"/>
              </a:rPr>
              <a:t>要求的操作</a:t>
            </a:r>
          </a:p>
          <a:p>
            <a:pPr lvl="1" eaLnBrk="1" hangingPunct="1">
              <a:lnSpc>
                <a:spcPct val="90000"/>
              </a:lnSpc>
            </a:pPr>
            <a:r>
              <a:rPr lang="zh-CN" altLang="en-US">
                <a:solidFill>
                  <a:srgbClr val="CC0066"/>
                </a:solidFill>
                <a:latin typeface="华文中宋" panose="02010600040101010101" pitchFamily="2" charset="-122"/>
              </a:rPr>
              <a:t>传送数据的长度</a:t>
            </a:r>
          </a:p>
          <a:p>
            <a:pPr lvl="1" eaLnBrk="1" hangingPunct="1">
              <a:lnSpc>
                <a:spcPct val="90000"/>
              </a:lnSpc>
            </a:pPr>
            <a:r>
              <a:rPr lang="zh-CN" altLang="en-US">
                <a:latin typeface="华文中宋" panose="02010600040101010101" pitchFamily="2" charset="-122"/>
              </a:rPr>
              <a:t>起始地址。</a:t>
            </a:r>
          </a:p>
        </p:txBody>
      </p:sp>
    </p:spTree>
  </p:cSld>
  <p:clrMapOvr>
    <a:masterClrMapping/>
  </p:clrMapOvr>
  <p:transition spd="med">
    <p:random/>
    <p:sndAc>
      <p:stSnd>
        <p:snd r:embed="rId2" name="camera.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6FC9399-E7F5-2884-DE41-23430F104014}"/>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D60AABE-5292-FF4A-9BC2-A0E4EC5B9F81}" type="slidenum">
              <a:rPr lang="en-US" altLang="zh-CN">
                <a:latin typeface="Arial" panose="020B0604020202020204" pitchFamily="34" charset="0"/>
              </a:rPr>
              <a:pPr/>
              <a:t>86</a:t>
            </a:fld>
            <a:endParaRPr lang="en-US" altLang="zh-CN">
              <a:latin typeface="Arial" panose="020B0604020202020204" pitchFamily="34" charset="0"/>
            </a:endParaRPr>
          </a:p>
        </p:txBody>
      </p:sp>
      <p:sp>
        <p:nvSpPr>
          <p:cNvPr id="655362" name="Rectangle 2">
            <a:extLst>
              <a:ext uri="{FF2B5EF4-FFF2-40B4-BE49-F238E27FC236}">
                <a16:creationId xmlns:a16="http://schemas.microsoft.com/office/drawing/2014/main" id="{C50614EF-D1A6-F657-1422-0376F2F33505}"/>
              </a:ext>
            </a:extLst>
          </p:cNvPr>
          <p:cNvSpPr>
            <a:spLocks noGrp="1" noRot="1" noChangeArrowheads="1"/>
          </p:cNvSpPr>
          <p:nvPr>
            <p:ph type="title"/>
          </p:nvPr>
        </p:nvSpPr>
        <p:spPr/>
        <p:txBody>
          <a:bodyPr/>
          <a:lstStyle/>
          <a:p>
            <a:pPr eaLnBrk="1" hangingPunct="1"/>
            <a:r>
              <a:rPr lang="en-US" altLang="zh-CN"/>
              <a:t>I/O</a:t>
            </a:r>
            <a:r>
              <a:rPr lang="zh-CN" altLang="en-US"/>
              <a:t>请求处理模块</a:t>
            </a:r>
          </a:p>
        </p:txBody>
      </p:sp>
      <p:sp>
        <p:nvSpPr>
          <p:cNvPr id="655363" name="Rectangle 3">
            <a:extLst>
              <a:ext uri="{FF2B5EF4-FFF2-40B4-BE49-F238E27FC236}">
                <a16:creationId xmlns:a16="http://schemas.microsoft.com/office/drawing/2014/main" id="{2CD99F7E-04F7-61A2-737C-82F47F4EF820}"/>
              </a:ext>
            </a:extLst>
          </p:cNvPr>
          <p:cNvSpPr>
            <a:spLocks noGrp="1" noRot="1" noChangeArrowheads="1"/>
          </p:cNvSpPr>
          <p:nvPr>
            <p:ph type="body" idx="1"/>
          </p:nvPr>
        </p:nvSpPr>
        <p:spPr>
          <a:xfrm>
            <a:off x="323850" y="1905000"/>
            <a:ext cx="8362950" cy="4114800"/>
          </a:xfrm>
        </p:spPr>
        <p:txBody>
          <a:bodyPr/>
          <a:lstStyle/>
          <a:p>
            <a:pPr eaLnBrk="1" hangingPunct="1">
              <a:lnSpc>
                <a:spcPct val="90000"/>
              </a:lnSpc>
            </a:pPr>
            <a:r>
              <a:rPr lang="en-US" altLang="zh-CN"/>
              <a:t>I/O</a:t>
            </a:r>
            <a:r>
              <a:rPr lang="zh-CN" altLang="en-US"/>
              <a:t>处理模块对用户的</a:t>
            </a:r>
            <a:r>
              <a:rPr lang="en-US" altLang="zh-CN"/>
              <a:t>I/O</a:t>
            </a:r>
            <a:r>
              <a:rPr lang="zh-CN" altLang="en-US"/>
              <a:t>请求进行处理：</a:t>
            </a:r>
          </a:p>
          <a:p>
            <a:pPr lvl="1" eaLnBrk="1" hangingPunct="1">
              <a:lnSpc>
                <a:spcPct val="90000"/>
              </a:lnSpc>
            </a:pPr>
            <a:r>
              <a:rPr lang="zh-CN" altLang="en-US">
                <a:solidFill>
                  <a:srgbClr val="CC0066"/>
                </a:solidFill>
                <a:latin typeface="华文中宋" panose="02010600040101010101" pitchFamily="2" charset="-122"/>
              </a:rPr>
              <a:t>首先将</a:t>
            </a:r>
            <a:r>
              <a:rPr lang="en-US" altLang="zh-CN">
                <a:solidFill>
                  <a:srgbClr val="CC0066"/>
                </a:solidFill>
                <a:latin typeface="华文中宋" panose="02010600040101010101" pitchFamily="2" charset="-122"/>
              </a:rPr>
              <a:t>I/O</a:t>
            </a:r>
            <a:r>
              <a:rPr lang="zh-CN" altLang="en-US">
                <a:solidFill>
                  <a:srgbClr val="CC0066"/>
                </a:solidFill>
                <a:latin typeface="华文中宋" panose="02010600040101010101" pitchFamily="2" charset="-122"/>
              </a:rPr>
              <a:t>请求中的逻辑名转换为对应的物理设备名；</a:t>
            </a:r>
          </a:p>
          <a:p>
            <a:pPr lvl="1" eaLnBrk="1" hangingPunct="1">
              <a:lnSpc>
                <a:spcPct val="90000"/>
              </a:lnSpc>
            </a:pPr>
            <a:r>
              <a:rPr lang="zh-CN" altLang="en-US">
                <a:latin typeface="华文中宋" panose="02010600040101010101" pitchFamily="2" charset="-122"/>
              </a:rPr>
              <a:t>检查</a:t>
            </a:r>
            <a:r>
              <a:rPr lang="en-US" altLang="zh-CN">
                <a:latin typeface="华文中宋" panose="02010600040101010101" pitchFamily="2" charset="-122"/>
              </a:rPr>
              <a:t>I/O</a:t>
            </a:r>
            <a:r>
              <a:rPr lang="zh-CN" altLang="en-US">
                <a:latin typeface="华文中宋" panose="02010600040101010101" pitchFamily="2" charset="-122"/>
              </a:rPr>
              <a:t>请求命令中是否有参数错误；如果正确，则把该命令插入指向相应</a:t>
            </a:r>
            <a:r>
              <a:rPr lang="en-US" altLang="zh-CN">
                <a:latin typeface="华文中宋" panose="02010600040101010101" pitchFamily="2" charset="-122"/>
              </a:rPr>
              <a:t>DCT</a:t>
            </a:r>
            <a:r>
              <a:rPr lang="zh-CN" altLang="en-US">
                <a:latin typeface="华文中宋" panose="02010600040101010101" pitchFamily="2" charset="-122"/>
              </a:rPr>
              <a:t>的</a:t>
            </a:r>
            <a:r>
              <a:rPr lang="en-US" altLang="zh-CN">
                <a:latin typeface="华文中宋" panose="02010600040101010101" pitchFamily="2" charset="-122"/>
              </a:rPr>
              <a:t>I/O</a:t>
            </a:r>
            <a:r>
              <a:rPr lang="zh-CN" altLang="en-US">
                <a:latin typeface="华文中宋" panose="02010600040101010101" pitchFamily="2" charset="-122"/>
              </a:rPr>
              <a:t>请求队列；</a:t>
            </a:r>
          </a:p>
          <a:p>
            <a:pPr lvl="1" eaLnBrk="1" hangingPunct="1">
              <a:lnSpc>
                <a:spcPct val="90000"/>
              </a:lnSpc>
            </a:pPr>
            <a:r>
              <a:rPr lang="zh-CN" altLang="en-US">
                <a:solidFill>
                  <a:srgbClr val="CC0066"/>
                </a:solidFill>
                <a:latin typeface="华文中宋" panose="02010600040101010101" pitchFamily="2" charset="-122"/>
              </a:rPr>
              <a:t>启动设备分配程序。</a:t>
            </a:r>
          </a:p>
          <a:p>
            <a:pPr lvl="1" eaLnBrk="1" hangingPunct="1">
              <a:lnSpc>
                <a:spcPct val="90000"/>
              </a:lnSpc>
            </a:pPr>
            <a:r>
              <a:rPr lang="zh-CN" altLang="en-US">
                <a:latin typeface="华文中宋" panose="02010600040101010101" pitchFamily="2" charset="-122"/>
              </a:rPr>
              <a:t>在有通道的系统中， </a:t>
            </a:r>
            <a:r>
              <a:rPr lang="en-US" altLang="zh-CN">
                <a:latin typeface="华文中宋" panose="02010600040101010101" pitchFamily="2" charset="-122"/>
              </a:rPr>
              <a:t>I/O</a:t>
            </a:r>
            <a:r>
              <a:rPr lang="zh-CN" altLang="en-US">
                <a:latin typeface="华文中宋" panose="02010600040101010101" pitchFamily="2" charset="-122"/>
              </a:rPr>
              <a:t>请求处理模块还将按</a:t>
            </a:r>
            <a:r>
              <a:rPr lang="en-US" altLang="zh-CN">
                <a:latin typeface="华文中宋" panose="02010600040101010101" pitchFamily="2" charset="-122"/>
              </a:rPr>
              <a:t>I/O</a:t>
            </a:r>
            <a:r>
              <a:rPr lang="zh-CN" altLang="en-US">
                <a:latin typeface="华文中宋" panose="02010600040101010101" pitchFamily="2" charset="-122"/>
              </a:rPr>
              <a:t>请求命令的要求编制出通道程序。</a:t>
            </a:r>
          </a:p>
        </p:txBody>
      </p:sp>
    </p:spTree>
  </p:cSld>
  <p:clrMapOvr>
    <a:masterClrMapping/>
  </p:clrMapOvr>
  <p:transition spd="med">
    <p:random/>
    <p:sndAc>
      <p:stSnd>
        <p:snd r:embed="rId2" name="camera.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04E0778-94B8-4A3C-E953-5D94CA335EA2}"/>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D5CB8CB-2EAE-104B-97B5-F4E8EA2DEF72}" type="slidenum">
              <a:rPr lang="en-US" altLang="zh-CN">
                <a:latin typeface="Arial" panose="020B0604020202020204" pitchFamily="34" charset="0"/>
              </a:rPr>
              <a:pPr/>
              <a:t>87</a:t>
            </a:fld>
            <a:endParaRPr lang="en-US" altLang="zh-CN">
              <a:latin typeface="Arial" panose="020B0604020202020204" pitchFamily="34" charset="0"/>
            </a:endParaRPr>
          </a:p>
        </p:txBody>
      </p:sp>
      <p:sp>
        <p:nvSpPr>
          <p:cNvPr id="656386" name="Rectangle 2">
            <a:extLst>
              <a:ext uri="{FF2B5EF4-FFF2-40B4-BE49-F238E27FC236}">
                <a16:creationId xmlns:a16="http://schemas.microsoft.com/office/drawing/2014/main" id="{3CC812BB-D887-1BAA-0091-A96A1029865F}"/>
              </a:ext>
            </a:extLst>
          </p:cNvPr>
          <p:cNvSpPr>
            <a:spLocks noGrp="1" noRot="1" noChangeArrowheads="1"/>
          </p:cNvSpPr>
          <p:nvPr>
            <p:ph type="title"/>
          </p:nvPr>
        </p:nvSpPr>
        <p:spPr/>
        <p:txBody>
          <a:bodyPr/>
          <a:lstStyle/>
          <a:p>
            <a:pPr eaLnBrk="1" hangingPunct="1"/>
            <a:r>
              <a:rPr lang="en-US" altLang="zh-CN"/>
              <a:t>I/O</a:t>
            </a:r>
            <a:r>
              <a:rPr lang="zh-CN" altLang="en-US"/>
              <a:t>控制模块功能描述</a:t>
            </a:r>
          </a:p>
        </p:txBody>
      </p:sp>
      <p:sp>
        <p:nvSpPr>
          <p:cNvPr id="656387" name="Rectangle 3">
            <a:extLst>
              <a:ext uri="{FF2B5EF4-FFF2-40B4-BE49-F238E27FC236}">
                <a16:creationId xmlns:a16="http://schemas.microsoft.com/office/drawing/2014/main" id="{0044BA2D-A18E-7027-987C-E46147D119EF}"/>
              </a:ext>
            </a:extLst>
          </p:cNvPr>
          <p:cNvSpPr>
            <a:spLocks noGrp="1" noRot="1" noChangeArrowheads="1"/>
          </p:cNvSpPr>
          <p:nvPr>
            <p:ph type="body" idx="1"/>
          </p:nvPr>
        </p:nvSpPr>
        <p:spPr>
          <a:xfrm>
            <a:off x="457200" y="1905000"/>
            <a:ext cx="8229600" cy="4332288"/>
          </a:xfrm>
        </p:spPr>
        <p:txBody>
          <a:bodyPr/>
          <a:lstStyle/>
          <a:p>
            <a:pPr eaLnBrk="1" hangingPunct="1">
              <a:lnSpc>
                <a:spcPct val="90000"/>
              </a:lnSpc>
            </a:pPr>
            <a:r>
              <a:rPr lang="zh-CN" altLang="en-US"/>
              <a:t>在设备分配程序为</a:t>
            </a:r>
            <a:r>
              <a:rPr lang="en-US" altLang="zh-CN"/>
              <a:t>I/O</a:t>
            </a:r>
            <a:r>
              <a:rPr lang="zh-CN" altLang="en-US"/>
              <a:t>请求分配了相应的设备、控制器和通道之后， </a:t>
            </a:r>
            <a:r>
              <a:rPr lang="en-US" altLang="zh-CN"/>
              <a:t>I/O</a:t>
            </a:r>
            <a:r>
              <a:rPr lang="zh-CN" altLang="en-US"/>
              <a:t>控制模块还将启动缓冲管理模块为此次</a:t>
            </a:r>
            <a:r>
              <a:rPr lang="en-US" altLang="zh-CN"/>
              <a:t>I/O</a:t>
            </a:r>
            <a:r>
              <a:rPr lang="zh-CN" altLang="en-US"/>
              <a:t>传送申请必要的缓冲区。</a:t>
            </a:r>
          </a:p>
          <a:p>
            <a:pPr eaLnBrk="1" hangingPunct="1">
              <a:lnSpc>
                <a:spcPct val="90000"/>
              </a:lnSpc>
            </a:pPr>
            <a:r>
              <a:rPr lang="zh-CN" altLang="en-US"/>
              <a:t>缓冲区的申请也可以在设备分配之前进行。</a:t>
            </a:r>
          </a:p>
          <a:p>
            <a:pPr eaLnBrk="1" hangingPunct="1">
              <a:lnSpc>
                <a:spcPct val="90000"/>
              </a:lnSpc>
            </a:pPr>
            <a:r>
              <a:rPr lang="zh-CN" altLang="en-US"/>
              <a:t>例如：</a:t>
            </a:r>
            <a:r>
              <a:rPr lang="en-US" altLang="zh-CN"/>
              <a:t>UNIX</a:t>
            </a:r>
            <a:r>
              <a:rPr lang="zh-CN" altLang="en-US"/>
              <a:t>系统首先请求缓冲区，然后把</a:t>
            </a:r>
            <a:r>
              <a:rPr lang="en-US" altLang="zh-CN"/>
              <a:t>I/O</a:t>
            </a:r>
            <a:r>
              <a:rPr lang="zh-CN" altLang="en-US"/>
              <a:t>请求命令写到缓冲区中并将该缓冲区挂到设备的</a:t>
            </a:r>
            <a:r>
              <a:rPr lang="en-US" altLang="zh-CN"/>
              <a:t>I/O</a:t>
            </a:r>
            <a:r>
              <a:rPr lang="zh-CN" altLang="en-US"/>
              <a:t>请求队列上。</a:t>
            </a:r>
          </a:p>
        </p:txBody>
      </p:sp>
    </p:spTree>
  </p:cSld>
  <p:clrMapOvr>
    <a:masterClrMapping/>
  </p:clrMapOvr>
  <p:transition spd="med">
    <p:random/>
    <p:sndAc>
      <p:stSnd>
        <p:snd r:embed="rId2" name="camera.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E810680-B40E-D269-E5C2-F09323FB612B}"/>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87111C8-0969-6745-AD94-027920E74FB1}" type="slidenum">
              <a:rPr lang="en-US" altLang="zh-CN">
                <a:latin typeface="Arial" panose="020B0604020202020204" pitchFamily="34" charset="0"/>
              </a:rPr>
              <a:pPr/>
              <a:t>88</a:t>
            </a:fld>
            <a:endParaRPr lang="en-US" altLang="zh-CN">
              <a:latin typeface="Arial" panose="020B0604020202020204" pitchFamily="34" charset="0"/>
            </a:endParaRPr>
          </a:p>
        </p:txBody>
      </p:sp>
      <p:sp>
        <p:nvSpPr>
          <p:cNvPr id="657410" name="Rectangle 2">
            <a:extLst>
              <a:ext uri="{FF2B5EF4-FFF2-40B4-BE49-F238E27FC236}">
                <a16:creationId xmlns:a16="http://schemas.microsoft.com/office/drawing/2014/main" id="{2BF125AC-2CF5-024C-D439-546AF29A0A67}"/>
              </a:ext>
            </a:extLst>
          </p:cNvPr>
          <p:cNvSpPr>
            <a:spLocks noGrp="1" noRot="1" noChangeArrowheads="1"/>
          </p:cNvSpPr>
          <p:nvPr>
            <p:ph type="title"/>
          </p:nvPr>
        </p:nvSpPr>
        <p:spPr>
          <a:xfrm>
            <a:off x="1476375" y="73025"/>
            <a:ext cx="7199313" cy="1143000"/>
          </a:xfrm>
        </p:spPr>
        <p:txBody>
          <a:bodyPr/>
          <a:lstStyle/>
          <a:p>
            <a:pPr eaLnBrk="1" hangingPunct="1"/>
            <a:r>
              <a:rPr lang="en-US" altLang="zh-CN"/>
              <a:t>I/O</a:t>
            </a:r>
            <a:r>
              <a:rPr lang="zh-CN" altLang="en-US"/>
              <a:t>控制模块功能描述（续）</a:t>
            </a:r>
          </a:p>
        </p:txBody>
      </p:sp>
      <p:sp>
        <p:nvSpPr>
          <p:cNvPr id="657411" name="Rectangle 3">
            <a:extLst>
              <a:ext uri="{FF2B5EF4-FFF2-40B4-BE49-F238E27FC236}">
                <a16:creationId xmlns:a16="http://schemas.microsoft.com/office/drawing/2014/main" id="{CC5860D5-A193-27EB-E917-20387B731BD8}"/>
              </a:ext>
            </a:extLst>
          </p:cNvPr>
          <p:cNvSpPr>
            <a:spLocks noGrp="1" noRot="1" noChangeArrowheads="1"/>
          </p:cNvSpPr>
          <p:nvPr>
            <p:ph type="body" idx="1"/>
          </p:nvPr>
        </p:nvSpPr>
        <p:spPr>
          <a:xfrm>
            <a:off x="457200" y="1905000"/>
            <a:ext cx="8229600" cy="4187825"/>
          </a:xfrm>
        </p:spPr>
        <p:txBody>
          <a:bodyPr/>
          <a:lstStyle/>
          <a:p>
            <a:pPr eaLnBrk="1" hangingPunct="1">
              <a:lnSpc>
                <a:spcPct val="90000"/>
              </a:lnSpc>
            </a:pPr>
            <a:r>
              <a:rPr lang="zh-CN" altLang="en-US"/>
              <a:t>在数据传送结束后，外设发出中断请求，</a:t>
            </a:r>
            <a:r>
              <a:rPr lang="en-US" altLang="zh-CN"/>
              <a:t>I/O</a:t>
            </a:r>
            <a:r>
              <a:rPr lang="zh-CN" altLang="en-US"/>
              <a:t>过程将调用中断处理程序和做出中断响应。</a:t>
            </a:r>
          </a:p>
          <a:p>
            <a:pPr eaLnBrk="1" hangingPunct="1">
              <a:lnSpc>
                <a:spcPct val="90000"/>
              </a:lnSpc>
            </a:pPr>
            <a:r>
              <a:rPr lang="zh-CN" altLang="en-US"/>
              <a:t>对于不同的中断，其善后处理不同。如处理结束中断时，要释放相应的设备、控制器和通道，并唤醒正在等候设备的进程，另外还要检查是否还有等待该设备的</a:t>
            </a:r>
            <a:r>
              <a:rPr lang="en-US" altLang="zh-CN"/>
              <a:t>I/O</a:t>
            </a:r>
            <a:r>
              <a:rPr lang="zh-CN" altLang="en-US"/>
              <a:t>请求命令，如有，则要通知</a:t>
            </a:r>
            <a:r>
              <a:rPr lang="en-US" altLang="zh-CN"/>
              <a:t>I/O</a:t>
            </a:r>
            <a:r>
              <a:rPr lang="zh-CN" altLang="en-US"/>
              <a:t>控制过程进行下一个</a:t>
            </a:r>
            <a:r>
              <a:rPr lang="en-US" altLang="zh-CN"/>
              <a:t>I/O</a:t>
            </a:r>
            <a:r>
              <a:rPr lang="zh-CN" altLang="en-US"/>
              <a:t>传送。</a:t>
            </a:r>
          </a:p>
        </p:txBody>
      </p:sp>
    </p:spTree>
  </p:cSld>
  <p:clrMapOvr>
    <a:masterClrMapping/>
  </p:clrMapOvr>
  <p:transition spd="med">
    <p:random/>
    <p:sndAc>
      <p:stSnd>
        <p:snd r:embed="rId2" name="camera.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E82DEAF-0B21-3448-CB4D-9ED5AAC6A56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7C4AC86-9BD4-8E44-AFD1-29F73B336CA0}" type="slidenum">
              <a:rPr lang="en-US" altLang="zh-CN">
                <a:latin typeface="Arial" panose="020B0604020202020204" pitchFamily="34" charset="0"/>
              </a:rPr>
              <a:pPr/>
              <a:t>89</a:t>
            </a:fld>
            <a:endParaRPr lang="en-US" altLang="zh-CN">
              <a:latin typeface="Arial" panose="020B0604020202020204" pitchFamily="34" charset="0"/>
            </a:endParaRPr>
          </a:p>
        </p:txBody>
      </p:sp>
      <p:sp>
        <p:nvSpPr>
          <p:cNvPr id="658434" name="Rectangle 2">
            <a:extLst>
              <a:ext uri="{FF2B5EF4-FFF2-40B4-BE49-F238E27FC236}">
                <a16:creationId xmlns:a16="http://schemas.microsoft.com/office/drawing/2014/main" id="{A80D2753-68A6-BCFB-102B-52B06ADC2B1D}"/>
              </a:ext>
            </a:extLst>
          </p:cNvPr>
          <p:cNvSpPr>
            <a:spLocks noGrp="1" noRot="1" noChangeArrowheads="1"/>
          </p:cNvSpPr>
          <p:nvPr>
            <p:ph type="title"/>
          </p:nvPr>
        </p:nvSpPr>
        <p:spPr/>
        <p:txBody>
          <a:bodyPr/>
          <a:lstStyle/>
          <a:p>
            <a:pPr eaLnBrk="1" hangingPunct="1"/>
            <a:r>
              <a:rPr lang="en-US" altLang="zh-CN" dirty="0"/>
              <a:t>6.6.3 I/O</a:t>
            </a:r>
            <a:r>
              <a:rPr lang="zh-CN" altLang="en-US" dirty="0"/>
              <a:t>控制的实现</a:t>
            </a:r>
          </a:p>
        </p:txBody>
      </p:sp>
      <p:sp>
        <p:nvSpPr>
          <p:cNvPr id="658435" name="Rectangle 3">
            <a:extLst>
              <a:ext uri="{FF2B5EF4-FFF2-40B4-BE49-F238E27FC236}">
                <a16:creationId xmlns:a16="http://schemas.microsoft.com/office/drawing/2014/main" id="{859CBCA1-E764-73D2-D02E-3FCCFFA7D214}"/>
              </a:ext>
            </a:extLst>
          </p:cNvPr>
          <p:cNvSpPr>
            <a:spLocks noGrp="1" noRot="1" noChangeArrowheads="1"/>
          </p:cNvSpPr>
          <p:nvPr>
            <p:ph type="body" idx="1"/>
          </p:nvPr>
        </p:nvSpPr>
        <p:spPr/>
        <p:txBody>
          <a:bodyPr/>
          <a:lstStyle/>
          <a:p>
            <a:pPr eaLnBrk="1" hangingPunct="1"/>
            <a:r>
              <a:rPr lang="en-US" altLang="zh-CN"/>
              <a:t>I/O</a:t>
            </a:r>
            <a:r>
              <a:rPr lang="zh-CN" altLang="en-US"/>
              <a:t>控制过程有如下三种实现方式：</a:t>
            </a:r>
          </a:p>
          <a:p>
            <a:pPr lvl="1" eaLnBrk="1" hangingPunct="1"/>
            <a:r>
              <a:rPr lang="zh-CN" altLang="en-US">
                <a:solidFill>
                  <a:srgbClr val="CC0066"/>
                </a:solidFill>
                <a:latin typeface="华文中宋" panose="02010600040101010101" pitchFamily="2" charset="-122"/>
              </a:rPr>
              <a:t>作为请求</a:t>
            </a:r>
            <a:r>
              <a:rPr lang="en-US" altLang="zh-CN">
                <a:solidFill>
                  <a:srgbClr val="CC0066"/>
                </a:solidFill>
                <a:latin typeface="华文中宋" panose="02010600040101010101" pitchFamily="2" charset="-122"/>
              </a:rPr>
              <a:t>I/O</a:t>
            </a:r>
            <a:r>
              <a:rPr lang="zh-CN" altLang="en-US">
                <a:solidFill>
                  <a:srgbClr val="CC0066"/>
                </a:solidFill>
                <a:latin typeface="华文中宋" panose="02010600040101010101" pitchFamily="2" charset="-122"/>
              </a:rPr>
              <a:t>操作进程的一部分实现；</a:t>
            </a:r>
          </a:p>
          <a:p>
            <a:pPr lvl="1" eaLnBrk="1" hangingPunct="1"/>
            <a:r>
              <a:rPr lang="zh-CN" altLang="en-US">
                <a:latin typeface="华文中宋" panose="02010600040101010101" pitchFamily="2" charset="-122"/>
              </a:rPr>
              <a:t>作为当前进程的一部分实现；</a:t>
            </a:r>
          </a:p>
          <a:p>
            <a:pPr lvl="1" eaLnBrk="1" hangingPunct="1"/>
            <a:r>
              <a:rPr lang="zh-CN" altLang="en-US">
                <a:solidFill>
                  <a:srgbClr val="CC0066"/>
                </a:solidFill>
                <a:latin typeface="华文中宋" panose="02010600040101010101" pitchFamily="2" charset="-122"/>
              </a:rPr>
              <a:t>由专门的系统进程</a:t>
            </a:r>
            <a:r>
              <a:rPr lang="en-US" altLang="zh-CN">
                <a:solidFill>
                  <a:srgbClr val="CC0066"/>
                </a:solidFill>
                <a:latin typeface="华文中宋" panose="02010600040101010101" pitchFamily="2" charset="-122"/>
              </a:rPr>
              <a:t>—I/O</a:t>
            </a:r>
            <a:r>
              <a:rPr lang="zh-CN" altLang="en-US">
                <a:solidFill>
                  <a:srgbClr val="CC0066"/>
                </a:solidFill>
                <a:latin typeface="华文中宋" panose="02010600040101010101" pitchFamily="2" charset="-122"/>
              </a:rPr>
              <a:t>进程完成。</a:t>
            </a:r>
          </a:p>
        </p:txBody>
      </p:sp>
    </p:spTree>
  </p:cSld>
  <p:clrMapOvr>
    <a:masterClrMapping/>
  </p:clrMapOvr>
  <p:transition spd="med">
    <p:random/>
    <p:sndAc>
      <p:stSnd>
        <p:snd r:embed="rId2" name="camera.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B7A0A8D-14C2-4875-8CCE-982FC8C0846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B357BEB-F265-8D4C-9326-991D37C2BC8B}" type="slidenum">
              <a:rPr lang="en-US" altLang="zh-CN">
                <a:latin typeface="Arial" panose="020B0604020202020204" pitchFamily="34" charset="0"/>
              </a:rPr>
              <a:pPr/>
              <a:t>90</a:t>
            </a:fld>
            <a:endParaRPr lang="en-US" altLang="zh-CN">
              <a:latin typeface="Arial" panose="020B0604020202020204" pitchFamily="34" charset="0"/>
            </a:endParaRPr>
          </a:p>
        </p:txBody>
      </p:sp>
      <p:sp>
        <p:nvSpPr>
          <p:cNvPr id="659458" name="Rectangle 2">
            <a:extLst>
              <a:ext uri="{FF2B5EF4-FFF2-40B4-BE49-F238E27FC236}">
                <a16:creationId xmlns:a16="http://schemas.microsoft.com/office/drawing/2014/main" id="{FFC85202-D065-0B3D-BCD9-F4BD1DF9DB30}"/>
              </a:ext>
            </a:extLst>
          </p:cNvPr>
          <p:cNvSpPr>
            <a:spLocks noGrp="1" noRot="1" noChangeArrowheads="1"/>
          </p:cNvSpPr>
          <p:nvPr>
            <p:ph type="title"/>
          </p:nvPr>
        </p:nvSpPr>
        <p:spPr>
          <a:xfrm>
            <a:off x="1476375" y="188913"/>
            <a:ext cx="7210425" cy="1223962"/>
          </a:xfrm>
        </p:spPr>
        <p:txBody>
          <a:bodyPr/>
          <a:lstStyle/>
          <a:p>
            <a:pPr eaLnBrk="1" hangingPunct="1"/>
            <a:r>
              <a:rPr lang="en-US" altLang="zh-CN" sz="4000"/>
              <a:t>1. </a:t>
            </a:r>
            <a:r>
              <a:rPr lang="zh-CN" altLang="en-US" sz="4000"/>
              <a:t>作为请求</a:t>
            </a:r>
            <a:r>
              <a:rPr lang="en-US" altLang="zh-CN" sz="4000"/>
              <a:t>I/O</a:t>
            </a:r>
            <a:r>
              <a:rPr lang="zh-CN" altLang="en-US" sz="4000"/>
              <a:t>操作进程的一部分实现</a:t>
            </a:r>
          </a:p>
        </p:txBody>
      </p:sp>
      <p:sp>
        <p:nvSpPr>
          <p:cNvPr id="659459" name="Rectangle 3">
            <a:extLst>
              <a:ext uri="{FF2B5EF4-FFF2-40B4-BE49-F238E27FC236}">
                <a16:creationId xmlns:a16="http://schemas.microsoft.com/office/drawing/2014/main" id="{E788E840-48B5-7D0C-FDF0-3B2BE0BA8925}"/>
              </a:ext>
            </a:extLst>
          </p:cNvPr>
          <p:cNvSpPr>
            <a:spLocks noGrp="1" noRot="1" noChangeArrowheads="1"/>
          </p:cNvSpPr>
          <p:nvPr>
            <p:ph type="body" idx="1"/>
          </p:nvPr>
        </p:nvSpPr>
        <p:spPr/>
        <p:txBody>
          <a:bodyPr/>
          <a:lstStyle/>
          <a:p>
            <a:pPr eaLnBrk="1" hangingPunct="1"/>
            <a:r>
              <a:rPr lang="zh-CN" altLang="en-US"/>
              <a:t>这种情况下，请求</a:t>
            </a:r>
            <a:r>
              <a:rPr lang="en-US" altLang="zh-CN"/>
              <a:t>I/O</a:t>
            </a:r>
            <a:r>
              <a:rPr lang="zh-CN" altLang="en-US"/>
              <a:t>操作的进程应具有良好的实时性，且系统能根据在中断信号的内容准确地调度到请求所对应的</a:t>
            </a:r>
            <a:r>
              <a:rPr lang="en-US" altLang="zh-CN"/>
              <a:t>I/O</a:t>
            </a:r>
            <a:r>
              <a:rPr lang="zh-CN" altLang="en-US"/>
              <a:t>操作进程占据处理机，因为在大多数情况下，当一个进程发出</a:t>
            </a:r>
            <a:r>
              <a:rPr lang="en-US" altLang="zh-CN"/>
              <a:t>I/O</a:t>
            </a:r>
            <a:r>
              <a:rPr lang="zh-CN" altLang="en-US"/>
              <a:t>请求命令后，都被阻塞睡眠。</a:t>
            </a:r>
          </a:p>
          <a:p>
            <a:pPr eaLnBrk="1" hangingPunct="1"/>
            <a:endParaRPr lang="en-US" altLang="zh-CN"/>
          </a:p>
        </p:txBody>
      </p:sp>
    </p:spTree>
  </p:cSld>
  <p:clrMapOvr>
    <a:masterClrMapping/>
  </p:clrMapOvr>
  <p:transition spd="med">
    <p:random/>
    <p:sndAc>
      <p:stSnd>
        <p:snd r:embed="rId2" name="camera.wav"/>
      </p:stSnd>
    </p:sndAc>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AF484D54-7EC4-FAA2-EB28-0319E3F9977D}"/>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BB331BD-BDC9-5841-874A-281CD9AC8CDE}" type="slidenum">
              <a:rPr lang="en-US" altLang="zh-CN">
                <a:latin typeface="Arial" panose="020B0604020202020204" pitchFamily="34" charset="0"/>
              </a:rPr>
              <a:pPr/>
              <a:t>91</a:t>
            </a:fld>
            <a:endParaRPr lang="en-US" altLang="zh-CN">
              <a:latin typeface="Arial" panose="020B0604020202020204" pitchFamily="34" charset="0"/>
            </a:endParaRPr>
          </a:p>
        </p:txBody>
      </p:sp>
      <p:sp>
        <p:nvSpPr>
          <p:cNvPr id="660482" name="Rectangle 2">
            <a:extLst>
              <a:ext uri="{FF2B5EF4-FFF2-40B4-BE49-F238E27FC236}">
                <a16:creationId xmlns:a16="http://schemas.microsoft.com/office/drawing/2014/main" id="{BEAEE299-09B7-C93E-D6A5-F26FC44EDC2E}"/>
              </a:ext>
            </a:extLst>
          </p:cNvPr>
          <p:cNvSpPr>
            <a:spLocks noGrp="1" noRot="1" noChangeArrowheads="1"/>
          </p:cNvSpPr>
          <p:nvPr>
            <p:ph type="title"/>
          </p:nvPr>
        </p:nvSpPr>
        <p:spPr/>
        <p:txBody>
          <a:bodyPr/>
          <a:lstStyle/>
          <a:p>
            <a:pPr eaLnBrk="1" hangingPunct="1"/>
            <a:r>
              <a:rPr lang="en-US" altLang="zh-CN" sz="4000"/>
              <a:t>2.</a:t>
            </a:r>
            <a:r>
              <a:rPr lang="zh-CN" altLang="en-US" sz="4000">
                <a:latin typeface="华文中宋" panose="02010600040101010101" pitchFamily="2" charset="-122"/>
                <a:ea typeface="华文中宋" panose="02010600040101010101" pitchFamily="2" charset="-122"/>
              </a:rPr>
              <a:t>作为当前进程的一部分实现</a:t>
            </a:r>
          </a:p>
        </p:txBody>
      </p:sp>
      <p:sp>
        <p:nvSpPr>
          <p:cNvPr id="660483" name="Rectangle 3">
            <a:extLst>
              <a:ext uri="{FF2B5EF4-FFF2-40B4-BE49-F238E27FC236}">
                <a16:creationId xmlns:a16="http://schemas.microsoft.com/office/drawing/2014/main" id="{B6BA4DB9-FB47-E6BA-7148-E17A1003D3C1}"/>
              </a:ext>
            </a:extLst>
          </p:cNvPr>
          <p:cNvSpPr>
            <a:spLocks noGrp="1" noRot="1" noChangeArrowheads="1"/>
          </p:cNvSpPr>
          <p:nvPr>
            <p:ph type="body" idx="1"/>
          </p:nvPr>
        </p:nvSpPr>
        <p:spPr/>
        <p:txBody>
          <a:bodyPr/>
          <a:lstStyle/>
          <a:p>
            <a:pPr eaLnBrk="1" hangingPunct="1"/>
            <a:r>
              <a:rPr lang="zh-CN" altLang="en-US" sz="2800"/>
              <a:t>这种方式不要求系统具有较高的实时性。但由于当前进程与完成的</a:t>
            </a:r>
            <a:r>
              <a:rPr lang="en-US" altLang="zh-CN" sz="2800"/>
              <a:t>I/O</a:t>
            </a:r>
            <a:r>
              <a:rPr lang="zh-CN" altLang="en-US" sz="2800"/>
              <a:t>操作无关，所以当前进程不能接受</a:t>
            </a:r>
            <a:r>
              <a:rPr lang="en-US" altLang="zh-CN" sz="2800"/>
              <a:t>I/O</a:t>
            </a:r>
            <a:r>
              <a:rPr lang="zh-CN" altLang="en-US" sz="2800"/>
              <a:t>请求命令的启动</a:t>
            </a:r>
            <a:r>
              <a:rPr lang="en-US" altLang="zh-CN" sz="2800"/>
              <a:t>I/O</a:t>
            </a:r>
            <a:r>
              <a:rPr lang="zh-CN" altLang="en-US" sz="2800"/>
              <a:t>操作。</a:t>
            </a:r>
          </a:p>
          <a:p>
            <a:pPr eaLnBrk="1" hangingPunct="1"/>
            <a:r>
              <a:rPr lang="zh-CN" altLang="en-US" sz="2800"/>
              <a:t>当前进程可以在接收到中断信号后，将中断信号交给</a:t>
            </a:r>
            <a:r>
              <a:rPr lang="en-US" altLang="zh-CN" sz="2800"/>
              <a:t>I/O</a:t>
            </a:r>
            <a:r>
              <a:rPr lang="zh-CN" altLang="en-US" sz="2800"/>
              <a:t>控制模块处理。</a:t>
            </a:r>
          </a:p>
          <a:p>
            <a:pPr eaLnBrk="1" hangingPunct="1"/>
            <a:r>
              <a:rPr lang="zh-CN" altLang="en-US" sz="2800"/>
              <a:t>如果让请求</a:t>
            </a:r>
            <a:r>
              <a:rPr lang="en-US" altLang="zh-CN" sz="2800"/>
              <a:t>I/O</a:t>
            </a:r>
            <a:r>
              <a:rPr lang="zh-CN" altLang="en-US" sz="2800"/>
              <a:t>操作的进程调用</a:t>
            </a:r>
            <a:r>
              <a:rPr lang="en-US" altLang="zh-CN" sz="2800"/>
              <a:t>I/O</a:t>
            </a:r>
            <a:r>
              <a:rPr lang="zh-CN" altLang="en-US" sz="2800"/>
              <a:t>操作控制部分（</a:t>
            </a:r>
            <a:r>
              <a:rPr lang="en-US" altLang="zh-CN" sz="2800"/>
              <a:t>I/O</a:t>
            </a:r>
            <a:r>
              <a:rPr lang="zh-CN" altLang="en-US" sz="2800"/>
              <a:t>请求处理、设备分配、缓冲区分配等），而让当前进程负责调用中断处理部分是一种可行的</a:t>
            </a:r>
            <a:r>
              <a:rPr lang="en-US" altLang="zh-CN" sz="2800"/>
              <a:t>I/O</a:t>
            </a:r>
            <a:r>
              <a:rPr lang="zh-CN" altLang="en-US" sz="2800"/>
              <a:t>控制方案。</a:t>
            </a:r>
          </a:p>
        </p:txBody>
      </p:sp>
    </p:spTree>
  </p:cSld>
  <p:clrMapOvr>
    <a:masterClrMapping/>
  </p:clrMapOvr>
  <p:transition spd="med">
    <p:random/>
    <p:sndAc>
      <p:stSnd>
        <p:snd r:embed="rId2" name="camera.wav"/>
      </p:stSnd>
    </p:sndAc>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C6C6BE0-349C-A8A4-DC2A-BD9B7789AF8E}"/>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C66F9676-39B0-6F4C-825E-113272E502EB}" type="slidenum">
              <a:rPr lang="en-US" altLang="zh-CN">
                <a:latin typeface="Arial" panose="020B0604020202020204" pitchFamily="34" charset="0"/>
              </a:rPr>
              <a:pPr/>
              <a:t>92</a:t>
            </a:fld>
            <a:endParaRPr lang="en-US" altLang="zh-CN">
              <a:latin typeface="Arial" panose="020B0604020202020204" pitchFamily="34" charset="0"/>
            </a:endParaRPr>
          </a:p>
        </p:txBody>
      </p:sp>
      <p:sp>
        <p:nvSpPr>
          <p:cNvPr id="661506" name="Rectangle 2">
            <a:extLst>
              <a:ext uri="{FF2B5EF4-FFF2-40B4-BE49-F238E27FC236}">
                <a16:creationId xmlns:a16="http://schemas.microsoft.com/office/drawing/2014/main" id="{CE930466-2037-8800-F610-2841FF94FDBB}"/>
              </a:ext>
            </a:extLst>
          </p:cNvPr>
          <p:cNvSpPr>
            <a:spLocks noGrp="1" noRot="1" noChangeArrowheads="1"/>
          </p:cNvSpPr>
          <p:nvPr>
            <p:ph type="title"/>
          </p:nvPr>
        </p:nvSpPr>
        <p:spPr/>
        <p:txBody>
          <a:bodyPr/>
          <a:lstStyle/>
          <a:p>
            <a:pPr eaLnBrk="1" hangingPunct="1"/>
            <a:r>
              <a:rPr lang="en-US" altLang="zh-CN"/>
              <a:t>3.</a:t>
            </a:r>
            <a:r>
              <a:rPr lang="zh-CN" altLang="en-US"/>
              <a:t>由</a:t>
            </a:r>
            <a:r>
              <a:rPr lang="en-US" altLang="zh-CN"/>
              <a:t>I/O</a:t>
            </a:r>
            <a:r>
              <a:rPr lang="zh-CN" altLang="en-US"/>
              <a:t>进程完成</a:t>
            </a:r>
          </a:p>
        </p:txBody>
      </p:sp>
      <p:sp>
        <p:nvSpPr>
          <p:cNvPr id="661507" name="Rectangle 3">
            <a:extLst>
              <a:ext uri="{FF2B5EF4-FFF2-40B4-BE49-F238E27FC236}">
                <a16:creationId xmlns:a16="http://schemas.microsoft.com/office/drawing/2014/main" id="{36FCB92F-F95C-B99D-CE01-352DDA2F8582}"/>
              </a:ext>
            </a:extLst>
          </p:cNvPr>
          <p:cNvSpPr>
            <a:spLocks noGrp="1" noRot="1" noChangeArrowheads="1"/>
          </p:cNvSpPr>
          <p:nvPr>
            <p:ph type="body" idx="1"/>
          </p:nvPr>
        </p:nvSpPr>
        <p:spPr/>
        <p:txBody>
          <a:bodyPr/>
          <a:lstStyle/>
          <a:p>
            <a:pPr eaLnBrk="1" hangingPunct="1">
              <a:lnSpc>
                <a:spcPct val="90000"/>
              </a:lnSpc>
            </a:pPr>
            <a:r>
              <a:rPr lang="zh-CN" altLang="en-US"/>
              <a:t>在用户进程发出</a:t>
            </a:r>
            <a:r>
              <a:rPr lang="en-US" altLang="zh-CN"/>
              <a:t>I/O</a:t>
            </a:r>
            <a:r>
              <a:rPr lang="zh-CN" altLang="en-US"/>
              <a:t>请求命令之后，系统调度</a:t>
            </a:r>
            <a:r>
              <a:rPr lang="en-US" altLang="zh-CN"/>
              <a:t>I/O</a:t>
            </a:r>
            <a:r>
              <a:rPr lang="zh-CN" altLang="en-US"/>
              <a:t>进程执行，控制</a:t>
            </a:r>
            <a:r>
              <a:rPr lang="en-US" altLang="zh-CN"/>
              <a:t>I/O</a:t>
            </a:r>
            <a:r>
              <a:rPr lang="zh-CN" altLang="en-US"/>
              <a:t>操作。</a:t>
            </a:r>
          </a:p>
          <a:p>
            <a:pPr eaLnBrk="1" hangingPunct="1">
              <a:lnSpc>
                <a:spcPct val="90000"/>
              </a:lnSpc>
            </a:pPr>
            <a:r>
              <a:rPr lang="zh-CN" altLang="en-US"/>
              <a:t>在外设发出中断请求之后，</a:t>
            </a:r>
            <a:r>
              <a:rPr lang="en-US" altLang="zh-CN"/>
              <a:t>I/O</a:t>
            </a:r>
            <a:r>
              <a:rPr lang="zh-CN" altLang="en-US"/>
              <a:t>进程也被调度执行以响应中断。</a:t>
            </a:r>
          </a:p>
          <a:p>
            <a:pPr eaLnBrk="1" hangingPunct="1">
              <a:lnSpc>
                <a:spcPct val="90000"/>
              </a:lnSpc>
            </a:pPr>
            <a:r>
              <a:rPr lang="en-US" altLang="zh-CN"/>
              <a:t>I/O</a:t>
            </a:r>
            <a:r>
              <a:rPr lang="zh-CN" altLang="en-US"/>
              <a:t>请求处理模块、设备分配模块、缓冲区管理模块、中断原因分析、中断处理模块和设备驱动程序模块等都是</a:t>
            </a:r>
            <a:r>
              <a:rPr lang="en-US" altLang="zh-CN"/>
              <a:t>I/O</a:t>
            </a:r>
            <a:r>
              <a:rPr lang="zh-CN" altLang="en-US"/>
              <a:t>进程的一部分。</a:t>
            </a:r>
          </a:p>
        </p:txBody>
      </p:sp>
    </p:spTree>
  </p:cSld>
  <p:clrMapOvr>
    <a:masterClrMapping/>
  </p:clrMapOvr>
  <p:transition spd="med">
    <p:random/>
    <p:sndAc>
      <p:stSnd>
        <p:snd r:embed="rId2" name="camera.wav"/>
      </p:stSnd>
    </p:sndAc>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E8232FC-A8D4-651D-CBEB-763EAFE9E3AA}"/>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5BF4220-4733-8649-B5B0-01E79369C636}" type="slidenum">
              <a:rPr lang="en-US" altLang="zh-CN">
                <a:latin typeface="Arial" panose="020B0604020202020204" pitchFamily="34" charset="0"/>
              </a:rPr>
              <a:pPr/>
              <a:t>93</a:t>
            </a:fld>
            <a:endParaRPr lang="en-US" altLang="zh-CN">
              <a:latin typeface="Arial" panose="020B0604020202020204" pitchFamily="34" charset="0"/>
            </a:endParaRPr>
          </a:p>
        </p:txBody>
      </p:sp>
      <p:sp>
        <p:nvSpPr>
          <p:cNvPr id="662530" name="Rectangle 2">
            <a:extLst>
              <a:ext uri="{FF2B5EF4-FFF2-40B4-BE49-F238E27FC236}">
                <a16:creationId xmlns:a16="http://schemas.microsoft.com/office/drawing/2014/main" id="{3527F09A-3F7D-9501-6E6A-AC68777046CC}"/>
              </a:ext>
            </a:extLst>
          </p:cNvPr>
          <p:cNvSpPr>
            <a:spLocks noGrp="1" noRot="1" noChangeArrowheads="1"/>
          </p:cNvSpPr>
          <p:nvPr>
            <p:ph type="title"/>
          </p:nvPr>
        </p:nvSpPr>
        <p:spPr/>
        <p:txBody>
          <a:bodyPr/>
          <a:lstStyle/>
          <a:p>
            <a:pPr eaLnBrk="1" hangingPunct="1"/>
            <a:r>
              <a:rPr lang="en-US" altLang="zh-CN"/>
              <a:t>I/O</a:t>
            </a:r>
            <a:r>
              <a:rPr lang="zh-CN" altLang="en-US"/>
              <a:t>进程的实现方式</a:t>
            </a:r>
          </a:p>
        </p:txBody>
      </p:sp>
      <p:sp>
        <p:nvSpPr>
          <p:cNvPr id="662531" name="Rectangle 3">
            <a:extLst>
              <a:ext uri="{FF2B5EF4-FFF2-40B4-BE49-F238E27FC236}">
                <a16:creationId xmlns:a16="http://schemas.microsoft.com/office/drawing/2014/main" id="{F88D8814-D24C-4AF5-8F87-A5F393B35C14}"/>
              </a:ext>
            </a:extLst>
          </p:cNvPr>
          <p:cNvSpPr>
            <a:spLocks noGrp="1" noRot="1" noChangeArrowheads="1"/>
          </p:cNvSpPr>
          <p:nvPr>
            <p:ph type="body" idx="1"/>
          </p:nvPr>
        </p:nvSpPr>
        <p:spPr/>
        <p:txBody>
          <a:bodyPr/>
          <a:lstStyle/>
          <a:p>
            <a:pPr eaLnBrk="1" hangingPunct="1"/>
            <a:r>
              <a:rPr lang="zh-CN" altLang="en-US"/>
              <a:t>（</a:t>
            </a:r>
            <a:r>
              <a:rPr lang="en-US" altLang="zh-CN"/>
              <a:t>1</a:t>
            </a:r>
            <a:r>
              <a:rPr lang="zh-CN" altLang="en-US"/>
              <a:t>）每类设备设一个专门的</a:t>
            </a:r>
            <a:r>
              <a:rPr lang="en-US" altLang="zh-CN"/>
              <a:t>I/O</a:t>
            </a:r>
            <a:r>
              <a:rPr lang="zh-CN" altLang="en-US"/>
              <a:t>进程，且该进程只能在系统态下执行；</a:t>
            </a:r>
          </a:p>
          <a:p>
            <a:pPr eaLnBrk="1" hangingPunct="1"/>
            <a:r>
              <a:rPr lang="zh-CN" altLang="en-US"/>
              <a:t>（</a:t>
            </a:r>
            <a:r>
              <a:rPr lang="en-US" altLang="zh-CN"/>
              <a:t>2</a:t>
            </a:r>
            <a:r>
              <a:rPr lang="zh-CN" altLang="en-US"/>
              <a:t>）整个系统设一个</a:t>
            </a:r>
            <a:r>
              <a:rPr lang="en-US" altLang="zh-CN"/>
              <a:t>I/O</a:t>
            </a:r>
            <a:r>
              <a:rPr lang="zh-CN" altLang="en-US"/>
              <a:t>进程，全面负责系统的数据传送工作；</a:t>
            </a:r>
          </a:p>
          <a:p>
            <a:pPr eaLnBrk="1" hangingPunct="1"/>
            <a:r>
              <a:rPr lang="zh-CN" altLang="en-US"/>
              <a:t>（</a:t>
            </a:r>
            <a:r>
              <a:rPr lang="en-US" altLang="zh-CN"/>
              <a:t>3</a:t>
            </a:r>
            <a:r>
              <a:rPr lang="zh-CN" altLang="en-US"/>
              <a:t>）每类设备设一个专门的</a:t>
            </a:r>
            <a:r>
              <a:rPr lang="en-US" altLang="zh-CN"/>
              <a:t>I/O</a:t>
            </a:r>
            <a:r>
              <a:rPr lang="zh-CN" altLang="en-US"/>
              <a:t>进程，但该进程既可以在系统态下执行，也可以在用户态下执行。</a:t>
            </a:r>
          </a:p>
        </p:txBody>
      </p:sp>
    </p:spTree>
  </p:cSld>
  <p:clrMapOvr>
    <a:masterClrMapping/>
  </p:clrMapOvr>
  <p:transition spd="med">
    <p:random/>
    <p:sndAc>
      <p:stSnd>
        <p:snd r:embed="rId2" name="camera.wav"/>
      </p:stSnd>
    </p:sndAc>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0023EF9-B95C-AD49-E72F-3C4C3EDF2918}"/>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6253801C-945C-CD4E-B8BC-FC23C01669BE}" type="slidenum">
              <a:rPr lang="en-US" altLang="zh-CN">
                <a:latin typeface="Arial" panose="020B0604020202020204" pitchFamily="34" charset="0"/>
              </a:rPr>
              <a:pPr/>
              <a:t>94</a:t>
            </a:fld>
            <a:endParaRPr lang="en-US" altLang="zh-CN">
              <a:latin typeface="Arial" panose="020B0604020202020204" pitchFamily="34" charset="0"/>
            </a:endParaRPr>
          </a:p>
        </p:txBody>
      </p:sp>
      <p:sp>
        <p:nvSpPr>
          <p:cNvPr id="663554" name="Rectangle 2">
            <a:extLst>
              <a:ext uri="{FF2B5EF4-FFF2-40B4-BE49-F238E27FC236}">
                <a16:creationId xmlns:a16="http://schemas.microsoft.com/office/drawing/2014/main" id="{13B5AAA1-E12B-1D4D-7B2A-5B4046B70326}"/>
              </a:ext>
            </a:extLst>
          </p:cNvPr>
          <p:cNvSpPr>
            <a:spLocks noGrp="1" noRot="1" noChangeArrowheads="1"/>
          </p:cNvSpPr>
          <p:nvPr>
            <p:ph type="title"/>
          </p:nvPr>
        </p:nvSpPr>
        <p:spPr/>
        <p:txBody>
          <a:bodyPr/>
          <a:lstStyle/>
          <a:p>
            <a:pPr eaLnBrk="1" hangingPunct="1"/>
            <a:r>
              <a:rPr lang="en-US" altLang="zh-CN" dirty="0"/>
              <a:t>6.7 </a:t>
            </a:r>
            <a:r>
              <a:rPr lang="zh-CN" altLang="en-US" dirty="0"/>
              <a:t>设备驱动程序</a:t>
            </a:r>
          </a:p>
        </p:txBody>
      </p:sp>
      <p:sp>
        <p:nvSpPr>
          <p:cNvPr id="663555" name="Rectangle 3">
            <a:extLst>
              <a:ext uri="{FF2B5EF4-FFF2-40B4-BE49-F238E27FC236}">
                <a16:creationId xmlns:a16="http://schemas.microsoft.com/office/drawing/2014/main" id="{68581753-A4B0-1818-C00E-833725C5DA8A}"/>
              </a:ext>
            </a:extLst>
          </p:cNvPr>
          <p:cNvSpPr>
            <a:spLocks noGrp="1" noRot="1" noChangeArrowheads="1"/>
          </p:cNvSpPr>
          <p:nvPr>
            <p:ph type="body" idx="1"/>
          </p:nvPr>
        </p:nvSpPr>
        <p:spPr/>
        <p:txBody>
          <a:bodyPr/>
          <a:lstStyle/>
          <a:p>
            <a:pPr eaLnBrk="1" hangingPunct="1"/>
            <a:r>
              <a:rPr lang="zh-CN" altLang="en-US"/>
              <a:t>设备驱动程序是驱动物理设备和</a:t>
            </a:r>
            <a:r>
              <a:rPr lang="en-US" altLang="zh-CN"/>
              <a:t>DMA</a:t>
            </a:r>
            <a:r>
              <a:rPr lang="zh-CN" altLang="en-US"/>
              <a:t>或</a:t>
            </a:r>
            <a:r>
              <a:rPr lang="en-US" altLang="zh-CN"/>
              <a:t>I/O</a:t>
            </a:r>
            <a:r>
              <a:rPr lang="zh-CN" altLang="en-US"/>
              <a:t>控制器等直接进行</a:t>
            </a:r>
            <a:r>
              <a:rPr lang="en-US" altLang="zh-CN"/>
              <a:t>I/O</a:t>
            </a:r>
            <a:r>
              <a:rPr lang="zh-CN" altLang="en-US"/>
              <a:t>操作的子程序的集合。</a:t>
            </a:r>
          </a:p>
          <a:p>
            <a:pPr eaLnBrk="1" hangingPunct="1"/>
            <a:r>
              <a:rPr lang="zh-CN" altLang="en-US"/>
              <a:t>负责设置相应设备有关寄存器的值，启动设备进行</a:t>
            </a:r>
            <a:r>
              <a:rPr lang="en-US" altLang="zh-CN"/>
              <a:t>I/O</a:t>
            </a:r>
            <a:r>
              <a:rPr lang="zh-CN" altLang="en-US"/>
              <a:t>操作，指定操作的类型和数据流向等。</a:t>
            </a:r>
          </a:p>
        </p:txBody>
      </p:sp>
    </p:spTree>
  </p:cSld>
  <p:clrMapOvr>
    <a:masterClrMapping/>
  </p:clrMapOvr>
  <p:transition spd="med">
    <p:random/>
    <p:sndAc>
      <p:stSnd>
        <p:snd r:embed="rId2" name="camera.wav"/>
      </p:stSnd>
    </p:sndAc>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E693DDA-68EE-5711-3FD8-8FAA6AD0C85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0440C4B-0166-4545-BD2F-400A4CDB2354}" type="slidenum">
              <a:rPr lang="en-US" altLang="zh-CN">
                <a:latin typeface="Arial" panose="020B0604020202020204" pitchFamily="34" charset="0"/>
              </a:rPr>
              <a:pPr/>
              <a:t>95</a:t>
            </a:fld>
            <a:endParaRPr lang="en-US" altLang="zh-CN">
              <a:latin typeface="Arial" panose="020B0604020202020204" pitchFamily="34" charset="0"/>
            </a:endParaRPr>
          </a:p>
        </p:txBody>
      </p:sp>
      <p:sp>
        <p:nvSpPr>
          <p:cNvPr id="664578" name="Rectangle 2">
            <a:extLst>
              <a:ext uri="{FF2B5EF4-FFF2-40B4-BE49-F238E27FC236}">
                <a16:creationId xmlns:a16="http://schemas.microsoft.com/office/drawing/2014/main" id="{F9CFB145-6156-B466-F450-5105CF7D3D43}"/>
              </a:ext>
            </a:extLst>
          </p:cNvPr>
          <p:cNvSpPr>
            <a:spLocks noGrp="1" noRot="1" noChangeArrowheads="1"/>
          </p:cNvSpPr>
          <p:nvPr>
            <p:ph type="title"/>
          </p:nvPr>
        </p:nvSpPr>
        <p:spPr/>
        <p:txBody>
          <a:bodyPr/>
          <a:lstStyle/>
          <a:p>
            <a:pPr eaLnBrk="1" hangingPunct="1"/>
            <a:r>
              <a:rPr lang="zh-CN" altLang="en-US"/>
              <a:t>设备驱动程序的管理</a:t>
            </a:r>
          </a:p>
        </p:txBody>
      </p:sp>
      <p:sp>
        <p:nvSpPr>
          <p:cNvPr id="664579" name="Rectangle 3">
            <a:extLst>
              <a:ext uri="{FF2B5EF4-FFF2-40B4-BE49-F238E27FC236}">
                <a16:creationId xmlns:a16="http://schemas.microsoft.com/office/drawing/2014/main" id="{178DABC6-83B0-DF6B-866D-450309ADDEA5}"/>
              </a:ext>
            </a:extLst>
          </p:cNvPr>
          <p:cNvSpPr>
            <a:spLocks noGrp="1" noRot="1" noChangeArrowheads="1"/>
          </p:cNvSpPr>
          <p:nvPr>
            <p:ph type="body" idx="1"/>
          </p:nvPr>
        </p:nvSpPr>
        <p:spPr/>
        <p:txBody>
          <a:bodyPr/>
          <a:lstStyle/>
          <a:p>
            <a:pPr eaLnBrk="1" hangingPunct="1">
              <a:lnSpc>
                <a:spcPct val="90000"/>
              </a:lnSpc>
            </a:pPr>
            <a:r>
              <a:rPr lang="zh-CN" altLang="en-US" sz="2800"/>
              <a:t>为了对驱动程序进行管理，系统中设有设备开关表</a:t>
            </a:r>
            <a:r>
              <a:rPr lang="en-US" altLang="zh-CN" sz="2800"/>
              <a:t>DST(Device Switch Table)</a:t>
            </a:r>
            <a:r>
              <a:rPr lang="zh-CN" altLang="en-US" sz="2800"/>
              <a:t>。</a:t>
            </a:r>
          </a:p>
          <a:p>
            <a:pPr eaLnBrk="1" hangingPunct="1">
              <a:lnSpc>
                <a:spcPct val="90000"/>
              </a:lnSpc>
            </a:pPr>
            <a:r>
              <a:rPr lang="zh-CN" altLang="en-US" sz="2800"/>
              <a:t>设备开关表中给出相应设备的各种操作子程序的入口地址。</a:t>
            </a:r>
          </a:p>
          <a:p>
            <a:pPr eaLnBrk="1" hangingPunct="1">
              <a:lnSpc>
                <a:spcPct val="90000"/>
              </a:lnSpc>
            </a:pPr>
            <a:r>
              <a:rPr lang="zh-CN" altLang="en-US" sz="2800"/>
              <a:t>设备开关表通常是二维结构，也是</a:t>
            </a:r>
            <a:r>
              <a:rPr lang="en-US" altLang="zh-CN" sz="2800"/>
              <a:t>I/O</a:t>
            </a:r>
            <a:r>
              <a:rPr lang="zh-CN" altLang="en-US" sz="2800"/>
              <a:t>进程的一个数据结构。</a:t>
            </a:r>
          </a:p>
          <a:p>
            <a:pPr eaLnBrk="1" hangingPunct="1">
              <a:lnSpc>
                <a:spcPct val="90000"/>
              </a:lnSpc>
            </a:pPr>
            <a:r>
              <a:rPr lang="zh-CN" altLang="en-US" sz="2800"/>
              <a:t>当</a:t>
            </a:r>
            <a:r>
              <a:rPr lang="en-US" altLang="zh-CN" sz="2800"/>
              <a:t>I/O</a:t>
            </a:r>
            <a:r>
              <a:rPr lang="zh-CN" altLang="en-US" sz="2800"/>
              <a:t>控制过程为进程分配设备和缓冲区之后，可以使用设备开关表调用所需的驱动程序进行</a:t>
            </a:r>
            <a:r>
              <a:rPr lang="en-US" altLang="zh-CN" sz="2800"/>
              <a:t>I/O</a:t>
            </a:r>
            <a:r>
              <a:rPr lang="zh-CN" altLang="en-US" sz="2800"/>
              <a:t>操作。</a:t>
            </a:r>
          </a:p>
        </p:txBody>
      </p:sp>
    </p:spTree>
  </p:cSld>
  <p:clrMapOvr>
    <a:masterClrMapping/>
  </p:clrMapOvr>
  <p:transition spd="med">
    <p:random/>
    <p:sndAc>
      <p:stSnd>
        <p:snd r:embed="rId2" name="camera.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E9FF762-6E81-28C1-6872-F70A527A51E7}"/>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11AFBC4B-B501-044E-94DB-AAE7F30BEB62}" type="slidenum">
              <a:rPr lang="en-US" altLang="zh-CN">
                <a:latin typeface="Arial" panose="020B0604020202020204" pitchFamily="34" charset="0"/>
              </a:rPr>
              <a:pPr/>
              <a:t>96</a:t>
            </a:fld>
            <a:endParaRPr lang="en-US" altLang="zh-CN">
              <a:latin typeface="Arial" panose="020B0604020202020204" pitchFamily="34" charset="0"/>
            </a:endParaRPr>
          </a:p>
        </p:txBody>
      </p:sp>
      <p:sp>
        <p:nvSpPr>
          <p:cNvPr id="665602" name="Rectangle 2">
            <a:extLst>
              <a:ext uri="{FF2B5EF4-FFF2-40B4-BE49-F238E27FC236}">
                <a16:creationId xmlns:a16="http://schemas.microsoft.com/office/drawing/2014/main" id="{7CCAF286-DA00-457E-8D9F-1381C9D1CC1D}"/>
              </a:ext>
            </a:extLst>
          </p:cNvPr>
          <p:cNvSpPr>
            <a:spLocks noGrp="1" noRot="1" noChangeArrowheads="1"/>
          </p:cNvSpPr>
          <p:nvPr>
            <p:ph type="title"/>
          </p:nvPr>
        </p:nvSpPr>
        <p:spPr/>
        <p:txBody>
          <a:bodyPr/>
          <a:lstStyle/>
          <a:p>
            <a:pPr eaLnBrk="1" hangingPunct="1"/>
            <a:r>
              <a:rPr lang="zh-CN" altLang="en-US"/>
              <a:t>本章小结</a:t>
            </a:r>
          </a:p>
        </p:txBody>
      </p:sp>
      <p:sp>
        <p:nvSpPr>
          <p:cNvPr id="665603" name="Rectangle 3">
            <a:extLst>
              <a:ext uri="{FF2B5EF4-FFF2-40B4-BE49-F238E27FC236}">
                <a16:creationId xmlns:a16="http://schemas.microsoft.com/office/drawing/2014/main" id="{9928934E-713A-0C77-8B6A-25322FCA1563}"/>
              </a:ext>
            </a:extLst>
          </p:cNvPr>
          <p:cNvSpPr>
            <a:spLocks noGrp="1" noRot="1" noChangeArrowheads="1"/>
          </p:cNvSpPr>
          <p:nvPr>
            <p:ph type="body" idx="1"/>
          </p:nvPr>
        </p:nvSpPr>
        <p:spPr/>
        <p:txBody>
          <a:bodyPr/>
          <a:lstStyle/>
          <a:p>
            <a:pPr eaLnBrk="1" hangingPunct="1"/>
            <a:r>
              <a:rPr lang="zh-CN" altLang="en-US"/>
              <a:t>设备的分类</a:t>
            </a:r>
          </a:p>
          <a:p>
            <a:pPr eaLnBrk="1" hangingPunct="1"/>
            <a:r>
              <a:rPr lang="zh-CN" altLang="en-US"/>
              <a:t>设备管理的功能</a:t>
            </a:r>
          </a:p>
          <a:p>
            <a:pPr eaLnBrk="1" hangingPunct="1"/>
            <a:r>
              <a:rPr lang="zh-CN" altLang="en-US"/>
              <a:t>数据传送控制方式</a:t>
            </a:r>
            <a:r>
              <a:rPr lang="zh-CN" altLang="en-US">
                <a:sym typeface="Wingdings" pitchFamily="2" charset="2"/>
              </a:rPr>
              <a:t>（</a:t>
            </a:r>
            <a:r>
              <a:rPr lang="en-US" altLang="zh-CN">
                <a:sym typeface="Wingdings" pitchFamily="2" charset="2"/>
              </a:rPr>
              <a:t>4</a:t>
            </a:r>
            <a:r>
              <a:rPr lang="zh-CN" altLang="en-US">
                <a:sym typeface="Wingdings" pitchFamily="2" charset="2"/>
              </a:rPr>
              <a:t>种）</a:t>
            </a:r>
          </a:p>
          <a:p>
            <a:pPr eaLnBrk="1" hangingPunct="1"/>
            <a:r>
              <a:rPr lang="zh-CN" altLang="en-US">
                <a:sym typeface="Wingdings" pitchFamily="2" charset="2"/>
              </a:rPr>
              <a:t>中断技术和缓冲技术</a:t>
            </a:r>
          </a:p>
          <a:p>
            <a:pPr eaLnBrk="1" hangingPunct="1"/>
            <a:r>
              <a:rPr lang="zh-CN" altLang="en-US">
                <a:sym typeface="Wingdings" pitchFamily="2" charset="2"/>
              </a:rPr>
              <a:t>设备分配方法：数据结构和算法</a:t>
            </a:r>
          </a:p>
          <a:p>
            <a:pPr eaLnBrk="1" hangingPunct="1"/>
            <a:r>
              <a:rPr lang="en-US" altLang="zh-CN">
                <a:sym typeface="Wingdings" pitchFamily="2" charset="2"/>
              </a:rPr>
              <a:t>I/O</a:t>
            </a:r>
            <a:r>
              <a:rPr lang="zh-CN" altLang="en-US">
                <a:sym typeface="Wingdings" pitchFamily="2" charset="2"/>
              </a:rPr>
              <a:t>控制过程</a:t>
            </a:r>
          </a:p>
          <a:p>
            <a:pPr eaLnBrk="1" hangingPunct="1"/>
            <a:r>
              <a:rPr lang="zh-CN" altLang="en-US">
                <a:sym typeface="Wingdings" pitchFamily="2" charset="2"/>
              </a:rPr>
              <a:t>设备驱动程序</a:t>
            </a:r>
            <a:endParaRPr lang="zh-CN" altLang="en-US"/>
          </a:p>
        </p:txBody>
      </p:sp>
    </p:spTree>
  </p:cSld>
  <p:clrMapOvr>
    <a:masterClrMapping/>
  </p:clrMapOvr>
  <p:transition spd="med">
    <p:random/>
    <p:sndAc>
      <p:stSnd>
        <p:snd r:embed="rId2" name="camera.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0CD8A5F-939B-0C9C-039E-1DFA33A2D119}"/>
              </a:ext>
            </a:extLst>
          </p:cNvPr>
          <p:cNvSpPr>
            <a:spLocks noGrp="1"/>
          </p:cNvSpPr>
          <p:nvPr>
            <p:ph type="sldNum" sz="quarter" idx="12"/>
          </p:nvPr>
        </p:nvSpPr>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76191D2-CD72-2749-8D92-E71EB81AD507}" type="slidenum">
              <a:rPr lang="en-US" altLang="zh-CN">
                <a:latin typeface="Arial" panose="020B0604020202020204" pitchFamily="34" charset="0"/>
              </a:rPr>
              <a:pPr/>
              <a:t>97</a:t>
            </a:fld>
            <a:endParaRPr lang="en-US" altLang="zh-CN">
              <a:latin typeface="Arial" panose="020B0604020202020204" pitchFamily="34" charset="0"/>
            </a:endParaRPr>
          </a:p>
        </p:txBody>
      </p:sp>
      <p:sp>
        <p:nvSpPr>
          <p:cNvPr id="666626" name="Rectangle 2">
            <a:extLst>
              <a:ext uri="{FF2B5EF4-FFF2-40B4-BE49-F238E27FC236}">
                <a16:creationId xmlns:a16="http://schemas.microsoft.com/office/drawing/2014/main" id="{03A60694-7D2E-76FA-0CCD-25CDCBFDF465}"/>
              </a:ext>
            </a:extLst>
          </p:cNvPr>
          <p:cNvSpPr>
            <a:spLocks noGrp="1" noRot="1" noChangeArrowheads="1"/>
          </p:cNvSpPr>
          <p:nvPr>
            <p:ph type="title"/>
          </p:nvPr>
        </p:nvSpPr>
        <p:spPr/>
        <p:txBody>
          <a:bodyPr/>
          <a:lstStyle/>
          <a:p>
            <a:pPr eaLnBrk="1" hangingPunct="1"/>
            <a:r>
              <a:rPr lang="zh-CN" altLang="en-US"/>
              <a:t>作业</a:t>
            </a:r>
          </a:p>
        </p:txBody>
      </p:sp>
      <p:sp>
        <p:nvSpPr>
          <p:cNvPr id="666627" name="Rectangle 3">
            <a:extLst>
              <a:ext uri="{FF2B5EF4-FFF2-40B4-BE49-F238E27FC236}">
                <a16:creationId xmlns:a16="http://schemas.microsoft.com/office/drawing/2014/main" id="{0066C9E8-7CCF-2863-90C9-CFBF30DBD5AF}"/>
              </a:ext>
            </a:extLst>
          </p:cNvPr>
          <p:cNvSpPr>
            <a:spLocks noGrp="1" noRot="1" noChangeArrowheads="1"/>
          </p:cNvSpPr>
          <p:nvPr>
            <p:ph type="body" idx="1"/>
          </p:nvPr>
        </p:nvSpPr>
        <p:spPr/>
        <p:txBody>
          <a:bodyPr/>
          <a:lstStyle/>
          <a:p>
            <a:pPr eaLnBrk="1" hangingPunct="1">
              <a:defRPr/>
            </a:pPr>
            <a:r>
              <a:rPr lang="en-US" altLang="zh-CN" dirty="0"/>
              <a:t>6.7</a:t>
            </a:r>
          </a:p>
          <a:p>
            <a:pPr eaLnBrk="1" hangingPunct="1">
              <a:defRPr/>
            </a:pPr>
            <a:r>
              <a:rPr lang="en-US" altLang="zh-CN" dirty="0"/>
              <a:t>6.10</a:t>
            </a:r>
          </a:p>
          <a:p>
            <a:pPr eaLnBrk="1" hangingPunct="1">
              <a:defRPr/>
            </a:pPr>
            <a:r>
              <a:rPr lang="en-US" altLang="zh-CN" dirty="0"/>
              <a:t>6.11</a:t>
            </a:r>
          </a:p>
        </p:txBody>
      </p:sp>
    </p:spTree>
  </p:cSld>
  <p:clrMapOvr>
    <a:masterClrMapping/>
  </p:clrMapOvr>
  <p:transition spd="med">
    <p:random/>
    <p:sndAc>
      <p:stSnd>
        <p:snd r:embed="rId2" name="camera.wav"/>
      </p:stSnd>
    </p:sndAc>
  </p:transition>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zdh-1">
  <a:themeElements>
    <a:clrScheme name="zdh-1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zdh-1">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zdh-1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zdh-1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zdh-1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zdh-1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zdh-1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zdh-1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zdh-1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zdh-1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Ocean</Template>
  <TotalTime>26201</TotalTime>
  <Words>8045</Words>
  <Application>Microsoft Macintosh PowerPoint</Application>
  <PresentationFormat>全屏显示(4:3)</PresentationFormat>
  <Paragraphs>737</Paragraphs>
  <Slides>97</Slides>
  <Notes>1</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1</vt:i4>
      </vt:variant>
      <vt:variant>
        <vt:lpstr>幻灯片标题</vt:lpstr>
      </vt:variant>
      <vt:variant>
        <vt:i4>97</vt:i4>
      </vt:variant>
    </vt:vector>
  </HeadingPairs>
  <TitlesOfParts>
    <vt:vector size="110" baseType="lpstr">
      <vt:lpstr>华文彩云</vt:lpstr>
      <vt:lpstr>华文中宋</vt:lpstr>
      <vt:lpstr>隶书</vt:lpstr>
      <vt:lpstr>宋体</vt:lpstr>
      <vt:lpstr>Arial</vt:lpstr>
      <vt:lpstr>Monotype Corsiva</vt:lpstr>
      <vt:lpstr>Tahoma</vt:lpstr>
      <vt:lpstr>Wingdings</vt:lpstr>
      <vt:lpstr>Wingdings 2</vt:lpstr>
      <vt:lpstr>自定义设计方案</vt:lpstr>
      <vt:lpstr>zdh-1</vt:lpstr>
      <vt:lpstr>1_自定义设计方案</vt:lpstr>
      <vt:lpstr>位图图像</vt:lpstr>
      <vt:lpstr>操作系统原理</vt:lpstr>
      <vt:lpstr>第六章   设备管理</vt:lpstr>
      <vt:lpstr>  6.1 引言</vt:lpstr>
      <vt:lpstr>6.1.1 设备的类别</vt:lpstr>
      <vt:lpstr>6.1.1 设备的类别（续）</vt:lpstr>
      <vt:lpstr>按使用特性分类</vt:lpstr>
      <vt:lpstr>6.1.1 设备的类别（续）</vt:lpstr>
      <vt:lpstr>6.1.1 设备的类别（续）</vt:lpstr>
      <vt:lpstr>6.1.2 设备管理的功能和任务</vt:lpstr>
      <vt:lpstr>6.1.2 设备管理的功能和任务</vt:lpstr>
      <vt:lpstr>6.2 数据传送控制方式</vt:lpstr>
      <vt:lpstr>6.2 数据传送控制方式</vt:lpstr>
      <vt:lpstr>6.2.1 程序直接控制方式</vt:lpstr>
      <vt:lpstr>6.2.1 程序直接控制方式</vt:lpstr>
      <vt:lpstr>6.2.1 程序直接控制方式</vt:lpstr>
      <vt:lpstr>程序直接控制方式</vt:lpstr>
      <vt:lpstr>程序直接控制方式的特点</vt:lpstr>
      <vt:lpstr>6.2.2 中断方式</vt:lpstr>
      <vt:lpstr>中断控制方式的传送结构</vt:lpstr>
      <vt:lpstr>6.2.2 中断方式—数据输入步骤</vt:lpstr>
      <vt:lpstr>中断控制方式的处理过程</vt:lpstr>
      <vt:lpstr>中断控制方式的特点</vt:lpstr>
      <vt:lpstr>6.2.3 DMA方式</vt:lpstr>
      <vt:lpstr>6.2.3 DMA方式</vt:lpstr>
      <vt:lpstr>DMA存取方式的结构</vt:lpstr>
      <vt:lpstr>DMA方式下的数据输入过程</vt:lpstr>
      <vt:lpstr>DMA方式的数据传送过程</vt:lpstr>
      <vt:lpstr>DMA方式与中断控制方式的主要区别</vt:lpstr>
      <vt:lpstr>DMA方式的特点</vt:lpstr>
      <vt:lpstr>6.2.4 通道控制方式</vt:lpstr>
      <vt:lpstr>通道的定义</vt:lpstr>
      <vt:lpstr>通道方式的基本思想</vt:lpstr>
      <vt:lpstr>通道指令</vt:lpstr>
      <vt:lpstr>通道指令—举例</vt:lpstr>
      <vt:lpstr>通道的类型</vt:lpstr>
      <vt:lpstr>通道方式的数据传送结构</vt:lpstr>
      <vt:lpstr>通道控制方式的数据输入过程</vt:lpstr>
      <vt:lpstr>通道控制方式描述过程示例</vt:lpstr>
      <vt:lpstr>6.3 中断技术</vt:lpstr>
      <vt:lpstr>6.3 中断技术</vt:lpstr>
      <vt:lpstr>6.3.1 中断的基本概念</vt:lpstr>
      <vt:lpstr>6.3.1 中断的基本概念（续）</vt:lpstr>
      <vt:lpstr>6.3.1 中断的基本概念（续）</vt:lpstr>
      <vt:lpstr>6.3.2 中断的分类和优先级</vt:lpstr>
      <vt:lpstr>1.中断的分类—外中断</vt:lpstr>
      <vt:lpstr>1.中断的分类—内中断</vt:lpstr>
      <vt:lpstr>2. 中断的优先级 </vt:lpstr>
      <vt:lpstr>中断和陷阱的主要区别</vt:lpstr>
      <vt:lpstr>6.3.3 软中断</vt:lpstr>
      <vt:lpstr>6.3.3 软中断</vt:lpstr>
      <vt:lpstr>中断处理过程</vt:lpstr>
      <vt:lpstr>I/O中断处理过程描述</vt:lpstr>
      <vt:lpstr>6.4 缓冲技术  6.4.1 缓冲的引入</vt:lpstr>
      <vt:lpstr>6.4.1 缓冲的引入（续） </vt:lpstr>
      <vt:lpstr>6.4.1 缓冲的引入（续）</vt:lpstr>
      <vt:lpstr>6.4.2 缓冲的种类</vt:lpstr>
      <vt:lpstr>6.4.2 缓冲的种类—单缓冲</vt:lpstr>
      <vt:lpstr>6.4.2 缓冲的种类—双缓冲</vt:lpstr>
      <vt:lpstr>6.4.2 缓冲的种类—多缓冲和缓冲池</vt:lpstr>
      <vt:lpstr>6.4.3 缓冲池的管理</vt:lpstr>
      <vt:lpstr>缓冲区队列</vt:lpstr>
      <vt:lpstr>缓冲区队列</vt:lpstr>
      <vt:lpstr>工作缓冲区</vt:lpstr>
      <vt:lpstr>缓冲池的工作缓冲区</vt:lpstr>
      <vt:lpstr>2. 缓冲池管理</vt:lpstr>
      <vt:lpstr>缓冲池的工作过程—收容输入</vt:lpstr>
      <vt:lpstr>缓冲池的工作过程—收容输出</vt:lpstr>
      <vt:lpstr>缓冲池的工作过程—提取</vt:lpstr>
      <vt:lpstr>对缓冲队列的管理</vt:lpstr>
      <vt:lpstr>对缓冲队列的管理（续）</vt:lpstr>
      <vt:lpstr>对缓冲队列的管理（续）</vt:lpstr>
      <vt:lpstr>6.5 设备分配</vt:lpstr>
      <vt:lpstr>6.5.1 设备分配用的数据结构</vt:lpstr>
      <vt:lpstr>1. 设备控制表DCT</vt:lpstr>
      <vt:lpstr>1. 设备控制表DCT（续）</vt:lpstr>
      <vt:lpstr>2. 系统设备表SDT</vt:lpstr>
      <vt:lpstr>3. 控制器表COCT</vt:lpstr>
      <vt:lpstr>4. 通道控制表CHCT</vt:lpstr>
      <vt:lpstr>数据结构表</vt:lpstr>
      <vt:lpstr>6.5.2 设备分配的原则</vt:lpstr>
      <vt:lpstr>设备分配的方式</vt:lpstr>
      <vt:lpstr>设备分配策略</vt:lpstr>
      <vt:lpstr>6.6 I/O进程控制</vt:lpstr>
      <vt:lpstr>6.6.2 I/O控制的功能</vt:lpstr>
      <vt:lpstr>6.6.2 I/O控制的功能</vt:lpstr>
      <vt:lpstr>I/O请求处理模块</vt:lpstr>
      <vt:lpstr>I/O控制模块功能描述</vt:lpstr>
      <vt:lpstr>I/O控制模块功能描述（续）</vt:lpstr>
      <vt:lpstr>6.6.3 I/O控制的实现</vt:lpstr>
      <vt:lpstr>1. 作为请求I/O操作进程的一部分实现</vt:lpstr>
      <vt:lpstr>2.作为当前进程的一部分实现</vt:lpstr>
      <vt:lpstr>3.由I/O进程完成</vt:lpstr>
      <vt:lpstr>I/O进程的实现方式</vt:lpstr>
      <vt:lpstr>6.7 设备驱动程序</vt:lpstr>
      <vt:lpstr>设备驱动程序的管理</vt:lpstr>
      <vt:lpstr>本章小结</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zhangdh</dc:creator>
  <cp:lastModifiedBy>洪炜 康</cp:lastModifiedBy>
  <cp:revision>133</cp:revision>
  <dcterms:created xsi:type="dcterms:W3CDTF">2003-08-27T07:24:22Z</dcterms:created>
  <dcterms:modified xsi:type="dcterms:W3CDTF">2023-07-21T13:55:18Z</dcterms:modified>
</cp:coreProperties>
</file>